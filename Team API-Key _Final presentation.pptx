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ms-office.chartcolorstyle+xml" PartName="/ppt/charts/colors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drawingml.chart+xml" PartName="/ppt/charts/chart2.xml"/>
  <Override ContentType="application/vnd.openxmlformats-officedocument.drawingml.chart+xml" PartName="/ppt/charts/char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embeddedFontLst>
    <p:embeddedFont>
      <p:font typeface="Roboto"/>
      <p:regular r:id="rId27"/>
      <p:bold r:id="rId28"/>
      <p:italic r:id="rId29"/>
      <p:boldItalic r:id="rId30"/>
    </p:embeddedFont>
    <p:embeddedFont>
      <p:font typeface="Fira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A4A3A4"/>
          </p15:clr>
        </p15:guide>
        <p15:guide id="2" orient="horz" pos="1620">
          <p15:clr>
            <a:srgbClr val="A4A3A4"/>
          </p15:clr>
        </p15:guide>
      </p15:sldGuideLst>
    </p:ext>
    <p:ext uri="GoogleSlidesCustomDataVersion2">
      <go:slidesCustomData xmlns:go="http://customooxmlschemas.google.com/" r:id="rId35" roundtripDataSignature="AMtx7miY4Rvb7ngVPmXVMN6PUtYtmX8Y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B5742F-8C98-4ED9-9080-875768ADD48E}">
  <a:tblStyle styleId="{F8B5742F-8C98-4ED9-9080-875768ADD48E}"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162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FiraSans-regular.fntdata"/><Relationship Id="rId30" Type="http://schemas.openxmlformats.org/officeDocument/2006/relationships/font" Target="fonts/Roboto-boldItalic.fntdata"/><Relationship Id="rId11" Type="http://schemas.openxmlformats.org/officeDocument/2006/relationships/slide" Target="slides/slide4.xml"/><Relationship Id="rId33" Type="http://schemas.openxmlformats.org/officeDocument/2006/relationships/font" Target="fonts/FiraSans-italic.fntdata"/><Relationship Id="rId10" Type="http://schemas.openxmlformats.org/officeDocument/2006/relationships/slide" Target="slides/slide3.xml"/><Relationship Id="rId32" Type="http://schemas.openxmlformats.org/officeDocument/2006/relationships/font" Target="fonts/FiraSans-bold.fntdata"/><Relationship Id="rId13" Type="http://schemas.openxmlformats.org/officeDocument/2006/relationships/slide" Target="slides/slide6.xml"/><Relationship Id="rId35" Type="http://customschemas.google.com/relationships/presentationmetadata" Target="metadata"/><Relationship Id="rId12" Type="http://schemas.openxmlformats.org/officeDocument/2006/relationships/slide" Target="slides/slide5.xml"/><Relationship Id="rId34" Type="http://schemas.openxmlformats.org/officeDocument/2006/relationships/font" Target="fonts/FiraSans-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C:\Users\Winifred\Downloads\europe_data_chart.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Winifred\Ironhack\Part%20time%20program\Projects\Project%202\ev_charging_projec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NL" dirty="0"/>
              <a:t>Annual EV Growth Rate in Spain (2020–2024)</a:t>
            </a:r>
            <a:endParaRPr lang="en-US" dirty="0"/>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Data!$J$5</c:f>
              <c:strCache>
                <c:ptCount val="1"/>
                <c:pt idx="0">
                  <c:v>Spain</c:v>
                </c:pt>
              </c:strCache>
            </c:strRef>
          </c:tx>
          <c:spPr>
            <a:ln w="22225" cap="rnd">
              <a:solidFill>
                <a:srgbClr val="006666"/>
              </a:solidFill>
              <a:round/>
            </a:ln>
            <a:effectLst/>
          </c:spPr>
          <c:marker>
            <c:symbol val="diamond"/>
            <c:size val="6"/>
            <c:spPr>
              <a:solidFill>
                <a:schemeClr val="accent1"/>
              </a:solidFill>
              <a:ln w="9525">
                <a:solidFill>
                  <a:srgbClr val="006666"/>
                </a:solidFill>
                <a:round/>
              </a:ln>
              <a:effectLst/>
            </c:spPr>
          </c:marker>
          <c:dLbls>
            <c:dLbl>
              <c:idx val="0"/>
              <c:layout>
                <c:manualLayout>
                  <c:x val="-4.1666666666666692E-2"/>
                  <c:y val="-6.16570327552986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10A-435E-8563-71C0E82A2D5F}"/>
                </c:ext>
              </c:extLst>
            </c:dLbl>
            <c:dLbl>
              <c:idx val="1"/>
              <c:layout>
                <c:manualLayout>
                  <c:x val="-5.8333333333333334E-2"/>
                  <c:y val="-6.93641618497110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10A-435E-8563-71C0E82A2D5F}"/>
                </c:ext>
              </c:extLst>
            </c:dLbl>
            <c:dLbl>
              <c:idx val="2"/>
              <c:layout>
                <c:manualLayout>
                  <c:x val="-3.6111111111111108E-2"/>
                  <c:y val="-9.24855491329479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10A-435E-8563-71C0E82A2D5F}"/>
                </c:ext>
              </c:extLst>
            </c:dLbl>
            <c:dLbl>
              <c:idx val="3"/>
              <c:layout>
                <c:manualLayout>
                  <c:x val="-3.0555555555555555E-2"/>
                  <c:y val="-6.55105973025048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10A-435E-8563-71C0E82A2D5F}"/>
                </c:ext>
              </c:extLst>
            </c:dLbl>
            <c:dLbl>
              <c:idx val="4"/>
              <c:layout>
                <c:manualLayout>
                  <c:x val="2.777777777777676E-3"/>
                  <c:y val="-7.707129094412330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10A-435E-8563-71C0E82A2D5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Data!$K$4:$O$4</c:f>
              <c:numCache>
                <c:formatCode>General</c:formatCode>
                <c:ptCount val="5"/>
                <c:pt idx="0">
                  <c:v>2020</c:v>
                </c:pt>
                <c:pt idx="1">
                  <c:v>2021</c:v>
                </c:pt>
                <c:pt idx="2">
                  <c:v>2022</c:v>
                </c:pt>
                <c:pt idx="3">
                  <c:v>2023</c:v>
                </c:pt>
                <c:pt idx="4">
                  <c:v>2024</c:v>
                </c:pt>
              </c:numCache>
            </c:numRef>
          </c:cat>
          <c:val>
            <c:numRef>
              <c:f>Data!$K$5:$O$5</c:f>
              <c:numCache>
                <c:formatCode>General</c:formatCode>
                <c:ptCount val="5"/>
                <c:pt idx="0">
                  <c:v>46.25</c:v>
                </c:pt>
                <c:pt idx="1">
                  <c:v>50.08</c:v>
                </c:pt>
                <c:pt idx="2">
                  <c:v>37.71</c:v>
                </c:pt>
                <c:pt idx="3">
                  <c:v>36.31</c:v>
                </c:pt>
                <c:pt idx="4">
                  <c:v>31.88</c:v>
                </c:pt>
              </c:numCache>
            </c:numRef>
          </c:val>
          <c:smooth val="0"/>
          <c:extLst>
            <c:ext xmlns:c16="http://schemas.microsoft.com/office/drawing/2014/chart" uri="{C3380CC4-5D6E-409C-BE32-E72D297353CC}">
              <c16:uniqueId val="{00000005-A10A-435E-8563-71C0E82A2D5F}"/>
            </c:ext>
          </c:extLst>
        </c:ser>
        <c:dLbls>
          <c:showLegendKey val="0"/>
          <c:showVal val="0"/>
          <c:showCatName val="0"/>
          <c:showSerName val="0"/>
          <c:showPercent val="0"/>
          <c:showBubbleSize val="0"/>
        </c:dLbls>
        <c:marker val="1"/>
        <c:smooth val="0"/>
        <c:axId val="1255998016"/>
        <c:axId val="1255999456"/>
      </c:lineChart>
      <c:catAx>
        <c:axId val="1255998016"/>
        <c:scaling>
          <c:orientation val="minMax"/>
        </c:scaling>
        <c:delete val="0"/>
        <c:axPos val="b"/>
        <c:title>
          <c:tx>
            <c:rich>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a:t>Years</a:t>
                </a:r>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NL"/>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NL"/>
          </a:p>
        </c:txPr>
        <c:crossAx val="1255999456"/>
        <c:crosses val="autoZero"/>
        <c:auto val="1"/>
        <c:lblAlgn val="ctr"/>
        <c:lblOffset val="100"/>
        <c:noMultiLvlLbl val="0"/>
      </c:catAx>
      <c:valAx>
        <c:axId val="1255999456"/>
        <c:scaling>
          <c:orientation val="minMax"/>
        </c:scaling>
        <c:delete val="0"/>
        <c:axPos val="l"/>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dirty="0"/>
                  <a:t>Growth rate %</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NL"/>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L"/>
          </a:p>
        </c:txPr>
        <c:crossAx val="1255998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NL" sz="1400" b="0" i="0" u="none" strike="noStrike" baseline="0"/>
              <a:t>EV Charging Accessibility (2024)</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Accessibility!$B$16</c:f>
              <c:strCache>
                <c:ptCount val="1"/>
                <c:pt idx="0">
                  <c:v>Count</c:v>
                </c:pt>
              </c:strCache>
            </c:strRef>
          </c:tx>
          <c:dPt>
            <c:idx val="0"/>
            <c:bubble3D val="0"/>
            <c:spPr>
              <a:solidFill>
                <a:srgbClr val="2E7D32"/>
              </a:solidFill>
              <a:ln w="19050">
                <a:solidFill>
                  <a:schemeClr val="lt1"/>
                </a:solidFill>
              </a:ln>
              <a:effectLst/>
            </c:spPr>
            <c:extLst>
              <c:ext xmlns:c16="http://schemas.microsoft.com/office/drawing/2014/chart" uri="{C3380CC4-5D6E-409C-BE32-E72D297353CC}">
                <c16:uniqueId val="{00000001-28CD-48D3-B9F0-3C219249422D}"/>
              </c:ext>
            </c:extLst>
          </c:dPt>
          <c:dPt>
            <c:idx val="1"/>
            <c:bubble3D val="0"/>
            <c:spPr>
              <a:solidFill>
                <a:srgbClr val="F9A825"/>
              </a:solidFill>
              <a:ln w="19050">
                <a:solidFill>
                  <a:schemeClr val="lt1"/>
                </a:solidFill>
              </a:ln>
              <a:effectLst/>
            </c:spPr>
            <c:extLst>
              <c:ext xmlns:c16="http://schemas.microsoft.com/office/drawing/2014/chart" uri="{C3380CC4-5D6E-409C-BE32-E72D297353CC}">
                <c16:uniqueId val="{00000003-28CD-48D3-B9F0-3C219249422D}"/>
              </c:ext>
            </c:extLst>
          </c:dPt>
          <c:dPt>
            <c:idx val="2"/>
            <c:bubble3D val="0"/>
            <c:spPr>
              <a:solidFill>
                <a:srgbClr val="616161"/>
              </a:solidFill>
              <a:ln w="19050">
                <a:solidFill>
                  <a:schemeClr val="lt1"/>
                </a:solidFill>
              </a:ln>
              <a:effectLst/>
            </c:spPr>
            <c:extLst>
              <c:ext xmlns:c16="http://schemas.microsoft.com/office/drawing/2014/chart" uri="{C3380CC4-5D6E-409C-BE32-E72D297353CC}">
                <c16:uniqueId val="{00000005-28CD-48D3-B9F0-3C219249422D}"/>
              </c:ext>
            </c:extLst>
          </c:dPt>
          <c:dLbls>
            <c:dLbl>
              <c:idx val="0"/>
              <c:layout>
                <c:manualLayout>
                  <c:x val="0.11585258092738408"/>
                  <c:y val="-5.2721274424030372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8CD-48D3-B9F0-3C219249422D}"/>
                </c:ext>
              </c:extLst>
            </c:dLbl>
            <c:dLbl>
              <c:idx val="1"/>
              <c:layout>
                <c:manualLayout>
                  <c:x val="0.2371887576552931"/>
                  <c:y val="-7.2012248468941553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8CD-48D3-B9F0-3C219249422D}"/>
                </c:ext>
              </c:extLst>
            </c:dLbl>
            <c:dLbl>
              <c:idx val="2"/>
              <c:layout>
                <c:manualLayout>
                  <c:x val="-0.15685739282589681"/>
                  <c:y val="2.9420384951880974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8CD-48D3-B9F0-3C219249422D}"/>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L"/>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Accessibility!$A$17:$A$19</c:f>
              <c:strCache>
                <c:ptCount val="3"/>
                <c:pt idx="0">
                  <c:v>Open Access</c:v>
                </c:pt>
                <c:pt idx="1">
                  <c:v>Membership / Restricted</c:v>
                </c:pt>
                <c:pt idx="2">
                  <c:v>Private</c:v>
                </c:pt>
              </c:strCache>
            </c:strRef>
          </c:cat>
          <c:val>
            <c:numRef>
              <c:f>Accessibility!$B$17:$B$19</c:f>
              <c:numCache>
                <c:formatCode>General</c:formatCode>
                <c:ptCount val="3"/>
                <c:pt idx="0">
                  <c:v>3088</c:v>
                </c:pt>
                <c:pt idx="1">
                  <c:v>9730</c:v>
                </c:pt>
                <c:pt idx="2">
                  <c:v>3492</c:v>
                </c:pt>
              </c:numCache>
            </c:numRef>
          </c:val>
          <c:extLst>
            <c:ext xmlns:c16="http://schemas.microsoft.com/office/drawing/2014/chart" uri="{C3380CC4-5D6E-409C-BE32-E72D297353CC}">
              <c16:uniqueId val="{00000006-28CD-48D3-B9F0-3C219249422D}"/>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NL"/>
              <a:t>“Good morning everyone, and thank you for joining us today. We are Team API, consisting of Jeronimo, Malika, Matteo, and myself. </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NL"/>
              <a:t>Today we'll be presenting our project on identifying strategic opportunities for EV charging infrastructure expansion in Spain.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NL"/>
              <a:t>"Our client, EcoCharge Mobility Solutions S.L., is a Madrid-based EV charging infrastructure company with over ten years of experience. As electric vehicle adoption continues to grow across Spain, the company wants to identify the best locations to expand its charging network and support future demand."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NL"/>
              <a:t>"EcoCharge's mission is to make electric mobility practical and accessible for everyone. The company achieves this by expanding reliable charging infrastructure, supporting sustainable transportation, and providing affordable, convenient charging solutions that encourage wider EV adoption across Spain."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NL"/>
              <a:t>"EcoCharge's ambition is to build a strong EV charging network across Spain, making charging easy and accessible for everyone. By encouraging more people to switch to electric vehicles, the company aims to reduce carbon emissions and support a cleaner, greener future."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NL"/>
              <a:t>"Spain is experiencing rapid growth in electric vehicle adoption, creating a greater need for accessible charging infrastructure.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EcoCharge Mobility Solutions plans to expand its charging network across the country.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The objective of this project is to identify the regions, tourist destinations, and travel routes where new charging stations can best support current and future EV demand."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7" name="Google Shape;71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NL"/>
              <a:t>"To address EcoCharge's business objective, we combined three data sources. </a:t>
            </a:r>
            <a:endParaRPr/>
          </a:p>
          <a:p>
            <a:pPr indent="0" lvl="0" marL="158750" rtl="0" algn="l">
              <a:lnSpc>
                <a:spcPct val="100000"/>
              </a:lnSpc>
              <a:spcBef>
                <a:spcPts val="0"/>
              </a:spcBef>
              <a:spcAft>
                <a:spcPts val="0"/>
              </a:spcAft>
              <a:buSzPts val="1100"/>
              <a:buNone/>
            </a:pPr>
            <a:r>
              <a:rPr b="1" lang="en-NL"/>
              <a:t>Eurostat</a:t>
            </a:r>
            <a:r>
              <a:rPr lang="en-NL"/>
              <a:t> helped us analyse EV adoption and market growth trends. </a:t>
            </a:r>
            <a:endParaRPr/>
          </a:p>
          <a:p>
            <a:pPr indent="0" lvl="0" marL="158750" rtl="0" algn="l">
              <a:lnSpc>
                <a:spcPct val="100000"/>
              </a:lnSpc>
              <a:spcBef>
                <a:spcPts val="0"/>
              </a:spcBef>
              <a:spcAft>
                <a:spcPts val="0"/>
              </a:spcAft>
              <a:buSzPts val="1100"/>
              <a:buNone/>
            </a:pPr>
            <a:r>
              <a:rPr b="1" lang="en-NL"/>
              <a:t>Open Charge Map</a:t>
            </a:r>
            <a:r>
              <a:rPr lang="en-NL"/>
              <a:t> provided detailed information on charging station locations across Spain. </a:t>
            </a:r>
            <a:endParaRPr/>
          </a:p>
          <a:p>
            <a:pPr indent="0" lvl="0" marL="158750" rtl="0" algn="l">
              <a:lnSpc>
                <a:spcPct val="100000"/>
              </a:lnSpc>
              <a:spcBef>
                <a:spcPts val="0"/>
              </a:spcBef>
              <a:spcAft>
                <a:spcPts val="0"/>
              </a:spcAft>
              <a:buSzPts val="1100"/>
              <a:buNone/>
            </a:pPr>
            <a:r>
              <a:rPr lang="en-NL"/>
              <a:t>Finally, we used </a:t>
            </a:r>
            <a:r>
              <a:rPr b="1" lang="en-NL"/>
              <a:t>Python web scraping</a:t>
            </a:r>
            <a:r>
              <a:rPr lang="en-NL"/>
              <a:t> to capture recent market developments that were not available through APIs. </a:t>
            </a:r>
            <a:endParaRPr/>
          </a:p>
          <a:p>
            <a:pPr indent="0" lvl="0" marL="158750" rtl="0" algn="l">
              <a:lnSpc>
                <a:spcPct val="100000"/>
              </a:lnSpc>
              <a:spcBef>
                <a:spcPts val="0"/>
              </a:spcBef>
              <a:spcAft>
                <a:spcPts val="0"/>
              </a:spcAft>
              <a:buSzPts val="1100"/>
              <a:buNone/>
            </a:pPr>
            <a:r>
              <a:rPr lang="en-NL"/>
              <a:t>Together, these sources gave us both historical data and current market insights to support our analysis and recommendations."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7" name="Google Shape;72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NL"/>
              <a:t>"After collecting the data, we prepared it for analysis through four main steps.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 First, we extracted the data from the APIs and organised it into datasets.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Next, we transformed the data by adding useful information, such as regions and charging station categories.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We then cleaned the data by removing duplicates, filling in missing values, and ensuring everything was in a consistent format.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Finally, we combined the datasets to calculate key metrics, allowing us to compare EV adoption with charging infrastructure and develop data-driven recommendations."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6" name="Google Shape;75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NL"/>
              <a:t>"Like any data analytics project, we faced a few data limitations.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Eurostat provided reliable EV data, but it was only available up to 2024 and only at the national level, so regional EV registrations were not available.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We also found that some charging station records from Open Charge Map needed additional cleaning because the data is community-contributed.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We considered these limitations throughout our analysis to ensure our findings and recommendations remained reliable."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5" name="Google Shape;78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NL"/>
              <a:t>Let us look at our project findings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0" name="Google Shape;82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NL"/>
              <a:t>"Before analysing the data, we wanted to understand the latest developments in Spain's EV market. To do this, we used web scraping to collect information from a recent news article.“ (click)</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b="0" lang="en-NL"/>
              <a:t>"The code successfully extracted the article, confirming that Spain announced a $1.5 billion investment package to support the electric vehicle market."</a:t>
            </a:r>
            <a:endParaRPr/>
          </a:p>
          <a:p>
            <a:pPr indent="-298450" lvl="0" marL="457200" marR="0" rtl="0" algn="l">
              <a:lnSpc>
                <a:spcPct val="100000"/>
              </a:lnSpc>
              <a:spcBef>
                <a:spcPts val="0"/>
              </a:spcBef>
              <a:spcAft>
                <a:spcPts val="0"/>
              </a:spcAft>
              <a:buClr>
                <a:srgbClr val="000000"/>
              </a:buClr>
              <a:buSzPts val="1100"/>
              <a:buFont typeface="Arial"/>
              <a:buChar char="●"/>
            </a:pPr>
            <a:r>
              <a:rPr b="0" lang="en-NL"/>
              <a:t>"After extracting the article, we reviewed the content to identify the key business insights.“</a:t>
            </a:r>
            <a:r>
              <a:rPr lang="en-NL"/>
              <a:t>(click)</a:t>
            </a:r>
            <a:endParaRPr/>
          </a:p>
          <a:p>
            <a:pPr indent="-228600" lvl="0" marL="457200" rtl="0" algn="l">
              <a:lnSpc>
                <a:spcPct val="100000"/>
              </a:lnSpc>
              <a:spcBef>
                <a:spcPts val="0"/>
              </a:spcBef>
              <a:spcAft>
                <a:spcPts val="0"/>
              </a:spcAft>
              <a:buSzPts val="1100"/>
              <a:buNone/>
            </a:pPr>
            <a:r>
              <a:t/>
            </a:r>
            <a:endParaRPr b="0"/>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NL"/>
              <a:t>"The article highlights five key points. Spain is investing </a:t>
            </a:r>
            <a:r>
              <a:rPr b="1" lang="en-NL"/>
              <a:t>$1.5 billion</a:t>
            </a:r>
            <a:r>
              <a:rPr lang="en-NL"/>
              <a:t> to accelerate EV adoption. The package includes funding for charging infrastructure, incentives to encourage EV ownership, and support to strengthen Spain's position as a leading automotive hub. Together, these initiatives are expected to increase long-term demand for public charging networks.“</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NL"/>
              <a:t>"For EcoCharge, this is important because strong government support reduces investment uncertainty while increasing future demand for charging infrastructure. Overall, these market signals indicate that Spain is an attractive market for expanding EV charging networks."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7" name="Google Shape;85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NL"/>
              <a:t>"After exploring the market outlook through web scraping, we looked at EV adoption in Spain. The data shows that EV registrations have continued to grow by more than 30% each year over the last three years. Although the market is becoming more established, demand for electric vehicles is still increasing. For EcoCharge, this means more EV drivers will need charging stations, creating strong opportunities for future expansion."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7" name="Google Shape;86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NL"/>
              <a:t>"After confirming that EV adoption is growing in Spain, we wanted to see if the charging infrastructure was keeping up. </a:t>
            </a:r>
            <a:endParaRPr/>
          </a:p>
          <a:p>
            <a:pPr indent="-228600" lvl="0" marL="45720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NL"/>
              <a:t>We compared Spain with four other European countries using the number of EVs per charging location. </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NL"/>
              <a:t>Spain had the lowest ratio, with just </a:t>
            </a:r>
            <a:r>
              <a:rPr b="1" lang="en-NL"/>
              <a:t>101 EVs per charging location</a:t>
            </a:r>
            <a:r>
              <a:rPr lang="en-NL"/>
              <a:t>, showing that its charging network is well developed. </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NL"/>
              <a:t>This gives EcoCharge a great opportunity to expand now, while demand is still growing. </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NL"/>
              <a:t>The next step was to identify the regions where this expansion would have the greatest impact."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8" name="Google Shape;8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NL"/>
              <a:t>Catalonia represents Spain's most mature charging market, while Madrid, the Valencian Community, and Andalusia are maturing markets where growing business activity, tourism, and vehicle demand create opportunities for further expansion</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NL"/>
              <a:t>This means charging demand is likely to continue growing, creating opportunities for EcoCharge to expand its network and improve accessibility for both residents and visitors."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8" name="Google Shape;88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NL"/>
              <a:t>"We've seen that Spain has a growing charging network, but accessibility is just as important. </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NL"/>
              <a:t>Our analysis shows that only </a:t>
            </a:r>
            <a:r>
              <a:rPr b="1" lang="en-NL"/>
              <a:t>19%</a:t>
            </a:r>
            <a:r>
              <a:rPr lang="en-NL"/>
              <a:t> of charging stations are openly accessible, while around </a:t>
            </a:r>
            <a:r>
              <a:rPr b="1" lang="en-NL"/>
              <a:t>60%</a:t>
            </a:r>
            <a:r>
              <a:rPr lang="en-NL"/>
              <a:t> require membership or restricted access. </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NL"/>
              <a:t>This can make charging less convenient for tourists, occasional EV drivers, and first-time users. </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NL"/>
              <a:t>This highlights an opportunity for EcoCharge to expand open-access charging in high-demand locations."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2" name="Google Shape;93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NL"/>
              <a:t>"Based on our findings, we recommend four actions for EcoCharge. First, expand open-access charging in high-demand cities such as Madrid, and the Valencian Community, where strong vehicle ownership, tourism, and business activity will continue to drive demand.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Second, adopt a balanced charging model with </a:t>
            </a:r>
            <a:r>
              <a:rPr b="1" lang="en-NL"/>
              <a:t>40% open-access</a:t>
            </a:r>
            <a:r>
              <a:rPr lang="en-NL"/>
              <a:t> and </a:t>
            </a:r>
            <a:r>
              <a:rPr b="1" lang="en-NL"/>
              <a:t>60% membership-based</a:t>
            </a:r>
            <a:r>
              <a:rPr lang="en-NL"/>
              <a:t> chargers to better serve both occasional and regular users.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Third, strengthen the France–Spain corridor with fast chargers to support cross-border EV travel.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Finally, partner with EV rental companies, hotels, and airports to make charging more convenient for visitors.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NL"/>
              <a:t>Together, these recommendations will improve accessibility, increase charger utilisation, and support EcoCharge's long-term growth in Spain."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2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 name="Google Shape;1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2"/>
          <p:cNvSpPr txBox="1"/>
          <p:nvPr>
            <p:ph type="ctrTitle"/>
          </p:nvPr>
        </p:nvSpPr>
        <p:spPr>
          <a:xfrm>
            <a:off x="448950" y="410575"/>
            <a:ext cx="8238000" cy="1045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5200"/>
              <a:buNone/>
              <a:defRPr sz="36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22"/>
          <p:cNvSpPr txBox="1"/>
          <p:nvPr>
            <p:ph idx="1" type="subTitle"/>
          </p:nvPr>
        </p:nvSpPr>
        <p:spPr>
          <a:xfrm>
            <a:off x="448950" y="1467425"/>
            <a:ext cx="2845500" cy="1045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23"/>
          <p:cNvSpPr txBox="1"/>
          <p:nvPr>
            <p:ph type="title"/>
          </p:nvPr>
        </p:nvSpPr>
        <p:spPr>
          <a:xfrm>
            <a:off x="457200" y="411475"/>
            <a:ext cx="8229600" cy="48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a:buNone/>
              <a:defRPr b="1" sz="1800">
                <a:solidFill>
                  <a:srgbClr val="000000"/>
                </a:solidFill>
                <a:latin typeface="Fira Sans"/>
                <a:ea typeface="Fira Sans"/>
                <a:cs typeface="Fira Sans"/>
                <a:sym typeface="Fira Sans"/>
              </a:defRPr>
            </a:lvl1pPr>
            <a:lvl2pPr lvl="1" algn="ctr">
              <a:lnSpc>
                <a:spcPct val="100000"/>
              </a:lnSpc>
              <a:spcBef>
                <a:spcPts val="0"/>
              </a:spcBef>
              <a:spcAft>
                <a:spcPts val="0"/>
              </a:spcAft>
              <a:buClr>
                <a:srgbClr val="000000"/>
              </a:buClr>
              <a:buSzPts val="1800"/>
              <a:buFont typeface="Fira Sans"/>
              <a:buNone/>
              <a:defRPr b="1" sz="1800">
                <a:solidFill>
                  <a:srgbClr val="000000"/>
                </a:solidFill>
                <a:latin typeface="Fira Sans"/>
                <a:ea typeface="Fira Sans"/>
                <a:cs typeface="Fira Sans"/>
                <a:sym typeface="Fira Sans"/>
              </a:defRPr>
            </a:lvl2pPr>
            <a:lvl3pPr lvl="2" algn="ctr">
              <a:lnSpc>
                <a:spcPct val="100000"/>
              </a:lnSpc>
              <a:spcBef>
                <a:spcPts val="0"/>
              </a:spcBef>
              <a:spcAft>
                <a:spcPts val="0"/>
              </a:spcAft>
              <a:buClr>
                <a:srgbClr val="000000"/>
              </a:buClr>
              <a:buSzPts val="1800"/>
              <a:buFont typeface="Fira Sans"/>
              <a:buNone/>
              <a:defRPr b="1" sz="1800">
                <a:solidFill>
                  <a:srgbClr val="000000"/>
                </a:solidFill>
                <a:latin typeface="Fira Sans"/>
                <a:ea typeface="Fira Sans"/>
                <a:cs typeface="Fira Sans"/>
                <a:sym typeface="Fira Sans"/>
              </a:defRPr>
            </a:lvl3pPr>
            <a:lvl4pPr lvl="3" algn="ctr">
              <a:lnSpc>
                <a:spcPct val="100000"/>
              </a:lnSpc>
              <a:spcBef>
                <a:spcPts val="0"/>
              </a:spcBef>
              <a:spcAft>
                <a:spcPts val="0"/>
              </a:spcAft>
              <a:buClr>
                <a:srgbClr val="000000"/>
              </a:buClr>
              <a:buSzPts val="1800"/>
              <a:buFont typeface="Fira Sans"/>
              <a:buNone/>
              <a:defRPr b="1" sz="1800">
                <a:solidFill>
                  <a:srgbClr val="000000"/>
                </a:solidFill>
                <a:latin typeface="Fira Sans"/>
                <a:ea typeface="Fira Sans"/>
                <a:cs typeface="Fira Sans"/>
                <a:sym typeface="Fira Sans"/>
              </a:defRPr>
            </a:lvl4pPr>
            <a:lvl5pPr lvl="4" algn="ctr">
              <a:lnSpc>
                <a:spcPct val="100000"/>
              </a:lnSpc>
              <a:spcBef>
                <a:spcPts val="0"/>
              </a:spcBef>
              <a:spcAft>
                <a:spcPts val="0"/>
              </a:spcAft>
              <a:buClr>
                <a:srgbClr val="000000"/>
              </a:buClr>
              <a:buSzPts val="1800"/>
              <a:buFont typeface="Fira Sans"/>
              <a:buNone/>
              <a:defRPr b="1" sz="1800">
                <a:solidFill>
                  <a:srgbClr val="000000"/>
                </a:solidFill>
                <a:latin typeface="Fira Sans"/>
                <a:ea typeface="Fira Sans"/>
                <a:cs typeface="Fira Sans"/>
                <a:sym typeface="Fira Sans"/>
              </a:defRPr>
            </a:lvl5pPr>
            <a:lvl6pPr lvl="5" algn="ctr">
              <a:lnSpc>
                <a:spcPct val="100000"/>
              </a:lnSpc>
              <a:spcBef>
                <a:spcPts val="0"/>
              </a:spcBef>
              <a:spcAft>
                <a:spcPts val="0"/>
              </a:spcAft>
              <a:buClr>
                <a:srgbClr val="000000"/>
              </a:buClr>
              <a:buSzPts val="1800"/>
              <a:buFont typeface="Fira Sans"/>
              <a:buNone/>
              <a:defRPr b="1" sz="1800">
                <a:solidFill>
                  <a:srgbClr val="000000"/>
                </a:solidFill>
                <a:latin typeface="Fira Sans"/>
                <a:ea typeface="Fira Sans"/>
                <a:cs typeface="Fira Sans"/>
                <a:sym typeface="Fira Sans"/>
              </a:defRPr>
            </a:lvl6pPr>
            <a:lvl7pPr lvl="6" algn="ctr">
              <a:lnSpc>
                <a:spcPct val="100000"/>
              </a:lnSpc>
              <a:spcBef>
                <a:spcPts val="0"/>
              </a:spcBef>
              <a:spcAft>
                <a:spcPts val="0"/>
              </a:spcAft>
              <a:buClr>
                <a:srgbClr val="000000"/>
              </a:buClr>
              <a:buSzPts val="1800"/>
              <a:buFont typeface="Fira Sans"/>
              <a:buNone/>
              <a:defRPr b="1" sz="1800">
                <a:solidFill>
                  <a:srgbClr val="000000"/>
                </a:solidFill>
                <a:latin typeface="Fira Sans"/>
                <a:ea typeface="Fira Sans"/>
                <a:cs typeface="Fira Sans"/>
                <a:sym typeface="Fira Sans"/>
              </a:defRPr>
            </a:lvl7pPr>
            <a:lvl8pPr lvl="7" algn="ctr">
              <a:lnSpc>
                <a:spcPct val="100000"/>
              </a:lnSpc>
              <a:spcBef>
                <a:spcPts val="0"/>
              </a:spcBef>
              <a:spcAft>
                <a:spcPts val="0"/>
              </a:spcAft>
              <a:buClr>
                <a:srgbClr val="000000"/>
              </a:buClr>
              <a:buSzPts val="1800"/>
              <a:buFont typeface="Fira Sans"/>
              <a:buNone/>
              <a:defRPr b="1" sz="1800">
                <a:solidFill>
                  <a:srgbClr val="000000"/>
                </a:solidFill>
                <a:latin typeface="Fira Sans"/>
                <a:ea typeface="Fira Sans"/>
                <a:cs typeface="Fira Sans"/>
                <a:sym typeface="Fira Sans"/>
              </a:defRPr>
            </a:lvl8pPr>
            <a:lvl9pPr lvl="8" algn="ctr">
              <a:lnSpc>
                <a:spcPct val="100000"/>
              </a:lnSpc>
              <a:spcBef>
                <a:spcPts val="0"/>
              </a:spcBef>
              <a:spcAft>
                <a:spcPts val="0"/>
              </a:spcAft>
              <a:buClr>
                <a:srgbClr val="000000"/>
              </a:buClr>
              <a:buSzPts val="1800"/>
              <a:buFont typeface="Fira Sans"/>
              <a:buNone/>
              <a:defRPr b="1" sz="1800">
                <a:solidFill>
                  <a:srgbClr val="000000"/>
                </a:solidFill>
                <a:latin typeface="Fira Sans"/>
                <a:ea typeface="Fira Sans"/>
                <a:cs typeface="Fira Sans"/>
                <a:sym typeface="Fira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0" name="Google Shape;2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2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2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 name="Shape 26"/>
        <p:cNvGrpSpPr/>
        <p:nvPr/>
      </p:nvGrpSpPr>
      <p:grpSpPr>
        <a:xfrm>
          <a:off x="0" y="0"/>
          <a:ext cx="0" cy="0"/>
          <a:chOff x="0" y="0"/>
          <a:chExt cx="0" cy="0"/>
        </a:xfrm>
      </p:grpSpPr>
      <p:sp>
        <p:nvSpPr>
          <p:cNvPr id="27" name="Google Shape;27;p2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8" name="Google Shape;28;p2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 name="Shape 30"/>
        <p:cNvGrpSpPr/>
        <p:nvPr/>
      </p:nvGrpSpPr>
      <p:grpSpPr>
        <a:xfrm>
          <a:off x="0" y="0"/>
          <a:ext cx="0" cy="0"/>
          <a:chOff x="0" y="0"/>
          <a:chExt cx="0" cy="0"/>
        </a:xfrm>
      </p:grpSpPr>
      <p:sp>
        <p:nvSpPr>
          <p:cNvPr id="31" name="Google Shape;31;p2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2" name="Google Shape;3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2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6" name="Google Shape;36;p2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 name="Google Shape;37;p2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8" name="Google Shape;3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 name="Shape 39"/>
        <p:cNvGrpSpPr/>
        <p:nvPr/>
      </p:nvGrpSpPr>
      <p:grpSpPr>
        <a:xfrm>
          <a:off x="0" y="0"/>
          <a:ext cx="0" cy="0"/>
          <a:chOff x="0" y="0"/>
          <a:chExt cx="0" cy="0"/>
        </a:xfrm>
      </p:grpSpPr>
      <p:sp>
        <p:nvSpPr>
          <p:cNvPr id="40" name="Google Shape;40;p2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1" name="Google Shape;41;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 name="Shape 42"/>
        <p:cNvGrpSpPr/>
        <p:nvPr/>
      </p:nvGrpSpPr>
      <p:grpSpPr>
        <a:xfrm>
          <a:off x="0" y="0"/>
          <a:ext cx="0" cy="0"/>
          <a:chOff x="0" y="0"/>
          <a:chExt cx="0" cy="0"/>
        </a:xfrm>
      </p:grpSpPr>
      <p:sp>
        <p:nvSpPr>
          <p:cNvPr id="43" name="Google Shape;43;p3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4" name="Google Shape;44;p3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5" name="Google Shape;45;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2" name="Shape 52"/>
        <p:cNvGrpSpPr/>
        <p:nvPr/>
      </p:nvGrpSpPr>
      <p:grpSpPr>
        <a:xfrm>
          <a:off x="0" y="0"/>
          <a:ext cx="0" cy="0"/>
          <a:chOff x="0" y="0"/>
          <a:chExt cx="0" cy="0"/>
        </a:xfrm>
      </p:grpSpPr>
      <p:sp>
        <p:nvSpPr>
          <p:cNvPr id="53" name="Google Shape;53;p3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4" name="Google Shape;54;p3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5" name="Google Shape;55;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3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8" name="Google Shape;58;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1" name="Google Shape;61;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2" name="Google Shape;62;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3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6" name="Google Shape;66;p3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7" name="Google Shape;67;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 name="Shape 71"/>
        <p:cNvGrpSpPr/>
        <p:nvPr/>
      </p:nvGrpSpPr>
      <p:grpSpPr>
        <a:xfrm>
          <a:off x="0" y="0"/>
          <a:ext cx="0" cy="0"/>
          <a:chOff x="0" y="0"/>
          <a:chExt cx="0" cy="0"/>
        </a:xfrm>
      </p:grpSpPr>
      <p:sp>
        <p:nvSpPr>
          <p:cNvPr id="72" name="Google Shape;72;p3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3" name="Google Shape;73;p3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4" name="Google Shape;74;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sp>
        <p:nvSpPr>
          <p:cNvPr id="76" name="Google Shape;76;p3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p4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4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p4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p4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p4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86" name="Google Shape;86;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p4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9" name="Google Shape;89;p4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0" name="Google Shape;90;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Fira Sans"/>
              <a:buNone/>
              <a:defRPr b="1" i="0" sz="2800" u="none" cap="none" strike="noStrike">
                <a:solidFill>
                  <a:schemeClr val="dk1"/>
                </a:solidFill>
                <a:latin typeface="Fira Sans"/>
                <a:ea typeface="Fira Sans"/>
                <a:cs typeface="Fira Sans"/>
                <a:sym typeface="Fira Sans"/>
              </a:defRPr>
            </a:lvl1pPr>
            <a:lvl2pPr lvl="1" marR="0" rtl="0" algn="l">
              <a:lnSpc>
                <a:spcPct val="100000"/>
              </a:lnSpc>
              <a:spcBef>
                <a:spcPts val="0"/>
              </a:spcBef>
              <a:spcAft>
                <a:spcPts val="0"/>
              </a:spcAft>
              <a:buClr>
                <a:schemeClr val="dk1"/>
              </a:buClr>
              <a:buSzPts val="2800"/>
              <a:buFont typeface="Fira Sans"/>
              <a:buNone/>
              <a:defRPr b="1" i="0" sz="2800" u="none" cap="none" strike="noStrike">
                <a:solidFill>
                  <a:schemeClr val="dk1"/>
                </a:solidFill>
                <a:latin typeface="Fira Sans"/>
                <a:ea typeface="Fira Sans"/>
                <a:cs typeface="Fira Sans"/>
                <a:sym typeface="Fira Sans"/>
              </a:defRPr>
            </a:lvl2pPr>
            <a:lvl3pPr lvl="2" marR="0" rtl="0" algn="l">
              <a:lnSpc>
                <a:spcPct val="100000"/>
              </a:lnSpc>
              <a:spcBef>
                <a:spcPts val="0"/>
              </a:spcBef>
              <a:spcAft>
                <a:spcPts val="0"/>
              </a:spcAft>
              <a:buClr>
                <a:schemeClr val="dk1"/>
              </a:buClr>
              <a:buSzPts val="2800"/>
              <a:buFont typeface="Fira Sans"/>
              <a:buNone/>
              <a:defRPr b="1" i="0" sz="2800" u="none" cap="none" strike="noStrike">
                <a:solidFill>
                  <a:schemeClr val="dk1"/>
                </a:solidFill>
                <a:latin typeface="Fira Sans"/>
                <a:ea typeface="Fira Sans"/>
                <a:cs typeface="Fira Sans"/>
                <a:sym typeface="Fira Sans"/>
              </a:defRPr>
            </a:lvl3pPr>
            <a:lvl4pPr lvl="3" marR="0" rtl="0" algn="l">
              <a:lnSpc>
                <a:spcPct val="100000"/>
              </a:lnSpc>
              <a:spcBef>
                <a:spcPts val="0"/>
              </a:spcBef>
              <a:spcAft>
                <a:spcPts val="0"/>
              </a:spcAft>
              <a:buClr>
                <a:schemeClr val="dk1"/>
              </a:buClr>
              <a:buSzPts val="2800"/>
              <a:buFont typeface="Fira Sans"/>
              <a:buNone/>
              <a:defRPr b="1" i="0" sz="2800" u="none" cap="none" strike="noStrike">
                <a:solidFill>
                  <a:schemeClr val="dk1"/>
                </a:solidFill>
                <a:latin typeface="Fira Sans"/>
                <a:ea typeface="Fira Sans"/>
                <a:cs typeface="Fira Sans"/>
                <a:sym typeface="Fira Sans"/>
              </a:defRPr>
            </a:lvl4pPr>
            <a:lvl5pPr lvl="4" marR="0" rtl="0" algn="l">
              <a:lnSpc>
                <a:spcPct val="100000"/>
              </a:lnSpc>
              <a:spcBef>
                <a:spcPts val="0"/>
              </a:spcBef>
              <a:spcAft>
                <a:spcPts val="0"/>
              </a:spcAft>
              <a:buClr>
                <a:schemeClr val="dk1"/>
              </a:buClr>
              <a:buSzPts val="2800"/>
              <a:buFont typeface="Fira Sans"/>
              <a:buNone/>
              <a:defRPr b="1" i="0" sz="2800" u="none" cap="none" strike="noStrike">
                <a:solidFill>
                  <a:schemeClr val="dk1"/>
                </a:solidFill>
                <a:latin typeface="Fira Sans"/>
                <a:ea typeface="Fira Sans"/>
                <a:cs typeface="Fira Sans"/>
                <a:sym typeface="Fira Sans"/>
              </a:defRPr>
            </a:lvl5pPr>
            <a:lvl6pPr lvl="5" marR="0" rtl="0" algn="l">
              <a:lnSpc>
                <a:spcPct val="100000"/>
              </a:lnSpc>
              <a:spcBef>
                <a:spcPts val="0"/>
              </a:spcBef>
              <a:spcAft>
                <a:spcPts val="0"/>
              </a:spcAft>
              <a:buClr>
                <a:schemeClr val="dk1"/>
              </a:buClr>
              <a:buSzPts val="2800"/>
              <a:buFont typeface="Fira Sans"/>
              <a:buNone/>
              <a:defRPr b="1" i="0" sz="2800" u="none" cap="none" strike="noStrike">
                <a:solidFill>
                  <a:schemeClr val="dk1"/>
                </a:solidFill>
                <a:latin typeface="Fira Sans"/>
                <a:ea typeface="Fira Sans"/>
                <a:cs typeface="Fira Sans"/>
                <a:sym typeface="Fira Sans"/>
              </a:defRPr>
            </a:lvl6pPr>
            <a:lvl7pPr lvl="6" marR="0" rtl="0" algn="l">
              <a:lnSpc>
                <a:spcPct val="100000"/>
              </a:lnSpc>
              <a:spcBef>
                <a:spcPts val="0"/>
              </a:spcBef>
              <a:spcAft>
                <a:spcPts val="0"/>
              </a:spcAft>
              <a:buClr>
                <a:schemeClr val="dk1"/>
              </a:buClr>
              <a:buSzPts val="2800"/>
              <a:buFont typeface="Fira Sans"/>
              <a:buNone/>
              <a:defRPr b="1" i="0" sz="2800" u="none" cap="none" strike="noStrike">
                <a:solidFill>
                  <a:schemeClr val="dk1"/>
                </a:solidFill>
                <a:latin typeface="Fira Sans"/>
                <a:ea typeface="Fira Sans"/>
                <a:cs typeface="Fira Sans"/>
                <a:sym typeface="Fira Sans"/>
              </a:defRPr>
            </a:lvl7pPr>
            <a:lvl8pPr lvl="7" marR="0" rtl="0" algn="l">
              <a:lnSpc>
                <a:spcPct val="100000"/>
              </a:lnSpc>
              <a:spcBef>
                <a:spcPts val="0"/>
              </a:spcBef>
              <a:spcAft>
                <a:spcPts val="0"/>
              </a:spcAft>
              <a:buClr>
                <a:schemeClr val="dk1"/>
              </a:buClr>
              <a:buSzPts val="2800"/>
              <a:buFont typeface="Fira Sans"/>
              <a:buNone/>
              <a:defRPr b="1" i="0" sz="2800" u="none" cap="none" strike="noStrike">
                <a:solidFill>
                  <a:schemeClr val="dk1"/>
                </a:solidFill>
                <a:latin typeface="Fira Sans"/>
                <a:ea typeface="Fira Sans"/>
                <a:cs typeface="Fira Sans"/>
                <a:sym typeface="Fira Sans"/>
              </a:defRPr>
            </a:lvl8pPr>
            <a:lvl9pPr lvl="8" marR="0" rtl="0" algn="l">
              <a:lnSpc>
                <a:spcPct val="100000"/>
              </a:lnSpc>
              <a:spcBef>
                <a:spcPts val="0"/>
              </a:spcBef>
              <a:spcAft>
                <a:spcPts val="0"/>
              </a:spcAft>
              <a:buClr>
                <a:schemeClr val="dk1"/>
              </a:buClr>
              <a:buSzPts val="2800"/>
              <a:buFont typeface="Fira Sans"/>
              <a:buNone/>
              <a:defRPr b="1" i="0" sz="2800" u="none" cap="none" strike="noStrike">
                <a:solidFill>
                  <a:schemeClr val="dk1"/>
                </a:solidFill>
                <a:latin typeface="Fira Sans"/>
                <a:ea typeface="Fira Sans"/>
                <a:cs typeface="Fira Sans"/>
                <a:sym typeface="Fira Sans"/>
              </a:defRPr>
            </a:lvl9pPr>
          </a:lstStyle>
          <a:p/>
        </p:txBody>
      </p:sp>
      <p:sp>
        <p:nvSpPr>
          <p:cNvPr id="7" name="Google Shape;7;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000000"/>
              </a:buClr>
              <a:buSzPts val="1800"/>
              <a:buFont typeface="Roboto"/>
              <a:buChar char="●"/>
              <a:defRPr b="0" i="0" sz="1800" u="none" cap="none" strike="noStrike">
                <a:solidFill>
                  <a:srgbClr val="000000"/>
                </a:solidFill>
                <a:latin typeface="Roboto"/>
                <a:ea typeface="Roboto"/>
                <a:cs typeface="Roboto"/>
                <a:sym typeface="Roboto"/>
              </a:defRPr>
            </a:lvl1pPr>
            <a:lvl2pPr indent="-317500" lvl="1" marL="9144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2pPr>
            <a:lvl3pPr indent="-317500" lvl="2" marL="13716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3pPr>
            <a:lvl4pPr indent="-317500" lvl="3" marL="18288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4pPr>
            <a:lvl5pPr indent="-317500" lvl="4" marL="22860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5pPr>
            <a:lvl6pPr indent="-317500" lvl="5" marL="27432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6pPr>
            <a:lvl7pPr indent="-317500" lvl="6" marL="32004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7pPr>
            <a:lvl8pPr indent="-317500" lvl="7" marL="36576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8pPr>
            <a:lvl9pPr indent="-317500" lvl="8" marL="4114800" marR="0" rtl="0" algn="l">
              <a:lnSpc>
                <a:spcPct val="115000"/>
              </a:lnSpc>
              <a:spcBef>
                <a:spcPts val="1600"/>
              </a:spcBef>
              <a:spcAft>
                <a:spcPts val="1600"/>
              </a:spcAft>
              <a:buClr>
                <a:srgbClr val="000000"/>
              </a:buClr>
              <a:buSzPts val="1400"/>
              <a:buFont typeface="Roboto"/>
              <a:buChar char="■"/>
              <a:defRPr b="0" i="0" sz="1400" u="none" cap="none" strike="noStrike">
                <a:solidFill>
                  <a:srgbClr val="000000"/>
                </a:solidFill>
                <a:latin typeface="Roboto"/>
                <a:ea typeface="Roboto"/>
                <a:cs typeface="Roboto"/>
                <a:sym typeface="Roboto"/>
              </a:defRPr>
            </a:lvl9pPr>
          </a:lstStyle>
          <a:p/>
        </p:txBody>
      </p:sp>
      <p:sp>
        <p:nvSpPr>
          <p:cNvPr id="8" name="Google Shape;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A4335"/>
          </p15:clr>
        </p15:guide>
        <p15:guide id="2" pos="5472">
          <p15:clr>
            <a:srgbClr val="EA4335"/>
          </p15:clr>
        </p15:guide>
        <p15:guide id="3" orient="horz" pos="259">
          <p15:clr>
            <a:srgbClr val="EA4335"/>
          </p15:clr>
        </p15:guide>
        <p15:guide id="4" orient="horz" pos="2981">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8" name="Shape 48"/>
        <p:cNvGrpSpPr/>
        <p:nvPr/>
      </p:nvGrpSpPr>
      <p:grpSpPr>
        <a:xfrm>
          <a:off x="0" y="0"/>
          <a:ext cx="0" cy="0"/>
          <a:chOff x="0" y="0"/>
          <a:chExt cx="0" cy="0"/>
        </a:xfrm>
      </p:grpSpPr>
      <p:sp>
        <p:nvSpPr>
          <p:cNvPr id="49" name="Google Shape;49;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0" name="Google Shape;50;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1" name="Google Shape;51;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L"/>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ec.europa.eu/eurostat/api/dissemination/statistics/1.0/data/road_eqs_carpda?geo=ES" TargetMode="External"/><Relationship Id="rId4" Type="http://schemas.openxmlformats.org/officeDocument/2006/relationships/hyperlink" Target="https://api.openchargemap.io/v3/poi" TargetMode="External"/><Relationship Id="rId5" Type="http://schemas.openxmlformats.org/officeDocument/2006/relationships/hyperlink" Target="https://www.globalbankingandfinance.com/electriccars-spain-on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p:nvPr/>
        </p:nvSpPr>
        <p:spPr>
          <a:xfrm>
            <a:off x="0" y="3365221"/>
            <a:ext cx="5411221" cy="1778279"/>
          </a:xfrm>
          <a:custGeom>
            <a:rect b="b" l="l" r="r" t="t"/>
            <a:pathLst>
              <a:path extrusionOk="0" h="23537" w="71622">
                <a:moveTo>
                  <a:pt x="53647" y="13704"/>
                </a:moveTo>
                <a:lnTo>
                  <a:pt x="53862" y="13919"/>
                </a:lnTo>
                <a:lnTo>
                  <a:pt x="54108" y="14104"/>
                </a:lnTo>
                <a:lnTo>
                  <a:pt x="54354" y="14257"/>
                </a:lnTo>
                <a:lnTo>
                  <a:pt x="54630" y="14380"/>
                </a:lnTo>
                <a:lnTo>
                  <a:pt x="54907" y="14472"/>
                </a:lnTo>
                <a:lnTo>
                  <a:pt x="55214" y="14564"/>
                </a:lnTo>
                <a:lnTo>
                  <a:pt x="55521" y="14595"/>
                </a:lnTo>
                <a:lnTo>
                  <a:pt x="55829" y="14626"/>
                </a:lnTo>
                <a:lnTo>
                  <a:pt x="55829" y="16224"/>
                </a:lnTo>
                <a:lnTo>
                  <a:pt x="55460" y="16193"/>
                </a:lnTo>
                <a:lnTo>
                  <a:pt x="55153" y="16224"/>
                </a:lnTo>
                <a:lnTo>
                  <a:pt x="54876" y="16285"/>
                </a:lnTo>
                <a:lnTo>
                  <a:pt x="54600" y="16347"/>
                </a:lnTo>
                <a:lnTo>
                  <a:pt x="54385" y="16439"/>
                </a:lnTo>
                <a:lnTo>
                  <a:pt x="54170" y="16562"/>
                </a:lnTo>
                <a:lnTo>
                  <a:pt x="53985" y="16685"/>
                </a:lnTo>
                <a:lnTo>
                  <a:pt x="53801" y="16807"/>
                </a:lnTo>
                <a:lnTo>
                  <a:pt x="53524" y="16685"/>
                </a:lnTo>
                <a:lnTo>
                  <a:pt x="53186" y="16592"/>
                </a:lnTo>
                <a:lnTo>
                  <a:pt x="52787" y="16500"/>
                </a:lnTo>
                <a:lnTo>
                  <a:pt x="52449" y="16469"/>
                </a:lnTo>
                <a:lnTo>
                  <a:pt x="52142" y="16469"/>
                </a:lnTo>
                <a:lnTo>
                  <a:pt x="51834" y="16500"/>
                </a:lnTo>
                <a:lnTo>
                  <a:pt x="51589" y="16562"/>
                </a:lnTo>
                <a:lnTo>
                  <a:pt x="51343" y="16623"/>
                </a:lnTo>
                <a:lnTo>
                  <a:pt x="51128" y="16746"/>
                </a:lnTo>
                <a:lnTo>
                  <a:pt x="50974" y="16869"/>
                </a:lnTo>
                <a:lnTo>
                  <a:pt x="50974" y="15609"/>
                </a:lnTo>
                <a:lnTo>
                  <a:pt x="51404" y="15578"/>
                </a:lnTo>
                <a:lnTo>
                  <a:pt x="51804" y="15486"/>
                </a:lnTo>
                <a:lnTo>
                  <a:pt x="52234" y="15333"/>
                </a:lnTo>
                <a:lnTo>
                  <a:pt x="52603" y="15148"/>
                </a:lnTo>
                <a:lnTo>
                  <a:pt x="52787" y="15025"/>
                </a:lnTo>
                <a:lnTo>
                  <a:pt x="52941" y="14872"/>
                </a:lnTo>
                <a:lnTo>
                  <a:pt x="53094" y="14718"/>
                </a:lnTo>
                <a:lnTo>
                  <a:pt x="53248" y="14564"/>
                </a:lnTo>
                <a:lnTo>
                  <a:pt x="53371" y="14380"/>
                </a:lnTo>
                <a:lnTo>
                  <a:pt x="53463" y="14165"/>
                </a:lnTo>
                <a:lnTo>
                  <a:pt x="53555" y="13950"/>
                </a:lnTo>
                <a:lnTo>
                  <a:pt x="53647" y="13704"/>
                </a:lnTo>
                <a:close/>
                <a:moveTo>
                  <a:pt x="64862" y="9863"/>
                </a:moveTo>
                <a:lnTo>
                  <a:pt x="64985" y="10017"/>
                </a:lnTo>
                <a:lnTo>
                  <a:pt x="65108" y="10109"/>
                </a:lnTo>
                <a:lnTo>
                  <a:pt x="65262" y="10201"/>
                </a:lnTo>
                <a:lnTo>
                  <a:pt x="65446" y="10232"/>
                </a:lnTo>
                <a:lnTo>
                  <a:pt x="65292" y="11891"/>
                </a:lnTo>
                <a:lnTo>
                  <a:pt x="65262" y="12537"/>
                </a:lnTo>
                <a:lnTo>
                  <a:pt x="65231" y="13182"/>
                </a:lnTo>
                <a:lnTo>
                  <a:pt x="65231" y="20925"/>
                </a:lnTo>
                <a:lnTo>
                  <a:pt x="64155" y="20587"/>
                </a:lnTo>
                <a:lnTo>
                  <a:pt x="63019" y="20249"/>
                </a:lnTo>
                <a:lnTo>
                  <a:pt x="61759" y="19880"/>
                </a:lnTo>
                <a:lnTo>
                  <a:pt x="60468" y="19542"/>
                </a:lnTo>
                <a:lnTo>
                  <a:pt x="60499" y="19296"/>
                </a:lnTo>
                <a:lnTo>
                  <a:pt x="60499" y="19020"/>
                </a:lnTo>
                <a:lnTo>
                  <a:pt x="60438" y="18712"/>
                </a:lnTo>
                <a:lnTo>
                  <a:pt x="60407" y="18528"/>
                </a:lnTo>
                <a:lnTo>
                  <a:pt x="60345" y="18374"/>
                </a:lnTo>
                <a:lnTo>
                  <a:pt x="60253" y="18221"/>
                </a:lnTo>
                <a:lnTo>
                  <a:pt x="60130" y="18036"/>
                </a:lnTo>
                <a:lnTo>
                  <a:pt x="59977" y="17883"/>
                </a:lnTo>
                <a:lnTo>
                  <a:pt x="59792" y="17729"/>
                </a:lnTo>
                <a:lnTo>
                  <a:pt x="59608" y="17576"/>
                </a:lnTo>
                <a:lnTo>
                  <a:pt x="59362" y="17453"/>
                </a:lnTo>
                <a:lnTo>
                  <a:pt x="59055" y="17330"/>
                </a:lnTo>
                <a:lnTo>
                  <a:pt x="58748" y="17238"/>
                </a:lnTo>
                <a:lnTo>
                  <a:pt x="58440" y="17176"/>
                </a:lnTo>
                <a:lnTo>
                  <a:pt x="58133" y="17115"/>
                </a:lnTo>
                <a:lnTo>
                  <a:pt x="58010" y="16961"/>
                </a:lnTo>
                <a:lnTo>
                  <a:pt x="57826" y="16838"/>
                </a:lnTo>
                <a:lnTo>
                  <a:pt x="57642" y="16715"/>
                </a:lnTo>
                <a:lnTo>
                  <a:pt x="57426" y="16592"/>
                </a:lnTo>
                <a:lnTo>
                  <a:pt x="57211" y="16469"/>
                </a:lnTo>
                <a:lnTo>
                  <a:pt x="56935" y="16377"/>
                </a:lnTo>
                <a:lnTo>
                  <a:pt x="56628" y="16316"/>
                </a:lnTo>
                <a:lnTo>
                  <a:pt x="56290" y="16254"/>
                </a:lnTo>
                <a:lnTo>
                  <a:pt x="56197" y="16254"/>
                </a:lnTo>
                <a:lnTo>
                  <a:pt x="56197" y="14626"/>
                </a:lnTo>
                <a:lnTo>
                  <a:pt x="56720" y="14564"/>
                </a:lnTo>
                <a:lnTo>
                  <a:pt x="56996" y="14534"/>
                </a:lnTo>
                <a:lnTo>
                  <a:pt x="57242" y="14442"/>
                </a:lnTo>
                <a:lnTo>
                  <a:pt x="57488" y="14349"/>
                </a:lnTo>
                <a:lnTo>
                  <a:pt x="57703" y="14257"/>
                </a:lnTo>
                <a:lnTo>
                  <a:pt x="57918" y="14104"/>
                </a:lnTo>
                <a:lnTo>
                  <a:pt x="58133" y="13950"/>
                </a:lnTo>
                <a:lnTo>
                  <a:pt x="58318" y="13766"/>
                </a:lnTo>
                <a:lnTo>
                  <a:pt x="58502" y="13581"/>
                </a:lnTo>
                <a:lnTo>
                  <a:pt x="58625" y="13335"/>
                </a:lnTo>
                <a:lnTo>
                  <a:pt x="58778" y="13090"/>
                </a:lnTo>
                <a:lnTo>
                  <a:pt x="58871" y="12813"/>
                </a:lnTo>
                <a:lnTo>
                  <a:pt x="58932" y="12506"/>
                </a:lnTo>
                <a:lnTo>
                  <a:pt x="58993" y="12199"/>
                </a:lnTo>
                <a:lnTo>
                  <a:pt x="59024" y="11830"/>
                </a:lnTo>
                <a:lnTo>
                  <a:pt x="59424" y="11768"/>
                </a:lnTo>
                <a:lnTo>
                  <a:pt x="59823" y="11707"/>
                </a:lnTo>
                <a:lnTo>
                  <a:pt x="60223" y="11615"/>
                </a:lnTo>
                <a:lnTo>
                  <a:pt x="60622" y="11492"/>
                </a:lnTo>
                <a:lnTo>
                  <a:pt x="64862" y="9863"/>
                </a:lnTo>
                <a:close/>
                <a:moveTo>
                  <a:pt x="45812" y="0"/>
                </a:moveTo>
                <a:lnTo>
                  <a:pt x="45474" y="400"/>
                </a:lnTo>
                <a:lnTo>
                  <a:pt x="45167" y="830"/>
                </a:lnTo>
                <a:lnTo>
                  <a:pt x="44921" y="1291"/>
                </a:lnTo>
                <a:lnTo>
                  <a:pt x="44737" y="1752"/>
                </a:lnTo>
                <a:lnTo>
                  <a:pt x="43416" y="5500"/>
                </a:lnTo>
                <a:lnTo>
                  <a:pt x="43293" y="5531"/>
                </a:lnTo>
                <a:lnTo>
                  <a:pt x="43139" y="5593"/>
                </a:lnTo>
                <a:lnTo>
                  <a:pt x="43047" y="5654"/>
                </a:lnTo>
                <a:lnTo>
                  <a:pt x="42924" y="5715"/>
                </a:lnTo>
                <a:lnTo>
                  <a:pt x="42832" y="5808"/>
                </a:lnTo>
                <a:lnTo>
                  <a:pt x="42740" y="5931"/>
                </a:lnTo>
                <a:lnTo>
                  <a:pt x="42678" y="6053"/>
                </a:lnTo>
                <a:lnTo>
                  <a:pt x="42647" y="6176"/>
                </a:lnTo>
                <a:lnTo>
                  <a:pt x="38622" y="7682"/>
                </a:lnTo>
                <a:lnTo>
                  <a:pt x="38131" y="7897"/>
                </a:lnTo>
                <a:lnTo>
                  <a:pt x="37701" y="8143"/>
                </a:lnTo>
                <a:lnTo>
                  <a:pt x="37270" y="8450"/>
                </a:lnTo>
                <a:lnTo>
                  <a:pt x="36871" y="8788"/>
                </a:lnTo>
                <a:lnTo>
                  <a:pt x="37393" y="8788"/>
                </a:lnTo>
                <a:lnTo>
                  <a:pt x="37916" y="8727"/>
                </a:lnTo>
                <a:lnTo>
                  <a:pt x="38438" y="8634"/>
                </a:lnTo>
                <a:lnTo>
                  <a:pt x="38930" y="8481"/>
                </a:lnTo>
                <a:lnTo>
                  <a:pt x="42801" y="7006"/>
                </a:lnTo>
                <a:lnTo>
                  <a:pt x="42893" y="7129"/>
                </a:lnTo>
                <a:lnTo>
                  <a:pt x="43016" y="7221"/>
                </a:lnTo>
                <a:lnTo>
                  <a:pt x="43170" y="7282"/>
                </a:lnTo>
                <a:lnTo>
                  <a:pt x="43293" y="7344"/>
                </a:lnTo>
                <a:lnTo>
                  <a:pt x="43170" y="8849"/>
                </a:lnTo>
                <a:lnTo>
                  <a:pt x="43139" y="9433"/>
                </a:lnTo>
                <a:lnTo>
                  <a:pt x="43139" y="10017"/>
                </a:lnTo>
                <a:lnTo>
                  <a:pt x="43139" y="17053"/>
                </a:lnTo>
                <a:lnTo>
                  <a:pt x="40927" y="16961"/>
                </a:lnTo>
                <a:lnTo>
                  <a:pt x="38653" y="16930"/>
                </a:lnTo>
                <a:lnTo>
                  <a:pt x="38622" y="16715"/>
                </a:lnTo>
                <a:lnTo>
                  <a:pt x="38561" y="16439"/>
                </a:lnTo>
                <a:lnTo>
                  <a:pt x="38438" y="16131"/>
                </a:lnTo>
                <a:lnTo>
                  <a:pt x="38346" y="15978"/>
                </a:lnTo>
                <a:lnTo>
                  <a:pt x="38254" y="15824"/>
                </a:lnTo>
                <a:lnTo>
                  <a:pt x="38131" y="15701"/>
                </a:lnTo>
                <a:lnTo>
                  <a:pt x="37977" y="15548"/>
                </a:lnTo>
                <a:lnTo>
                  <a:pt x="37793" y="15425"/>
                </a:lnTo>
                <a:lnTo>
                  <a:pt x="37578" y="15333"/>
                </a:lnTo>
                <a:lnTo>
                  <a:pt x="37332" y="15240"/>
                </a:lnTo>
                <a:lnTo>
                  <a:pt x="37055" y="15179"/>
                </a:lnTo>
                <a:lnTo>
                  <a:pt x="36748" y="15118"/>
                </a:lnTo>
                <a:lnTo>
                  <a:pt x="36410" y="15118"/>
                </a:lnTo>
                <a:lnTo>
                  <a:pt x="35888" y="15148"/>
                </a:lnTo>
                <a:lnTo>
                  <a:pt x="35427" y="15240"/>
                </a:lnTo>
                <a:lnTo>
                  <a:pt x="35120" y="15056"/>
                </a:lnTo>
                <a:lnTo>
                  <a:pt x="34720" y="14902"/>
                </a:lnTo>
                <a:lnTo>
                  <a:pt x="34259" y="14810"/>
                </a:lnTo>
                <a:lnTo>
                  <a:pt x="33737" y="14780"/>
                </a:lnTo>
                <a:lnTo>
                  <a:pt x="33245" y="14780"/>
                </a:lnTo>
                <a:lnTo>
                  <a:pt x="32815" y="14841"/>
                </a:lnTo>
                <a:lnTo>
                  <a:pt x="32416" y="14933"/>
                </a:lnTo>
                <a:lnTo>
                  <a:pt x="32108" y="15056"/>
                </a:lnTo>
                <a:lnTo>
                  <a:pt x="32108" y="12875"/>
                </a:lnTo>
                <a:lnTo>
                  <a:pt x="32600" y="12813"/>
                </a:lnTo>
                <a:lnTo>
                  <a:pt x="32877" y="12752"/>
                </a:lnTo>
                <a:lnTo>
                  <a:pt x="33122" y="12690"/>
                </a:lnTo>
                <a:lnTo>
                  <a:pt x="33368" y="12598"/>
                </a:lnTo>
                <a:lnTo>
                  <a:pt x="33583" y="12475"/>
                </a:lnTo>
                <a:lnTo>
                  <a:pt x="33798" y="12352"/>
                </a:lnTo>
                <a:lnTo>
                  <a:pt x="34013" y="12199"/>
                </a:lnTo>
                <a:lnTo>
                  <a:pt x="34198" y="12014"/>
                </a:lnTo>
                <a:lnTo>
                  <a:pt x="34382" y="11799"/>
                </a:lnTo>
                <a:lnTo>
                  <a:pt x="34536" y="11584"/>
                </a:lnTo>
                <a:lnTo>
                  <a:pt x="34659" y="11308"/>
                </a:lnTo>
                <a:lnTo>
                  <a:pt x="34751" y="11031"/>
                </a:lnTo>
                <a:lnTo>
                  <a:pt x="34843" y="10724"/>
                </a:lnTo>
                <a:lnTo>
                  <a:pt x="34874" y="10416"/>
                </a:lnTo>
                <a:lnTo>
                  <a:pt x="34904" y="10048"/>
                </a:lnTo>
                <a:lnTo>
                  <a:pt x="34874" y="9618"/>
                </a:lnTo>
                <a:lnTo>
                  <a:pt x="34843" y="9126"/>
                </a:lnTo>
                <a:lnTo>
                  <a:pt x="34751" y="8604"/>
                </a:lnTo>
                <a:lnTo>
                  <a:pt x="34628" y="8081"/>
                </a:lnTo>
                <a:lnTo>
                  <a:pt x="34505" y="7498"/>
                </a:lnTo>
                <a:lnTo>
                  <a:pt x="34321" y="6914"/>
                </a:lnTo>
                <a:lnTo>
                  <a:pt x="34136" y="6361"/>
                </a:lnTo>
                <a:lnTo>
                  <a:pt x="33952" y="5808"/>
                </a:lnTo>
                <a:lnTo>
                  <a:pt x="33737" y="5255"/>
                </a:lnTo>
                <a:lnTo>
                  <a:pt x="33491" y="4763"/>
                </a:lnTo>
                <a:lnTo>
                  <a:pt x="33245" y="4302"/>
                </a:lnTo>
                <a:lnTo>
                  <a:pt x="32969" y="3933"/>
                </a:lnTo>
                <a:lnTo>
                  <a:pt x="32723" y="3595"/>
                </a:lnTo>
                <a:lnTo>
                  <a:pt x="32446" y="3350"/>
                </a:lnTo>
                <a:lnTo>
                  <a:pt x="32324" y="3257"/>
                </a:lnTo>
                <a:lnTo>
                  <a:pt x="32170" y="3196"/>
                </a:lnTo>
                <a:lnTo>
                  <a:pt x="32047" y="3165"/>
                </a:lnTo>
                <a:lnTo>
                  <a:pt x="31893" y="3134"/>
                </a:lnTo>
                <a:lnTo>
                  <a:pt x="31770" y="3165"/>
                </a:lnTo>
                <a:lnTo>
                  <a:pt x="31617" y="3196"/>
                </a:lnTo>
                <a:lnTo>
                  <a:pt x="31494" y="3257"/>
                </a:lnTo>
                <a:lnTo>
                  <a:pt x="31340" y="3350"/>
                </a:lnTo>
                <a:lnTo>
                  <a:pt x="31095" y="3595"/>
                </a:lnTo>
                <a:lnTo>
                  <a:pt x="30818" y="3933"/>
                </a:lnTo>
                <a:lnTo>
                  <a:pt x="30572" y="4302"/>
                </a:lnTo>
                <a:lnTo>
                  <a:pt x="30326" y="4763"/>
                </a:lnTo>
                <a:lnTo>
                  <a:pt x="30081" y="5255"/>
                </a:lnTo>
                <a:lnTo>
                  <a:pt x="29865" y="5808"/>
                </a:lnTo>
                <a:lnTo>
                  <a:pt x="29650" y="6361"/>
                </a:lnTo>
                <a:lnTo>
                  <a:pt x="29466" y="6914"/>
                </a:lnTo>
                <a:lnTo>
                  <a:pt x="29312" y="7498"/>
                </a:lnTo>
                <a:lnTo>
                  <a:pt x="29159" y="8081"/>
                </a:lnTo>
                <a:lnTo>
                  <a:pt x="29067" y="8604"/>
                </a:lnTo>
                <a:lnTo>
                  <a:pt x="28974" y="9126"/>
                </a:lnTo>
                <a:lnTo>
                  <a:pt x="28913" y="9618"/>
                </a:lnTo>
                <a:lnTo>
                  <a:pt x="28913" y="10048"/>
                </a:lnTo>
                <a:lnTo>
                  <a:pt x="28913" y="10416"/>
                </a:lnTo>
                <a:lnTo>
                  <a:pt x="28974" y="10724"/>
                </a:lnTo>
                <a:lnTo>
                  <a:pt x="29036" y="11031"/>
                </a:lnTo>
                <a:lnTo>
                  <a:pt x="29159" y="11308"/>
                </a:lnTo>
                <a:lnTo>
                  <a:pt x="29282" y="11584"/>
                </a:lnTo>
                <a:lnTo>
                  <a:pt x="29435" y="11799"/>
                </a:lnTo>
                <a:lnTo>
                  <a:pt x="29589" y="12014"/>
                </a:lnTo>
                <a:lnTo>
                  <a:pt x="29773" y="12199"/>
                </a:lnTo>
                <a:lnTo>
                  <a:pt x="29988" y="12352"/>
                </a:lnTo>
                <a:lnTo>
                  <a:pt x="30203" y="12475"/>
                </a:lnTo>
                <a:lnTo>
                  <a:pt x="30449" y="12598"/>
                </a:lnTo>
                <a:lnTo>
                  <a:pt x="30695" y="12690"/>
                </a:lnTo>
                <a:lnTo>
                  <a:pt x="30941" y="12752"/>
                </a:lnTo>
                <a:lnTo>
                  <a:pt x="31187" y="12813"/>
                </a:lnTo>
                <a:lnTo>
                  <a:pt x="31709" y="12875"/>
                </a:lnTo>
                <a:lnTo>
                  <a:pt x="31709" y="15271"/>
                </a:lnTo>
                <a:lnTo>
                  <a:pt x="31402" y="15548"/>
                </a:lnTo>
                <a:lnTo>
                  <a:pt x="31187" y="15793"/>
                </a:lnTo>
                <a:lnTo>
                  <a:pt x="31002" y="16101"/>
                </a:lnTo>
                <a:lnTo>
                  <a:pt x="30879" y="16377"/>
                </a:lnTo>
                <a:lnTo>
                  <a:pt x="30818" y="16623"/>
                </a:lnTo>
                <a:lnTo>
                  <a:pt x="30757" y="16838"/>
                </a:lnTo>
                <a:lnTo>
                  <a:pt x="30726" y="17145"/>
                </a:lnTo>
                <a:lnTo>
                  <a:pt x="27868" y="17361"/>
                </a:lnTo>
                <a:lnTo>
                  <a:pt x="25195" y="17576"/>
                </a:lnTo>
                <a:lnTo>
                  <a:pt x="25195" y="15671"/>
                </a:lnTo>
                <a:lnTo>
                  <a:pt x="25717" y="15609"/>
                </a:lnTo>
                <a:lnTo>
                  <a:pt x="25963" y="15548"/>
                </a:lnTo>
                <a:lnTo>
                  <a:pt x="26209" y="15486"/>
                </a:lnTo>
                <a:lnTo>
                  <a:pt x="26455" y="15394"/>
                </a:lnTo>
                <a:lnTo>
                  <a:pt x="26701" y="15271"/>
                </a:lnTo>
                <a:lnTo>
                  <a:pt x="26916" y="15148"/>
                </a:lnTo>
                <a:lnTo>
                  <a:pt x="27100" y="14995"/>
                </a:lnTo>
                <a:lnTo>
                  <a:pt x="27315" y="14810"/>
                </a:lnTo>
                <a:lnTo>
                  <a:pt x="27469" y="14595"/>
                </a:lnTo>
                <a:lnTo>
                  <a:pt x="27622" y="14380"/>
                </a:lnTo>
                <a:lnTo>
                  <a:pt x="27745" y="14134"/>
                </a:lnTo>
                <a:lnTo>
                  <a:pt x="27838" y="13858"/>
                </a:lnTo>
                <a:lnTo>
                  <a:pt x="27930" y="13551"/>
                </a:lnTo>
                <a:lnTo>
                  <a:pt x="27991" y="13213"/>
                </a:lnTo>
                <a:lnTo>
                  <a:pt x="27991" y="12844"/>
                </a:lnTo>
                <a:lnTo>
                  <a:pt x="27960" y="12414"/>
                </a:lnTo>
                <a:lnTo>
                  <a:pt x="27930" y="11953"/>
                </a:lnTo>
                <a:lnTo>
                  <a:pt x="27838" y="11430"/>
                </a:lnTo>
                <a:lnTo>
                  <a:pt x="27715" y="10877"/>
                </a:lnTo>
                <a:lnTo>
                  <a:pt x="27592" y="10294"/>
                </a:lnTo>
                <a:lnTo>
                  <a:pt x="27438" y="9741"/>
                </a:lnTo>
                <a:lnTo>
                  <a:pt x="27254" y="9157"/>
                </a:lnTo>
                <a:lnTo>
                  <a:pt x="27039" y="8604"/>
                </a:lnTo>
                <a:lnTo>
                  <a:pt x="26824" y="8051"/>
                </a:lnTo>
                <a:lnTo>
                  <a:pt x="26578" y="7559"/>
                </a:lnTo>
                <a:lnTo>
                  <a:pt x="26332" y="7129"/>
                </a:lnTo>
                <a:lnTo>
                  <a:pt x="26086" y="6729"/>
                </a:lnTo>
                <a:lnTo>
                  <a:pt x="25810" y="6391"/>
                </a:lnTo>
                <a:lnTo>
                  <a:pt x="25533" y="6146"/>
                </a:lnTo>
                <a:lnTo>
                  <a:pt x="25410" y="6053"/>
                </a:lnTo>
                <a:lnTo>
                  <a:pt x="25257" y="5992"/>
                </a:lnTo>
                <a:lnTo>
                  <a:pt x="25134" y="5961"/>
                </a:lnTo>
                <a:lnTo>
                  <a:pt x="24980" y="5931"/>
                </a:lnTo>
                <a:lnTo>
                  <a:pt x="24857" y="5961"/>
                </a:lnTo>
                <a:lnTo>
                  <a:pt x="24734" y="5992"/>
                </a:lnTo>
                <a:lnTo>
                  <a:pt x="24581" y="6053"/>
                </a:lnTo>
                <a:lnTo>
                  <a:pt x="24458" y="6146"/>
                </a:lnTo>
                <a:lnTo>
                  <a:pt x="24181" y="6391"/>
                </a:lnTo>
                <a:lnTo>
                  <a:pt x="23905" y="6729"/>
                </a:lnTo>
                <a:lnTo>
                  <a:pt x="23659" y="7129"/>
                </a:lnTo>
                <a:lnTo>
                  <a:pt x="23413" y="7559"/>
                </a:lnTo>
                <a:lnTo>
                  <a:pt x="23167" y="8051"/>
                </a:lnTo>
                <a:lnTo>
                  <a:pt x="22952" y="8604"/>
                </a:lnTo>
                <a:lnTo>
                  <a:pt x="22737" y="9157"/>
                </a:lnTo>
                <a:lnTo>
                  <a:pt x="22553" y="9741"/>
                </a:lnTo>
                <a:lnTo>
                  <a:pt x="22399" y="10294"/>
                </a:lnTo>
                <a:lnTo>
                  <a:pt x="22245" y="10877"/>
                </a:lnTo>
                <a:lnTo>
                  <a:pt x="22153" y="11430"/>
                </a:lnTo>
                <a:lnTo>
                  <a:pt x="22061" y="11953"/>
                </a:lnTo>
                <a:lnTo>
                  <a:pt x="22000" y="12414"/>
                </a:lnTo>
                <a:lnTo>
                  <a:pt x="22000" y="12844"/>
                </a:lnTo>
                <a:lnTo>
                  <a:pt x="22000" y="13213"/>
                </a:lnTo>
                <a:lnTo>
                  <a:pt x="22061" y="13551"/>
                </a:lnTo>
                <a:lnTo>
                  <a:pt x="22123" y="13858"/>
                </a:lnTo>
                <a:lnTo>
                  <a:pt x="22245" y="14134"/>
                </a:lnTo>
                <a:lnTo>
                  <a:pt x="22368" y="14380"/>
                </a:lnTo>
                <a:lnTo>
                  <a:pt x="22522" y="14595"/>
                </a:lnTo>
                <a:lnTo>
                  <a:pt x="22676" y="14810"/>
                </a:lnTo>
                <a:lnTo>
                  <a:pt x="22891" y="14995"/>
                </a:lnTo>
                <a:lnTo>
                  <a:pt x="23075" y="15148"/>
                </a:lnTo>
                <a:lnTo>
                  <a:pt x="23290" y="15271"/>
                </a:lnTo>
                <a:lnTo>
                  <a:pt x="23536" y="15394"/>
                </a:lnTo>
                <a:lnTo>
                  <a:pt x="23782" y="15486"/>
                </a:lnTo>
                <a:lnTo>
                  <a:pt x="24028" y="15548"/>
                </a:lnTo>
                <a:lnTo>
                  <a:pt x="24273" y="15609"/>
                </a:lnTo>
                <a:lnTo>
                  <a:pt x="24796" y="15671"/>
                </a:lnTo>
                <a:lnTo>
                  <a:pt x="24796" y="17453"/>
                </a:lnTo>
                <a:lnTo>
                  <a:pt x="24673" y="17207"/>
                </a:lnTo>
                <a:lnTo>
                  <a:pt x="24519" y="16961"/>
                </a:lnTo>
                <a:lnTo>
                  <a:pt x="24273" y="16746"/>
                </a:lnTo>
                <a:lnTo>
                  <a:pt x="24028" y="16531"/>
                </a:lnTo>
                <a:lnTo>
                  <a:pt x="23690" y="16377"/>
                </a:lnTo>
                <a:lnTo>
                  <a:pt x="23259" y="16254"/>
                </a:lnTo>
                <a:lnTo>
                  <a:pt x="22799" y="16193"/>
                </a:lnTo>
                <a:lnTo>
                  <a:pt x="22215" y="16193"/>
                </a:lnTo>
                <a:lnTo>
                  <a:pt x="21846" y="16224"/>
                </a:lnTo>
                <a:lnTo>
                  <a:pt x="21508" y="16285"/>
                </a:lnTo>
                <a:lnTo>
                  <a:pt x="21201" y="16347"/>
                </a:lnTo>
                <a:lnTo>
                  <a:pt x="20924" y="16439"/>
                </a:lnTo>
                <a:lnTo>
                  <a:pt x="20678" y="16562"/>
                </a:lnTo>
                <a:lnTo>
                  <a:pt x="20463" y="16685"/>
                </a:lnTo>
                <a:lnTo>
                  <a:pt x="20279" y="16838"/>
                </a:lnTo>
                <a:lnTo>
                  <a:pt x="20095" y="16992"/>
                </a:lnTo>
                <a:lnTo>
                  <a:pt x="19941" y="17145"/>
                </a:lnTo>
                <a:lnTo>
                  <a:pt x="19818" y="17299"/>
                </a:lnTo>
                <a:lnTo>
                  <a:pt x="19634" y="17637"/>
                </a:lnTo>
                <a:lnTo>
                  <a:pt x="19511" y="17975"/>
                </a:lnTo>
                <a:lnTo>
                  <a:pt x="19449" y="18252"/>
                </a:lnTo>
                <a:lnTo>
                  <a:pt x="17452" y="18559"/>
                </a:lnTo>
                <a:lnTo>
                  <a:pt x="17452" y="16408"/>
                </a:lnTo>
                <a:lnTo>
                  <a:pt x="17729" y="16377"/>
                </a:lnTo>
                <a:lnTo>
                  <a:pt x="18005" y="16347"/>
                </a:lnTo>
                <a:lnTo>
                  <a:pt x="18282" y="16285"/>
                </a:lnTo>
                <a:lnTo>
                  <a:pt x="18558" y="16193"/>
                </a:lnTo>
                <a:lnTo>
                  <a:pt x="18835" y="16101"/>
                </a:lnTo>
                <a:lnTo>
                  <a:pt x="19081" y="15978"/>
                </a:lnTo>
                <a:lnTo>
                  <a:pt x="19327" y="15824"/>
                </a:lnTo>
                <a:lnTo>
                  <a:pt x="19542" y="15640"/>
                </a:lnTo>
                <a:lnTo>
                  <a:pt x="19757" y="15456"/>
                </a:lnTo>
                <a:lnTo>
                  <a:pt x="19941" y="15240"/>
                </a:lnTo>
                <a:lnTo>
                  <a:pt x="20095" y="14995"/>
                </a:lnTo>
                <a:lnTo>
                  <a:pt x="20248" y="14718"/>
                </a:lnTo>
                <a:lnTo>
                  <a:pt x="20371" y="14411"/>
                </a:lnTo>
                <a:lnTo>
                  <a:pt x="20433" y="14073"/>
                </a:lnTo>
                <a:lnTo>
                  <a:pt x="20494" y="13704"/>
                </a:lnTo>
                <a:lnTo>
                  <a:pt x="20525" y="13305"/>
                </a:lnTo>
                <a:lnTo>
                  <a:pt x="20494" y="12844"/>
                </a:lnTo>
                <a:lnTo>
                  <a:pt x="20433" y="12321"/>
                </a:lnTo>
                <a:lnTo>
                  <a:pt x="20340" y="11738"/>
                </a:lnTo>
                <a:lnTo>
                  <a:pt x="20218" y="11123"/>
                </a:lnTo>
                <a:lnTo>
                  <a:pt x="20064" y="10509"/>
                </a:lnTo>
                <a:lnTo>
                  <a:pt x="19880" y="9894"/>
                </a:lnTo>
                <a:lnTo>
                  <a:pt x="19695" y="9249"/>
                </a:lnTo>
                <a:lnTo>
                  <a:pt x="19480" y="8634"/>
                </a:lnTo>
                <a:lnTo>
                  <a:pt x="19234" y="8051"/>
                </a:lnTo>
                <a:lnTo>
                  <a:pt x="18958" y="7498"/>
                </a:lnTo>
                <a:lnTo>
                  <a:pt x="18681" y="7006"/>
                </a:lnTo>
                <a:lnTo>
                  <a:pt x="18405" y="6576"/>
                </a:lnTo>
                <a:lnTo>
                  <a:pt x="18128" y="6238"/>
                </a:lnTo>
                <a:lnTo>
                  <a:pt x="17821" y="5961"/>
                </a:lnTo>
                <a:lnTo>
                  <a:pt x="17667" y="5869"/>
                </a:lnTo>
                <a:lnTo>
                  <a:pt x="17514" y="5777"/>
                </a:lnTo>
                <a:lnTo>
                  <a:pt x="17360" y="5746"/>
                </a:lnTo>
                <a:lnTo>
                  <a:pt x="17237" y="5715"/>
                </a:lnTo>
                <a:lnTo>
                  <a:pt x="17084" y="5746"/>
                </a:lnTo>
                <a:lnTo>
                  <a:pt x="16930" y="5777"/>
                </a:lnTo>
                <a:lnTo>
                  <a:pt x="16776" y="5869"/>
                </a:lnTo>
                <a:lnTo>
                  <a:pt x="16623" y="5961"/>
                </a:lnTo>
                <a:lnTo>
                  <a:pt x="16315" y="6238"/>
                </a:lnTo>
                <a:lnTo>
                  <a:pt x="16039" y="6576"/>
                </a:lnTo>
                <a:lnTo>
                  <a:pt x="15762" y="7006"/>
                </a:lnTo>
                <a:lnTo>
                  <a:pt x="15486" y="7498"/>
                </a:lnTo>
                <a:lnTo>
                  <a:pt x="15240" y="8051"/>
                </a:lnTo>
                <a:lnTo>
                  <a:pt x="14994" y="8634"/>
                </a:lnTo>
                <a:lnTo>
                  <a:pt x="14748" y="9249"/>
                </a:lnTo>
                <a:lnTo>
                  <a:pt x="14564" y="9894"/>
                </a:lnTo>
                <a:lnTo>
                  <a:pt x="14380" y="10509"/>
                </a:lnTo>
                <a:lnTo>
                  <a:pt x="14226" y="11123"/>
                </a:lnTo>
                <a:lnTo>
                  <a:pt x="14103" y="11738"/>
                </a:lnTo>
                <a:lnTo>
                  <a:pt x="14011" y="12321"/>
                </a:lnTo>
                <a:lnTo>
                  <a:pt x="13950" y="12844"/>
                </a:lnTo>
                <a:lnTo>
                  <a:pt x="13950" y="13305"/>
                </a:lnTo>
                <a:lnTo>
                  <a:pt x="13950" y="13704"/>
                </a:lnTo>
                <a:lnTo>
                  <a:pt x="14011" y="14073"/>
                </a:lnTo>
                <a:lnTo>
                  <a:pt x="14103" y="14411"/>
                </a:lnTo>
                <a:lnTo>
                  <a:pt x="14195" y="14718"/>
                </a:lnTo>
                <a:lnTo>
                  <a:pt x="14349" y="14995"/>
                </a:lnTo>
                <a:lnTo>
                  <a:pt x="14503" y="15240"/>
                </a:lnTo>
                <a:lnTo>
                  <a:pt x="14687" y="15456"/>
                </a:lnTo>
                <a:lnTo>
                  <a:pt x="14902" y="15640"/>
                </a:lnTo>
                <a:lnTo>
                  <a:pt x="15117" y="15824"/>
                </a:lnTo>
                <a:lnTo>
                  <a:pt x="15363" y="15978"/>
                </a:lnTo>
                <a:lnTo>
                  <a:pt x="15609" y="16101"/>
                </a:lnTo>
                <a:lnTo>
                  <a:pt x="15885" y="16193"/>
                </a:lnTo>
                <a:lnTo>
                  <a:pt x="16162" y="16285"/>
                </a:lnTo>
                <a:lnTo>
                  <a:pt x="16438" y="16347"/>
                </a:lnTo>
                <a:lnTo>
                  <a:pt x="16715" y="16377"/>
                </a:lnTo>
                <a:lnTo>
                  <a:pt x="17022" y="16408"/>
                </a:lnTo>
                <a:lnTo>
                  <a:pt x="17022" y="18313"/>
                </a:lnTo>
                <a:lnTo>
                  <a:pt x="16838" y="18129"/>
                </a:lnTo>
                <a:lnTo>
                  <a:pt x="16653" y="17975"/>
                </a:lnTo>
                <a:lnTo>
                  <a:pt x="16438" y="17821"/>
                </a:lnTo>
                <a:lnTo>
                  <a:pt x="16193" y="17729"/>
                </a:lnTo>
                <a:lnTo>
                  <a:pt x="15885" y="17606"/>
                </a:lnTo>
                <a:lnTo>
                  <a:pt x="15547" y="17545"/>
                </a:lnTo>
                <a:lnTo>
                  <a:pt x="15148" y="17514"/>
                </a:lnTo>
                <a:lnTo>
                  <a:pt x="14718" y="17514"/>
                </a:lnTo>
                <a:lnTo>
                  <a:pt x="14349" y="17545"/>
                </a:lnTo>
                <a:lnTo>
                  <a:pt x="14011" y="17606"/>
                </a:lnTo>
                <a:lnTo>
                  <a:pt x="13704" y="17698"/>
                </a:lnTo>
                <a:lnTo>
                  <a:pt x="13427" y="17791"/>
                </a:lnTo>
                <a:lnTo>
                  <a:pt x="13181" y="17914"/>
                </a:lnTo>
                <a:lnTo>
                  <a:pt x="12966" y="18036"/>
                </a:lnTo>
                <a:lnTo>
                  <a:pt x="12782" y="18190"/>
                </a:lnTo>
                <a:lnTo>
                  <a:pt x="12598" y="18344"/>
                </a:lnTo>
                <a:lnTo>
                  <a:pt x="12444" y="18497"/>
                </a:lnTo>
                <a:lnTo>
                  <a:pt x="12352" y="18651"/>
                </a:lnTo>
                <a:lnTo>
                  <a:pt x="12137" y="18989"/>
                </a:lnTo>
                <a:lnTo>
                  <a:pt x="12014" y="19327"/>
                </a:lnTo>
                <a:lnTo>
                  <a:pt x="11952" y="19603"/>
                </a:lnTo>
                <a:lnTo>
                  <a:pt x="10201" y="20034"/>
                </a:lnTo>
                <a:lnTo>
                  <a:pt x="8603" y="20433"/>
                </a:lnTo>
                <a:lnTo>
                  <a:pt x="8603" y="13520"/>
                </a:lnTo>
                <a:lnTo>
                  <a:pt x="8603" y="12875"/>
                </a:lnTo>
                <a:lnTo>
                  <a:pt x="8573" y="12229"/>
                </a:lnTo>
                <a:lnTo>
                  <a:pt x="8419" y="10601"/>
                </a:lnTo>
                <a:lnTo>
                  <a:pt x="8450" y="10601"/>
                </a:lnTo>
                <a:lnTo>
                  <a:pt x="10754" y="14503"/>
                </a:lnTo>
                <a:lnTo>
                  <a:pt x="11092" y="14964"/>
                </a:lnTo>
                <a:lnTo>
                  <a:pt x="11430" y="15425"/>
                </a:lnTo>
                <a:lnTo>
                  <a:pt x="11860" y="15824"/>
                </a:lnTo>
                <a:lnTo>
                  <a:pt x="12290" y="16162"/>
                </a:lnTo>
                <a:lnTo>
                  <a:pt x="12198" y="15609"/>
                </a:lnTo>
                <a:lnTo>
                  <a:pt x="12045" y="15056"/>
                </a:lnTo>
                <a:lnTo>
                  <a:pt x="11829" y="14534"/>
                </a:lnTo>
                <a:lnTo>
                  <a:pt x="11553" y="14011"/>
                </a:lnTo>
                <a:lnTo>
                  <a:pt x="9126" y="9956"/>
                </a:lnTo>
                <a:lnTo>
                  <a:pt x="9187" y="9771"/>
                </a:lnTo>
                <a:lnTo>
                  <a:pt x="9187" y="9587"/>
                </a:lnTo>
                <a:lnTo>
                  <a:pt x="9187" y="9403"/>
                </a:lnTo>
                <a:lnTo>
                  <a:pt x="9126" y="9218"/>
                </a:lnTo>
                <a:lnTo>
                  <a:pt x="9033" y="9065"/>
                </a:lnTo>
                <a:lnTo>
                  <a:pt x="8941" y="8911"/>
                </a:lnTo>
                <a:lnTo>
                  <a:pt x="10385" y="4763"/>
                </a:lnTo>
                <a:lnTo>
                  <a:pt x="10539" y="4241"/>
                </a:lnTo>
                <a:lnTo>
                  <a:pt x="10631" y="3657"/>
                </a:lnTo>
                <a:lnTo>
                  <a:pt x="10693" y="3104"/>
                </a:lnTo>
                <a:lnTo>
                  <a:pt x="10662" y="2520"/>
                </a:lnTo>
                <a:lnTo>
                  <a:pt x="10293" y="2950"/>
                </a:lnTo>
                <a:lnTo>
                  <a:pt x="9986" y="3442"/>
                </a:lnTo>
                <a:lnTo>
                  <a:pt x="9709" y="3933"/>
                </a:lnTo>
                <a:lnTo>
                  <a:pt x="9494" y="4456"/>
                </a:lnTo>
                <a:lnTo>
                  <a:pt x="8050" y="8573"/>
                </a:lnTo>
                <a:lnTo>
                  <a:pt x="7927" y="8604"/>
                </a:lnTo>
                <a:lnTo>
                  <a:pt x="7774" y="8665"/>
                </a:lnTo>
                <a:lnTo>
                  <a:pt x="7651" y="8727"/>
                </a:lnTo>
                <a:lnTo>
                  <a:pt x="7528" y="8819"/>
                </a:lnTo>
                <a:lnTo>
                  <a:pt x="7405" y="8911"/>
                </a:lnTo>
                <a:lnTo>
                  <a:pt x="7343" y="9034"/>
                </a:lnTo>
                <a:lnTo>
                  <a:pt x="7251" y="9157"/>
                </a:lnTo>
                <a:lnTo>
                  <a:pt x="7190" y="9310"/>
                </a:lnTo>
                <a:lnTo>
                  <a:pt x="2796" y="10970"/>
                </a:lnTo>
                <a:lnTo>
                  <a:pt x="2274" y="11185"/>
                </a:lnTo>
                <a:lnTo>
                  <a:pt x="1782" y="11461"/>
                </a:lnTo>
                <a:lnTo>
                  <a:pt x="1321" y="11799"/>
                </a:lnTo>
                <a:lnTo>
                  <a:pt x="891" y="12168"/>
                </a:lnTo>
                <a:lnTo>
                  <a:pt x="1475" y="12168"/>
                </a:lnTo>
                <a:lnTo>
                  <a:pt x="2028" y="12106"/>
                </a:lnTo>
                <a:lnTo>
                  <a:pt x="2581" y="11983"/>
                </a:lnTo>
                <a:lnTo>
                  <a:pt x="3134" y="11830"/>
                </a:lnTo>
                <a:lnTo>
                  <a:pt x="7374" y="10232"/>
                </a:lnTo>
                <a:lnTo>
                  <a:pt x="7497" y="10355"/>
                </a:lnTo>
                <a:lnTo>
                  <a:pt x="7620" y="10447"/>
                </a:lnTo>
                <a:lnTo>
                  <a:pt x="7774" y="10539"/>
                </a:lnTo>
                <a:lnTo>
                  <a:pt x="7927" y="10601"/>
                </a:lnTo>
                <a:lnTo>
                  <a:pt x="7804" y="12229"/>
                </a:lnTo>
                <a:lnTo>
                  <a:pt x="7743" y="12875"/>
                </a:lnTo>
                <a:lnTo>
                  <a:pt x="7743" y="13520"/>
                </a:lnTo>
                <a:lnTo>
                  <a:pt x="7743" y="20679"/>
                </a:lnTo>
                <a:lnTo>
                  <a:pt x="5899" y="21232"/>
                </a:lnTo>
                <a:lnTo>
                  <a:pt x="4302" y="21754"/>
                </a:lnTo>
                <a:lnTo>
                  <a:pt x="2950" y="22246"/>
                </a:lnTo>
                <a:lnTo>
                  <a:pt x="1874" y="22676"/>
                </a:lnTo>
                <a:lnTo>
                  <a:pt x="1045" y="23045"/>
                </a:lnTo>
                <a:lnTo>
                  <a:pt x="461" y="23321"/>
                </a:lnTo>
                <a:lnTo>
                  <a:pt x="0" y="23536"/>
                </a:lnTo>
                <a:lnTo>
                  <a:pt x="71622" y="23536"/>
                </a:lnTo>
                <a:lnTo>
                  <a:pt x="71284" y="23352"/>
                </a:lnTo>
                <a:lnTo>
                  <a:pt x="70239" y="22860"/>
                </a:lnTo>
                <a:lnTo>
                  <a:pt x="69471" y="22522"/>
                </a:lnTo>
                <a:lnTo>
                  <a:pt x="68518" y="22123"/>
                </a:lnTo>
                <a:lnTo>
                  <a:pt x="67382" y="21693"/>
                </a:lnTo>
                <a:lnTo>
                  <a:pt x="66122" y="21232"/>
                </a:lnTo>
                <a:lnTo>
                  <a:pt x="66122" y="13182"/>
                </a:lnTo>
                <a:lnTo>
                  <a:pt x="66091" y="12537"/>
                </a:lnTo>
                <a:lnTo>
                  <a:pt x="66060" y="11891"/>
                </a:lnTo>
                <a:lnTo>
                  <a:pt x="65907" y="10232"/>
                </a:lnTo>
                <a:lnTo>
                  <a:pt x="65938" y="10232"/>
                </a:lnTo>
                <a:lnTo>
                  <a:pt x="68242" y="14165"/>
                </a:lnTo>
                <a:lnTo>
                  <a:pt x="68580" y="14626"/>
                </a:lnTo>
                <a:lnTo>
                  <a:pt x="68949" y="15056"/>
                </a:lnTo>
                <a:lnTo>
                  <a:pt x="69348" y="15456"/>
                </a:lnTo>
                <a:lnTo>
                  <a:pt x="69778" y="15824"/>
                </a:lnTo>
                <a:lnTo>
                  <a:pt x="69686" y="15271"/>
                </a:lnTo>
                <a:lnTo>
                  <a:pt x="69532" y="14718"/>
                </a:lnTo>
                <a:lnTo>
                  <a:pt x="69317" y="14196"/>
                </a:lnTo>
                <a:lnTo>
                  <a:pt x="69041" y="13673"/>
                </a:lnTo>
                <a:lnTo>
                  <a:pt x="66644" y="9618"/>
                </a:lnTo>
                <a:lnTo>
                  <a:pt x="66675" y="9433"/>
                </a:lnTo>
                <a:lnTo>
                  <a:pt x="66706" y="9249"/>
                </a:lnTo>
                <a:lnTo>
                  <a:pt x="66675" y="9065"/>
                </a:lnTo>
                <a:lnTo>
                  <a:pt x="66613" y="8880"/>
                </a:lnTo>
                <a:lnTo>
                  <a:pt x="66521" y="8696"/>
                </a:lnTo>
                <a:lnTo>
                  <a:pt x="66429" y="8573"/>
                </a:lnTo>
                <a:lnTo>
                  <a:pt x="67873" y="4425"/>
                </a:lnTo>
                <a:lnTo>
                  <a:pt x="68027" y="3872"/>
                </a:lnTo>
                <a:lnTo>
                  <a:pt x="68119" y="3319"/>
                </a:lnTo>
                <a:lnTo>
                  <a:pt x="68180" y="2735"/>
                </a:lnTo>
                <a:lnTo>
                  <a:pt x="68180" y="2182"/>
                </a:lnTo>
                <a:lnTo>
                  <a:pt x="67812" y="2612"/>
                </a:lnTo>
                <a:lnTo>
                  <a:pt x="67474" y="3104"/>
                </a:lnTo>
                <a:lnTo>
                  <a:pt x="67197" y="3595"/>
                </a:lnTo>
                <a:lnTo>
                  <a:pt x="66982" y="4118"/>
                </a:lnTo>
                <a:lnTo>
                  <a:pt x="65569" y="8235"/>
                </a:lnTo>
                <a:lnTo>
                  <a:pt x="65415" y="8266"/>
                </a:lnTo>
                <a:lnTo>
                  <a:pt x="65262" y="8327"/>
                </a:lnTo>
                <a:lnTo>
                  <a:pt x="65139" y="8389"/>
                </a:lnTo>
                <a:lnTo>
                  <a:pt x="65016" y="8481"/>
                </a:lnTo>
                <a:lnTo>
                  <a:pt x="64924" y="8573"/>
                </a:lnTo>
                <a:lnTo>
                  <a:pt x="64831" y="8696"/>
                </a:lnTo>
                <a:lnTo>
                  <a:pt x="64739" y="8819"/>
                </a:lnTo>
                <a:lnTo>
                  <a:pt x="64708" y="8942"/>
                </a:lnTo>
                <a:lnTo>
                  <a:pt x="60284" y="10601"/>
                </a:lnTo>
                <a:lnTo>
                  <a:pt x="59946" y="10754"/>
                </a:lnTo>
                <a:lnTo>
                  <a:pt x="59608" y="10908"/>
                </a:lnTo>
                <a:lnTo>
                  <a:pt x="59301" y="11123"/>
                </a:lnTo>
                <a:lnTo>
                  <a:pt x="58993" y="11308"/>
                </a:lnTo>
                <a:lnTo>
                  <a:pt x="58932" y="10877"/>
                </a:lnTo>
                <a:lnTo>
                  <a:pt x="58871" y="10386"/>
                </a:lnTo>
                <a:lnTo>
                  <a:pt x="58748" y="9894"/>
                </a:lnTo>
                <a:lnTo>
                  <a:pt x="58625" y="9341"/>
                </a:lnTo>
                <a:lnTo>
                  <a:pt x="58471" y="8819"/>
                </a:lnTo>
                <a:lnTo>
                  <a:pt x="58318" y="8296"/>
                </a:lnTo>
                <a:lnTo>
                  <a:pt x="58133" y="7774"/>
                </a:lnTo>
                <a:lnTo>
                  <a:pt x="57949" y="7252"/>
                </a:lnTo>
                <a:lnTo>
                  <a:pt x="57734" y="6791"/>
                </a:lnTo>
                <a:lnTo>
                  <a:pt x="57488" y="6330"/>
                </a:lnTo>
                <a:lnTo>
                  <a:pt x="57273" y="5931"/>
                </a:lnTo>
                <a:lnTo>
                  <a:pt x="57027" y="5593"/>
                </a:lnTo>
                <a:lnTo>
                  <a:pt x="56781" y="5316"/>
                </a:lnTo>
                <a:lnTo>
                  <a:pt x="56535" y="5101"/>
                </a:lnTo>
                <a:lnTo>
                  <a:pt x="56382" y="5009"/>
                </a:lnTo>
                <a:lnTo>
                  <a:pt x="56259" y="4947"/>
                </a:lnTo>
                <a:lnTo>
                  <a:pt x="56136" y="4917"/>
                </a:lnTo>
                <a:lnTo>
                  <a:pt x="56013" y="4917"/>
                </a:lnTo>
                <a:lnTo>
                  <a:pt x="55798" y="4947"/>
                </a:lnTo>
                <a:lnTo>
                  <a:pt x="55614" y="5039"/>
                </a:lnTo>
                <a:lnTo>
                  <a:pt x="55399" y="5162"/>
                </a:lnTo>
                <a:lnTo>
                  <a:pt x="55183" y="5377"/>
                </a:lnTo>
                <a:lnTo>
                  <a:pt x="54999" y="5623"/>
                </a:lnTo>
                <a:lnTo>
                  <a:pt x="54784" y="5900"/>
                </a:lnTo>
                <a:lnTo>
                  <a:pt x="54600" y="6207"/>
                </a:lnTo>
                <a:lnTo>
                  <a:pt x="54415" y="6545"/>
                </a:lnTo>
                <a:lnTo>
                  <a:pt x="54077" y="7344"/>
                </a:lnTo>
                <a:lnTo>
                  <a:pt x="53739" y="8173"/>
                </a:lnTo>
                <a:lnTo>
                  <a:pt x="53494" y="9034"/>
                </a:lnTo>
                <a:lnTo>
                  <a:pt x="53278" y="9894"/>
                </a:lnTo>
                <a:lnTo>
                  <a:pt x="53033" y="9157"/>
                </a:lnTo>
                <a:lnTo>
                  <a:pt x="52756" y="8419"/>
                </a:lnTo>
                <a:lnTo>
                  <a:pt x="52480" y="7743"/>
                </a:lnTo>
                <a:lnTo>
                  <a:pt x="52142" y="7129"/>
                </a:lnTo>
                <a:lnTo>
                  <a:pt x="51834" y="6637"/>
                </a:lnTo>
                <a:lnTo>
                  <a:pt x="51650" y="6422"/>
                </a:lnTo>
                <a:lnTo>
                  <a:pt x="51466" y="6238"/>
                </a:lnTo>
                <a:lnTo>
                  <a:pt x="51312" y="6084"/>
                </a:lnTo>
                <a:lnTo>
                  <a:pt x="51128" y="5961"/>
                </a:lnTo>
                <a:lnTo>
                  <a:pt x="50943" y="5900"/>
                </a:lnTo>
                <a:lnTo>
                  <a:pt x="50759" y="5869"/>
                </a:lnTo>
                <a:lnTo>
                  <a:pt x="50636" y="5900"/>
                </a:lnTo>
                <a:lnTo>
                  <a:pt x="50482" y="5931"/>
                </a:lnTo>
                <a:lnTo>
                  <a:pt x="50360" y="5992"/>
                </a:lnTo>
                <a:lnTo>
                  <a:pt x="50206" y="6084"/>
                </a:lnTo>
                <a:lnTo>
                  <a:pt x="49960" y="6330"/>
                </a:lnTo>
                <a:lnTo>
                  <a:pt x="49684" y="6668"/>
                </a:lnTo>
                <a:lnTo>
                  <a:pt x="49438" y="7067"/>
                </a:lnTo>
                <a:lnTo>
                  <a:pt x="49192" y="7498"/>
                </a:lnTo>
                <a:lnTo>
                  <a:pt x="48946" y="7989"/>
                </a:lnTo>
                <a:lnTo>
                  <a:pt x="48731" y="8542"/>
                </a:lnTo>
                <a:lnTo>
                  <a:pt x="48516" y="9095"/>
                </a:lnTo>
                <a:lnTo>
                  <a:pt x="48332" y="9679"/>
                </a:lnTo>
                <a:lnTo>
                  <a:pt x="48178" y="10232"/>
                </a:lnTo>
                <a:lnTo>
                  <a:pt x="48024" y="10816"/>
                </a:lnTo>
                <a:lnTo>
                  <a:pt x="47932" y="11369"/>
                </a:lnTo>
                <a:lnTo>
                  <a:pt x="47840" y="11891"/>
                </a:lnTo>
                <a:lnTo>
                  <a:pt x="47779" y="12352"/>
                </a:lnTo>
                <a:lnTo>
                  <a:pt x="47779" y="12782"/>
                </a:lnTo>
                <a:lnTo>
                  <a:pt x="47779" y="13151"/>
                </a:lnTo>
                <a:lnTo>
                  <a:pt x="47840" y="13489"/>
                </a:lnTo>
                <a:lnTo>
                  <a:pt x="47901" y="13796"/>
                </a:lnTo>
                <a:lnTo>
                  <a:pt x="48024" y="14073"/>
                </a:lnTo>
                <a:lnTo>
                  <a:pt x="48147" y="14319"/>
                </a:lnTo>
                <a:lnTo>
                  <a:pt x="48301" y="14534"/>
                </a:lnTo>
                <a:lnTo>
                  <a:pt x="48455" y="14749"/>
                </a:lnTo>
                <a:lnTo>
                  <a:pt x="48639" y="14933"/>
                </a:lnTo>
                <a:lnTo>
                  <a:pt x="48854" y="15087"/>
                </a:lnTo>
                <a:lnTo>
                  <a:pt x="49069" y="15210"/>
                </a:lnTo>
                <a:lnTo>
                  <a:pt x="49315" y="15333"/>
                </a:lnTo>
                <a:lnTo>
                  <a:pt x="49561" y="15425"/>
                </a:lnTo>
                <a:lnTo>
                  <a:pt x="49806" y="15486"/>
                </a:lnTo>
                <a:lnTo>
                  <a:pt x="50052" y="15548"/>
                </a:lnTo>
                <a:lnTo>
                  <a:pt x="50575" y="15609"/>
                </a:lnTo>
                <a:lnTo>
                  <a:pt x="50575" y="17268"/>
                </a:lnTo>
                <a:lnTo>
                  <a:pt x="50421" y="17483"/>
                </a:lnTo>
                <a:lnTo>
                  <a:pt x="50329" y="17668"/>
                </a:lnTo>
                <a:lnTo>
                  <a:pt x="48793" y="17483"/>
                </a:lnTo>
                <a:lnTo>
                  <a:pt x="47226" y="17330"/>
                </a:lnTo>
                <a:lnTo>
                  <a:pt x="45597" y="17207"/>
                </a:lnTo>
                <a:lnTo>
                  <a:pt x="43938" y="17084"/>
                </a:lnTo>
                <a:lnTo>
                  <a:pt x="43938" y="10017"/>
                </a:lnTo>
                <a:lnTo>
                  <a:pt x="43907" y="9433"/>
                </a:lnTo>
                <a:lnTo>
                  <a:pt x="43876" y="8849"/>
                </a:lnTo>
                <a:lnTo>
                  <a:pt x="43754" y="7344"/>
                </a:lnTo>
                <a:lnTo>
                  <a:pt x="45874" y="10908"/>
                </a:lnTo>
                <a:lnTo>
                  <a:pt x="46181" y="11338"/>
                </a:lnTo>
                <a:lnTo>
                  <a:pt x="46488" y="11738"/>
                </a:lnTo>
                <a:lnTo>
                  <a:pt x="46888" y="12106"/>
                </a:lnTo>
                <a:lnTo>
                  <a:pt x="47287" y="12444"/>
                </a:lnTo>
                <a:lnTo>
                  <a:pt x="47287" y="12444"/>
                </a:lnTo>
                <a:lnTo>
                  <a:pt x="47195" y="11922"/>
                </a:lnTo>
                <a:lnTo>
                  <a:pt x="47041" y="11430"/>
                </a:lnTo>
                <a:lnTo>
                  <a:pt x="46857" y="10939"/>
                </a:lnTo>
                <a:lnTo>
                  <a:pt x="46611" y="10478"/>
                </a:lnTo>
                <a:lnTo>
                  <a:pt x="44399" y="6760"/>
                </a:lnTo>
                <a:lnTo>
                  <a:pt x="44429" y="6606"/>
                </a:lnTo>
                <a:lnTo>
                  <a:pt x="44460" y="6453"/>
                </a:lnTo>
                <a:lnTo>
                  <a:pt x="44429" y="6268"/>
                </a:lnTo>
                <a:lnTo>
                  <a:pt x="44399" y="6084"/>
                </a:lnTo>
                <a:lnTo>
                  <a:pt x="44307" y="5931"/>
                </a:lnTo>
                <a:lnTo>
                  <a:pt x="44214" y="5808"/>
                </a:lnTo>
                <a:lnTo>
                  <a:pt x="45536" y="2028"/>
                </a:lnTo>
                <a:lnTo>
                  <a:pt x="45689" y="1537"/>
                </a:lnTo>
                <a:lnTo>
                  <a:pt x="45781" y="1014"/>
                </a:lnTo>
                <a:lnTo>
                  <a:pt x="45812" y="523"/>
                </a:lnTo>
                <a:lnTo>
                  <a:pt x="45812" y="0"/>
                </a:lnTo>
                <a:close/>
              </a:path>
            </a:pathLst>
          </a:cu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8" name="Google Shape;98;p1"/>
          <p:cNvGrpSpPr/>
          <p:nvPr/>
        </p:nvGrpSpPr>
        <p:grpSpPr>
          <a:xfrm>
            <a:off x="1296421" y="1446747"/>
            <a:ext cx="8229600" cy="795403"/>
            <a:chOff x="1144566" y="1728591"/>
            <a:chExt cx="8229600" cy="795403"/>
          </a:xfrm>
        </p:grpSpPr>
        <p:sp>
          <p:nvSpPr>
            <p:cNvPr id="99" name="Google Shape;99;p1"/>
            <p:cNvSpPr/>
            <p:nvPr/>
          </p:nvSpPr>
          <p:spPr>
            <a:xfrm>
              <a:off x="1280152" y="1728591"/>
              <a:ext cx="7610198" cy="795403"/>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
            <p:cNvSpPr txBox="1"/>
            <p:nvPr/>
          </p:nvSpPr>
          <p:spPr>
            <a:xfrm>
              <a:off x="1144566" y="1764286"/>
              <a:ext cx="8229600" cy="48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Fira Sans"/>
                <a:buNone/>
              </a:pPr>
              <a:r>
                <a:rPr b="1" i="0" lang="en-NL" sz="3600" u="none" cap="none" strike="noStrike">
                  <a:solidFill>
                    <a:schemeClr val="dk1"/>
                  </a:solidFill>
                  <a:latin typeface="Fira Sans"/>
                  <a:ea typeface="Fira Sans"/>
                  <a:cs typeface="Fira Sans"/>
                  <a:sym typeface="Fira Sans"/>
                </a:rPr>
                <a:t>Module 1 Project : Team API - Key</a:t>
              </a:r>
              <a:endParaRPr/>
            </a:p>
          </p:txBody>
        </p:sp>
      </p:grpSp>
      <p:sp>
        <p:nvSpPr>
          <p:cNvPr id="101" name="Google Shape;101;p1"/>
          <p:cNvSpPr txBox="1"/>
          <p:nvPr/>
        </p:nvSpPr>
        <p:spPr>
          <a:xfrm>
            <a:off x="6744322" y="3181011"/>
            <a:ext cx="1689900" cy="1666562"/>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i="1" lang="en-NL" sz="1400" u="sng" cap="none" strike="noStrike">
                <a:solidFill>
                  <a:srgbClr val="000000"/>
                </a:solidFill>
                <a:latin typeface="Roboto"/>
                <a:ea typeface="Roboto"/>
                <a:cs typeface="Roboto"/>
                <a:sym typeface="Roboto"/>
              </a:rPr>
              <a:t>Presented by:</a:t>
            </a:r>
            <a:endParaRPr/>
          </a:p>
          <a:p>
            <a:pPr indent="0" lvl="0" marL="0" marR="0" rtl="0" algn="l">
              <a:lnSpc>
                <a:spcPct val="115000"/>
              </a:lnSpc>
              <a:spcBef>
                <a:spcPts val="0"/>
              </a:spcBef>
              <a:spcAft>
                <a:spcPts val="0"/>
              </a:spcAft>
              <a:buNone/>
            </a:pPr>
            <a:r>
              <a:rPr b="0" i="0" lang="en-NL" sz="1400" u="none" cap="none" strike="noStrike">
                <a:solidFill>
                  <a:srgbClr val="000000"/>
                </a:solidFill>
                <a:latin typeface="Roboto"/>
                <a:ea typeface="Roboto"/>
                <a:cs typeface="Roboto"/>
                <a:sym typeface="Roboto"/>
              </a:rPr>
              <a:t>Jeronimo Cagliero</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None/>
            </a:pPr>
            <a:r>
              <a:rPr b="0" i="0" lang="en-NL" sz="1400" u="none" cap="none" strike="noStrike">
                <a:solidFill>
                  <a:srgbClr val="000000"/>
                </a:solidFill>
                <a:latin typeface="Roboto"/>
                <a:ea typeface="Roboto"/>
                <a:cs typeface="Roboto"/>
                <a:sym typeface="Roboto"/>
              </a:rPr>
              <a:t>Malika Baguari</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None/>
            </a:pPr>
            <a:r>
              <a:rPr b="0" i="0" lang="en-NL" sz="1400" u="none" cap="none" strike="noStrike">
                <a:solidFill>
                  <a:srgbClr val="000000"/>
                </a:solidFill>
                <a:latin typeface="Roboto"/>
                <a:ea typeface="Roboto"/>
                <a:cs typeface="Roboto"/>
                <a:sym typeface="Roboto"/>
              </a:rPr>
              <a:t>Matteo Grossi</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None/>
            </a:pPr>
            <a:r>
              <a:rPr b="0" i="0" lang="en-NL" sz="1400" u="none" cap="none" strike="noStrike">
                <a:solidFill>
                  <a:srgbClr val="000000"/>
                </a:solidFill>
                <a:latin typeface="Roboto"/>
                <a:ea typeface="Roboto"/>
                <a:cs typeface="Roboto"/>
                <a:sym typeface="Roboto"/>
              </a:rPr>
              <a:t>Winifred Paul</a:t>
            </a:r>
            <a:endParaRPr b="0" i="0" sz="1400" u="none" cap="none" strike="noStrike">
              <a:solidFill>
                <a:srgbClr val="000000"/>
              </a:solidFill>
              <a:latin typeface="Roboto"/>
              <a:ea typeface="Roboto"/>
              <a:cs typeface="Roboto"/>
              <a:sym typeface="Roboto"/>
            </a:endParaRPr>
          </a:p>
        </p:txBody>
      </p:sp>
      <p:grpSp>
        <p:nvGrpSpPr>
          <p:cNvPr id="102" name="Google Shape;102;p1"/>
          <p:cNvGrpSpPr/>
          <p:nvPr/>
        </p:nvGrpSpPr>
        <p:grpSpPr>
          <a:xfrm>
            <a:off x="1837367" y="3926910"/>
            <a:ext cx="2162338" cy="1288615"/>
            <a:chOff x="1197769" y="3276179"/>
            <a:chExt cx="2753223" cy="1867321"/>
          </a:xfrm>
        </p:grpSpPr>
        <p:sp>
          <p:nvSpPr>
            <p:cNvPr id="103" name="Google Shape;103;p1"/>
            <p:cNvSpPr/>
            <p:nvPr/>
          </p:nvSpPr>
          <p:spPr>
            <a:xfrm>
              <a:off x="1217924" y="3844804"/>
              <a:ext cx="2681960" cy="961283"/>
            </a:xfrm>
            <a:custGeom>
              <a:rect b="b" l="l" r="r" t="t"/>
              <a:pathLst>
                <a:path extrusionOk="0" h="21986" w="61344">
                  <a:moveTo>
                    <a:pt x="22447" y="1"/>
                  </a:moveTo>
                  <a:lnTo>
                    <a:pt x="20787" y="93"/>
                  </a:lnTo>
                  <a:lnTo>
                    <a:pt x="19065" y="216"/>
                  </a:lnTo>
                  <a:lnTo>
                    <a:pt x="18173" y="339"/>
                  </a:lnTo>
                  <a:lnTo>
                    <a:pt x="17281" y="431"/>
                  </a:lnTo>
                  <a:lnTo>
                    <a:pt x="16390" y="585"/>
                  </a:lnTo>
                  <a:lnTo>
                    <a:pt x="15498" y="739"/>
                  </a:lnTo>
                  <a:lnTo>
                    <a:pt x="14576" y="923"/>
                  </a:lnTo>
                  <a:lnTo>
                    <a:pt x="13622" y="1138"/>
                  </a:lnTo>
                  <a:lnTo>
                    <a:pt x="12700" y="1354"/>
                  </a:lnTo>
                  <a:lnTo>
                    <a:pt x="11747" y="1630"/>
                  </a:lnTo>
                  <a:lnTo>
                    <a:pt x="10824" y="1907"/>
                  </a:lnTo>
                  <a:lnTo>
                    <a:pt x="9871" y="2215"/>
                  </a:lnTo>
                  <a:lnTo>
                    <a:pt x="9441" y="2368"/>
                  </a:lnTo>
                  <a:lnTo>
                    <a:pt x="9010" y="2522"/>
                  </a:lnTo>
                  <a:lnTo>
                    <a:pt x="8610" y="2737"/>
                  </a:lnTo>
                  <a:lnTo>
                    <a:pt x="8211" y="2922"/>
                  </a:lnTo>
                  <a:lnTo>
                    <a:pt x="7811" y="3137"/>
                  </a:lnTo>
                  <a:lnTo>
                    <a:pt x="7442" y="3383"/>
                  </a:lnTo>
                  <a:lnTo>
                    <a:pt x="7073" y="3629"/>
                  </a:lnTo>
                  <a:lnTo>
                    <a:pt x="6704" y="3906"/>
                  </a:lnTo>
                  <a:lnTo>
                    <a:pt x="6366" y="4182"/>
                  </a:lnTo>
                  <a:lnTo>
                    <a:pt x="6028" y="4490"/>
                  </a:lnTo>
                  <a:lnTo>
                    <a:pt x="5720" y="4797"/>
                  </a:lnTo>
                  <a:lnTo>
                    <a:pt x="5413" y="5105"/>
                  </a:lnTo>
                  <a:lnTo>
                    <a:pt x="5105" y="5443"/>
                  </a:lnTo>
                  <a:lnTo>
                    <a:pt x="4828" y="5812"/>
                  </a:lnTo>
                  <a:lnTo>
                    <a:pt x="4552" y="6181"/>
                  </a:lnTo>
                  <a:lnTo>
                    <a:pt x="4306" y="6550"/>
                  </a:lnTo>
                  <a:lnTo>
                    <a:pt x="1077" y="11562"/>
                  </a:lnTo>
                  <a:lnTo>
                    <a:pt x="770" y="12054"/>
                  </a:lnTo>
                  <a:lnTo>
                    <a:pt x="524" y="12607"/>
                  </a:lnTo>
                  <a:lnTo>
                    <a:pt x="1" y="16697"/>
                  </a:lnTo>
                  <a:lnTo>
                    <a:pt x="1" y="18296"/>
                  </a:lnTo>
                  <a:lnTo>
                    <a:pt x="32" y="18757"/>
                  </a:lnTo>
                  <a:lnTo>
                    <a:pt x="62" y="19188"/>
                  </a:lnTo>
                  <a:lnTo>
                    <a:pt x="155" y="19618"/>
                  </a:lnTo>
                  <a:lnTo>
                    <a:pt x="247" y="20049"/>
                  </a:lnTo>
                  <a:lnTo>
                    <a:pt x="677" y="21986"/>
                  </a:lnTo>
                  <a:lnTo>
                    <a:pt x="61344" y="21986"/>
                  </a:lnTo>
                  <a:lnTo>
                    <a:pt x="61344" y="17927"/>
                  </a:lnTo>
                  <a:lnTo>
                    <a:pt x="61313" y="17650"/>
                  </a:lnTo>
                  <a:lnTo>
                    <a:pt x="58699" y="17650"/>
                  </a:lnTo>
                  <a:lnTo>
                    <a:pt x="58361" y="17619"/>
                  </a:lnTo>
                  <a:lnTo>
                    <a:pt x="58023" y="17527"/>
                  </a:lnTo>
                  <a:lnTo>
                    <a:pt x="57746" y="17373"/>
                  </a:lnTo>
                  <a:lnTo>
                    <a:pt x="57500" y="17158"/>
                  </a:lnTo>
                  <a:lnTo>
                    <a:pt x="57285" y="16912"/>
                  </a:lnTo>
                  <a:lnTo>
                    <a:pt x="57131" y="16636"/>
                  </a:lnTo>
                  <a:lnTo>
                    <a:pt x="57039" y="16328"/>
                  </a:lnTo>
                  <a:lnTo>
                    <a:pt x="57008" y="15990"/>
                  </a:lnTo>
                  <a:lnTo>
                    <a:pt x="57008" y="13161"/>
                  </a:lnTo>
                  <a:lnTo>
                    <a:pt x="57039" y="12884"/>
                  </a:lnTo>
                  <a:lnTo>
                    <a:pt x="57100" y="12607"/>
                  </a:lnTo>
                  <a:lnTo>
                    <a:pt x="56977" y="12577"/>
                  </a:lnTo>
                  <a:lnTo>
                    <a:pt x="47568" y="10670"/>
                  </a:lnTo>
                  <a:lnTo>
                    <a:pt x="47076" y="10547"/>
                  </a:lnTo>
                  <a:lnTo>
                    <a:pt x="46646" y="10363"/>
                  </a:lnTo>
                  <a:lnTo>
                    <a:pt x="46646" y="11716"/>
                  </a:lnTo>
                  <a:lnTo>
                    <a:pt x="46615" y="12054"/>
                  </a:lnTo>
                  <a:lnTo>
                    <a:pt x="46523" y="12361"/>
                  </a:lnTo>
                  <a:lnTo>
                    <a:pt x="46369" y="12638"/>
                  </a:lnTo>
                  <a:lnTo>
                    <a:pt x="46185" y="12884"/>
                  </a:lnTo>
                  <a:lnTo>
                    <a:pt x="45939" y="13069"/>
                  </a:lnTo>
                  <a:lnTo>
                    <a:pt x="45662" y="13222"/>
                  </a:lnTo>
                  <a:lnTo>
                    <a:pt x="45355" y="13345"/>
                  </a:lnTo>
                  <a:lnTo>
                    <a:pt x="45016" y="13376"/>
                  </a:lnTo>
                  <a:lnTo>
                    <a:pt x="43602" y="13376"/>
                  </a:lnTo>
                  <a:lnTo>
                    <a:pt x="43264" y="13345"/>
                  </a:lnTo>
                  <a:lnTo>
                    <a:pt x="42956" y="13222"/>
                  </a:lnTo>
                  <a:lnTo>
                    <a:pt x="42679" y="13069"/>
                  </a:lnTo>
                  <a:lnTo>
                    <a:pt x="42434" y="12884"/>
                  </a:lnTo>
                  <a:lnTo>
                    <a:pt x="42249" y="12638"/>
                  </a:lnTo>
                  <a:lnTo>
                    <a:pt x="42095" y="12361"/>
                  </a:lnTo>
                  <a:lnTo>
                    <a:pt x="42003" y="12054"/>
                  </a:lnTo>
                  <a:lnTo>
                    <a:pt x="41942" y="11716"/>
                  </a:lnTo>
                  <a:lnTo>
                    <a:pt x="41942" y="10301"/>
                  </a:lnTo>
                  <a:lnTo>
                    <a:pt x="42003" y="9963"/>
                  </a:lnTo>
                  <a:lnTo>
                    <a:pt x="42095" y="9656"/>
                  </a:lnTo>
                  <a:lnTo>
                    <a:pt x="42249" y="9379"/>
                  </a:lnTo>
                  <a:lnTo>
                    <a:pt x="42434" y="9164"/>
                  </a:lnTo>
                  <a:lnTo>
                    <a:pt x="42679" y="8948"/>
                  </a:lnTo>
                  <a:lnTo>
                    <a:pt x="42956" y="8795"/>
                  </a:lnTo>
                  <a:lnTo>
                    <a:pt x="43264" y="8702"/>
                  </a:lnTo>
                  <a:lnTo>
                    <a:pt x="43602" y="8672"/>
                  </a:lnTo>
                  <a:lnTo>
                    <a:pt x="44555" y="8672"/>
                  </a:lnTo>
                  <a:lnTo>
                    <a:pt x="38498" y="3444"/>
                  </a:lnTo>
                  <a:lnTo>
                    <a:pt x="37975" y="3045"/>
                  </a:lnTo>
                  <a:lnTo>
                    <a:pt x="37452" y="2676"/>
                  </a:lnTo>
                  <a:lnTo>
                    <a:pt x="36930" y="2338"/>
                  </a:lnTo>
                  <a:lnTo>
                    <a:pt x="36345" y="2030"/>
                  </a:lnTo>
                  <a:lnTo>
                    <a:pt x="35792" y="1753"/>
                  </a:lnTo>
                  <a:lnTo>
                    <a:pt x="35177" y="1507"/>
                  </a:lnTo>
                  <a:lnTo>
                    <a:pt x="34562" y="1323"/>
                  </a:lnTo>
                  <a:lnTo>
                    <a:pt x="33947" y="1138"/>
                  </a:lnTo>
                  <a:lnTo>
                    <a:pt x="33055" y="954"/>
                  </a:lnTo>
                  <a:lnTo>
                    <a:pt x="32041" y="769"/>
                  </a:lnTo>
                  <a:lnTo>
                    <a:pt x="30934" y="585"/>
                  </a:lnTo>
                  <a:lnTo>
                    <a:pt x="29734" y="400"/>
                  </a:lnTo>
                  <a:lnTo>
                    <a:pt x="28412" y="247"/>
                  </a:lnTo>
                  <a:lnTo>
                    <a:pt x="27029" y="124"/>
                  </a:lnTo>
                  <a:lnTo>
                    <a:pt x="25583" y="31"/>
                  </a:lnTo>
                  <a:lnTo>
                    <a:pt x="24046"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
            <p:cNvSpPr/>
            <p:nvPr/>
          </p:nvSpPr>
          <p:spPr>
            <a:xfrm>
              <a:off x="1217924" y="3874403"/>
              <a:ext cx="695061" cy="931683"/>
            </a:xfrm>
            <a:custGeom>
              <a:rect b="b" l="l" r="r" t="t"/>
              <a:pathLst>
                <a:path extrusionOk="0" h="21309" w="15898">
                  <a:moveTo>
                    <a:pt x="15898" y="0"/>
                  </a:moveTo>
                  <a:lnTo>
                    <a:pt x="14422" y="277"/>
                  </a:lnTo>
                  <a:lnTo>
                    <a:pt x="12915" y="615"/>
                  </a:lnTo>
                  <a:lnTo>
                    <a:pt x="11409" y="1046"/>
                  </a:lnTo>
                  <a:lnTo>
                    <a:pt x="9871" y="1538"/>
                  </a:lnTo>
                  <a:lnTo>
                    <a:pt x="9441" y="1691"/>
                  </a:lnTo>
                  <a:lnTo>
                    <a:pt x="9010" y="1845"/>
                  </a:lnTo>
                  <a:lnTo>
                    <a:pt x="8610" y="2060"/>
                  </a:lnTo>
                  <a:lnTo>
                    <a:pt x="8211" y="2245"/>
                  </a:lnTo>
                  <a:lnTo>
                    <a:pt x="7811" y="2460"/>
                  </a:lnTo>
                  <a:lnTo>
                    <a:pt x="7442" y="2706"/>
                  </a:lnTo>
                  <a:lnTo>
                    <a:pt x="7073" y="2952"/>
                  </a:lnTo>
                  <a:lnTo>
                    <a:pt x="6704" y="3229"/>
                  </a:lnTo>
                  <a:lnTo>
                    <a:pt x="6366" y="3505"/>
                  </a:lnTo>
                  <a:lnTo>
                    <a:pt x="6028" y="3813"/>
                  </a:lnTo>
                  <a:lnTo>
                    <a:pt x="5720" y="4120"/>
                  </a:lnTo>
                  <a:lnTo>
                    <a:pt x="5413" y="4428"/>
                  </a:lnTo>
                  <a:lnTo>
                    <a:pt x="5105" y="4766"/>
                  </a:lnTo>
                  <a:lnTo>
                    <a:pt x="4828" y="5135"/>
                  </a:lnTo>
                  <a:lnTo>
                    <a:pt x="4552" y="5504"/>
                  </a:lnTo>
                  <a:lnTo>
                    <a:pt x="4306" y="5873"/>
                  </a:lnTo>
                  <a:lnTo>
                    <a:pt x="1077" y="10885"/>
                  </a:lnTo>
                  <a:lnTo>
                    <a:pt x="770" y="11377"/>
                  </a:lnTo>
                  <a:lnTo>
                    <a:pt x="524" y="11930"/>
                  </a:lnTo>
                  <a:lnTo>
                    <a:pt x="1" y="16020"/>
                  </a:lnTo>
                  <a:lnTo>
                    <a:pt x="1" y="17619"/>
                  </a:lnTo>
                  <a:lnTo>
                    <a:pt x="32" y="18080"/>
                  </a:lnTo>
                  <a:lnTo>
                    <a:pt x="62" y="18511"/>
                  </a:lnTo>
                  <a:lnTo>
                    <a:pt x="155" y="18941"/>
                  </a:lnTo>
                  <a:lnTo>
                    <a:pt x="247" y="19372"/>
                  </a:lnTo>
                  <a:lnTo>
                    <a:pt x="677" y="21309"/>
                  </a:lnTo>
                  <a:lnTo>
                    <a:pt x="5105" y="21309"/>
                  </a:lnTo>
                  <a:lnTo>
                    <a:pt x="4675" y="19279"/>
                  </a:lnTo>
                  <a:lnTo>
                    <a:pt x="4582" y="18818"/>
                  </a:lnTo>
                  <a:lnTo>
                    <a:pt x="4521" y="18357"/>
                  </a:lnTo>
                  <a:lnTo>
                    <a:pt x="4459" y="17896"/>
                  </a:lnTo>
                  <a:lnTo>
                    <a:pt x="4459" y="17434"/>
                  </a:lnTo>
                  <a:lnTo>
                    <a:pt x="4459" y="16051"/>
                  </a:lnTo>
                  <a:lnTo>
                    <a:pt x="4490" y="15467"/>
                  </a:lnTo>
                  <a:lnTo>
                    <a:pt x="4859" y="12269"/>
                  </a:lnTo>
                  <a:lnTo>
                    <a:pt x="4951" y="11746"/>
                  </a:lnTo>
                  <a:lnTo>
                    <a:pt x="5074" y="11285"/>
                  </a:lnTo>
                  <a:lnTo>
                    <a:pt x="5259" y="10793"/>
                  </a:lnTo>
                  <a:lnTo>
                    <a:pt x="5505" y="10362"/>
                  </a:lnTo>
                  <a:lnTo>
                    <a:pt x="8733" y="5074"/>
                  </a:lnTo>
                  <a:lnTo>
                    <a:pt x="8979" y="4674"/>
                  </a:lnTo>
                  <a:lnTo>
                    <a:pt x="9256" y="4305"/>
                  </a:lnTo>
                  <a:lnTo>
                    <a:pt x="9533" y="3936"/>
                  </a:lnTo>
                  <a:lnTo>
                    <a:pt x="9840" y="3567"/>
                  </a:lnTo>
                  <a:lnTo>
                    <a:pt x="10148" y="3229"/>
                  </a:lnTo>
                  <a:lnTo>
                    <a:pt x="10455" y="2921"/>
                  </a:lnTo>
                  <a:lnTo>
                    <a:pt x="10794" y="2614"/>
                  </a:lnTo>
                  <a:lnTo>
                    <a:pt x="11163" y="2306"/>
                  </a:lnTo>
                  <a:lnTo>
                    <a:pt x="11501" y="2030"/>
                  </a:lnTo>
                  <a:lnTo>
                    <a:pt x="11870" y="1753"/>
                  </a:lnTo>
                  <a:lnTo>
                    <a:pt x="12269" y="1507"/>
                  </a:lnTo>
                  <a:lnTo>
                    <a:pt x="12638" y="1292"/>
                  </a:lnTo>
                  <a:lnTo>
                    <a:pt x="13038" y="1076"/>
                  </a:lnTo>
                  <a:lnTo>
                    <a:pt x="13438" y="861"/>
                  </a:lnTo>
                  <a:lnTo>
                    <a:pt x="13868" y="677"/>
                  </a:lnTo>
                  <a:lnTo>
                    <a:pt x="14299" y="523"/>
                  </a:lnTo>
                  <a:lnTo>
                    <a:pt x="15098" y="246"/>
                  </a:lnTo>
                  <a:lnTo>
                    <a:pt x="15898"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p:nvPr/>
          </p:nvSpPr>
          <p:spPr>
            <a:xfrm>
              <a:off x="1197769" y="4788550"/>
              <a:ext cx="2753223" cy="145202"/>
            </a:xfrm>
            <a:custGeom>
              <a:rect b="b" l="l" r="r" t="t"/>
              <a:pathLst>
                <a:path extrusionOk="0" h="3321" w="62974">
                  <a:moveTo>
                    <a:pt x="1138" y="0"/>
                  </a:moveTo>
                  <a:lnTo>
                    <a:pt x="892" y="31"/>
                  </a:lnTo>
                  <a:lnTo>
                    <a:pt x="677" y="92"/>
                  </a:lnTo>
                  <a:lnTo>
                    <a:pt x="493" y="215"/>
                  </a:lnTo>
                  <a:lnTo>
                    <a:pt x="339" y="338"/>
                  </a:lnTo>
                  <a:lnTo>
                    <a:pt x="185" y="523"/>
                  </a:lnTo>
                  <a:lnTo>
                    <a:pt x="93" y="707"/>
                  </a:lnTo>
                  <a:lnTo>
                    <a:pt x="31" y="922"/>
                  </a:lnTo>
                  <a:lnTo>
                    <a:pt x="1" y="1138"/>
                  </a:lnTo>
                  <a:lnTo>
                    <a:pt x="1" y="2183"/>
                  </a:lnTo>
                  <a:lnTo>
                    <a:pt x="31" y="2398"/>
                  </a:lnTo>
                  <a:lnTo>
                    <a:pt x="93" y="2614"/>
                  </a:lnTo>
                  <a:lnTo>
                    <a:pt x="185" y="2798"/>
                  </a:lnTo>
                  <a:lnTo>
                    <a:pt x="339" y="2983"/>
                  </a:lnTo>
                  <a:lnTo>
                    <a:pt x="493" y="3106"/>
                  </a:lnTo>
                  <a:lnTo>
                    <a:pt x="677" y="3229"/>
                  </a:lnTo>
                  <a:lnTo>
                    <a:pt x="892" y="3290"/>
                  </a:lnTo>
                  <a:lnTo>
                    <a:pt x="1138" y="3321"/>
                  </a:lnTo>
                  <a:lnTo>
                    <a:pt x="61835" y="3321"/>
                  </a:lnTo>
                  <a:lnTo>
                    <a:pt x="62081" y="3290"/>
                  </a:lnTo>
                  <a:lnTo>
                    <a:pt x="62266" y="3229"/>
                  </a:lnTo>
                  <a:lnTo>
                    <a:pt x="62481" y="3106"/>
                  </a:lnTo>
                  <a:lnTo>
                    <a:pt x="62635" y="2983"/>
                  </a:lnTo>
                  <a:lnTo>
                    <a:pt x="62789" y="2798"/>
                  </a:lnTo>
                  <a:lnTo>
                    <a:pt x="62881" y="2614"/>
                  </a:lnTo>
                  <a:lnTo>
                    <a:pt x="62942" y="2398"/>
                  </a:lnTo>
                  <a:lnTo>
                    <a:pt x="62973" y="2183"/>
                  </a:lnTo>
                  <a:lnTo>
                    <a:pt x="62973" y="1138"/>
                  </a:lnTo>
                  <a:lnTo>
                    <a:pt x="62942" y="922"/>
                  </a:lnTo>
                  <a:lnTo>
                    <a:pt x="62881" y="707"/>
                  </a:lnTo>
                  <a:lnTo>
                    <a:pt x="62789" y="523"/>
                  </a:lnTo>
                  <a:lnTo>
                    <a:pt x="62635" y="338"/>
                  </a:lnTo>
                  <a:lnTo>
                    <a:pt x="62481" y="215"/>
                  </a:lnTo>
                  <a:lnTo>
                    <a:pt x="62266" y="92"/>
                  </a:lnTo>
                  <a:lnTo>
                    <a:pt x="62081" y="31"/>
                  </a:lnTo>
                  <a:lnTo>
                    <a:pt x="61835"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
            <p:cNvSpPr/>
            <p:nvPr/>
          </p:nvSpPr>
          <p:spPr>
            <a:xfrm>
              <a:off x="1197769" y="4788550"/>
              <a:ext cx="881920" cy="145202"/>
            </a:xfrm>
            <a:custGeom>
              <a:rect b="b" l="l" r="r" t="t"/>
              <a:pathLst>
                <a:path extrusionOk="0" h="3321" w="20172">
                  <a:moveTo>
                    <a:pt x="1138" y="0"/>
                  </a:moveTo>
                  <a:lnTo>
                    <a:pt x="892" y="31"/>
                  </a:lnTo>
                  <a:lnTo>
                    <a:pt x="677" y="92"/>
                  </a:lnTo>
                  <a:lnTo>
                    <a:pt x="493" y="215"/>
                  </a:lnTo>
                  <a:lnTo>
                    <a:pt x="339" y="338"/>
                  </a:lnTo>
                  <a:lnTo>
                    <a:pt x="185" y="523"/>
                  </a:lnTo>
                  <a:lnTo>
                    <a:pt x="93" y="707"/>
                  </a:lnTo>
                  <a:lnTo>
                    <a:pt x="31" y="922"/>
                  </a:lnTo>
                  <a:lnTo>
                    <a:pt x="1" y="1138"/>
                  </a:lnTo>
                  <a:lnTo>
                    <a:pt x="1" y="2183"/>
                  </a:lnTo>
                  <a:lnTo>
                    <a:pt x="31" y="2398"/>
                  </a:lnTo>
                  <a:lnTo>
                    <a:pt x="93" y="2614"/>
                  </a:lnTo>
                  <a:lnTo>
                    <a:pt x="185" y="2798"/>
                  </a:lnTo>
                  <a:lnTo>
                    <a:pt x="339" y="2983"/>
                  </a:lnTo>
                  <a:lnTo>
                    <a:pt x="493" y="3106"/>
                  </a:lnTo>
                  <a:lnTo>
                    <a:pt x="677" y="3229"/>
                  </a:lnTo>
                  <a:lnTo>
                    <a:pt x="892" y="3290"/>
                  </a:lnTo>
                  <a:lnTo>
                    <a:pt x="1138" y="3321"/>
                  </a:lnTo>
                  <a:lnTo>
                    <a:pt x="20172" y="3321"/>
                  </a:lnTo>
                  <a:lnTo>
                    <a:pt x="19956" y="3290"/>
                  </a:lnTo>
                  <a:lnTo>
                    <a:pt x="19741" y="3229"/>
                  </a:lnTo>
                  <a:lnTo>
                    <a:pt x="19557" y="3106"/>
                  </a:lnTo>
                  <a:lnTo>
                    <a:pt x="19372" y="2983"/>
                  </a:lnTo>
                  <a:lnTo>
                    <a:pt x="19249" y="2798"/>
                  </a:lnTo>
                  <a:lnTo>
                    <a:pt x="19126" y="2614"/>
                  </a:lnTo>
                  <a:lnTo>
                    <a:pt x="19065" y="2398"/>
                  </a:lnTo>
                  <a:lnTo>
                    <a:pt x="19034" y="2183"/>
                  </a:lnTo>
                  <a:lnTo>
                    <a:pt x="19034" y="1138"/>
                  </a:lnTo>
                  <a:lnTo>
                    <a:pt x="19065" y="922"/>
                  </a:lnTo>
                  <a:lnTo>
                    <a:pt x="19126" y="707"/>
                  </a:lnTo>
                  <a:lnTo>
                    <a:pt x="19249" y="523"/>
                  </a:lnTo>
                  <a:lnTo>
                    <a:pt x="19372" y="338"/>
                  </a:lnTo>
                  <a:lnTo>
                    <a:pt x="19557" y="215"/>
                  </a:lnTo>
                  <a:lnTo>
                    <a:pt x="19741" y="92"/>
                  </a:lnTo>
                  <a:lnTo>
                    <a:pt x="19956" y="31"/>
                  </a:lnTo>
                  <a:lnTo>
                    <a:pt x="20172"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
            <p:cNvSpPr/>
            <p:nvPr/>
          </p:nvSpPr>
          <p:spPr>
            <a:xfrm>
              <a:off x="3704864" y="4395986"/>
              <a:ext cx="193592" cy="227226"/>
            </a:xfrm>
            <a:custGeom>
              <a:rect b="b" l="l" r="r" t="t"/>
              <a:pathLst>
                <a:path extrusionOk="0" h="5197" w="4428">
                  <a:moveTo>
                    <a:pt x="154" y="0"/>
                  </a:moveTo>
                  <a:lnTo>
                    <a:pt x="92" y="154"/>
                  </a:lnTo>
                  <a:lnTo>
                    <a:pt x="31" y="339"/>
                  </a:lnTo>
                  <a:lnTo>
                    <a:pt x="0" y="523"/>
                  </a:lnTo>
                  <a:lnTo>
                    <a:pt x="0" y="708"/>
                  </a:lnTo>
                  <a:lnTo>
                    <a:pt x="0" y="3506"/>
                  </a:lnTo>
                  <a:lnTo>
                    <a:pt x="31" y="3844"/>
                  </a:lnTo>
                  <a:lnTo>
                    <a:pt x="123" y="4152"/>
                  </a:lnTo>
                  <a:lnTo>
                    <a:pt x="277" y="4428"/>
                  </a:lnTo>
                  <a:lnTo>
                    <a:pt x="492" y="4674"/>
                  </a:lnTo>
                  <a:lnTo>
                    <a:pt x="738" y="4889"/>
                  </a:lnTo>
                  <a:lnTo>
                    <a:pt x="1015" y="5043"/>
                  </a:lnTo>
                  <a:lnTo>
                    <a:pt x="1322" y="5135"/>
                  </a:lnTo>
                  <a:lnTo>
                    <a:pt x="1661" y="5197"/>
                  </a:lnTo>
                  <a:lnTo>
                    <a:pt x="4428" y="5197"/>
                  </a:lnTo>
                  <a:lnTo>
                    <a:pt x="4397" y="4705"/>
                  </a:lnTo>
                  <a:lnTo>
                    <a:pt x="4336" y="4275"/>
                  </a:lnTo>
                  <a:lnTo>
                    <a:pt x="4243" y="3813"/>
                  </a:lnTo>
                  <a:lnTo>
                    <a:pt x="4090" y="3383"/>
                  </a:lnTo>
                  <a:lnTo>
                    <a:pt x="3905" y="2983"/>
                  </a:lnTo>
                  <a:lnTo>
                    <a:pt x="3721" y="2583"/>
                  </a:lnTo>
                  <a:lnTo>
                    <a:pt x="3475" y="2214"/>
                  </a:lnTo>
                  <a:lnTo>
                    <a:pt x="3198" y="1845"/>
                  </a:lnTo>
                  <a:lnTo>
                    <a:pt x="2891" y="1507"/>
                  </a:lnTo>
                  <a:lnTo>
                    <a:pt x="2583" y="1200"/>
                  </a:lnTo>
                  <a:lnTo>
                    <a:pt x="2214" y="923"/>
                  </a:lnTo>
                  <a:lnTo>
                    <a:pt x="1845" y="677"/>
                  </a:lnTo>
                  <a:lnTo>
                    <a:pt x="1445" y="462"/>
                  </a:lnTo>
                  <a:lnTo>
                    <a:pt x="1046" y="277"/>
                  </a:lnTo>
                  <a:lnTo>
                    <a:pt x="584" y="123"/>
                  </a:lnTo>
                  <a:lnTo>
                    <a:pt x="154" y="0"/>
                  </a:lnTo>
                  <a:close/>
                </a:path>
              </a:pathLst>
            </a:custGeom>
            <a:solidFill>
              <a:srgbClr val="FFD30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a:off x="2517856" y="4511582"/>
              <a:ext cx="134483" cy="83423"/>
            </a:xfrm>
            <a:custGeom>
              <a:rect b="b" l="l" r="r" t="t"/>
              <a:pathLst>
                <a:path extrusionOk="0" h="1908" w="3076">
                  <a:moveTo>
                    <a:pt x="923" y="1"/>
                  </a:moveTo>
                  <a:lnTo>
                    <a:pt x="738" y="32"/>
                  </a:lnTo>
                  <a:lnTo>
                    <a:pt x="554" y="62"/>
                  </a:lnTo>
                  <a:lnTo>
                    <a:pt x="400" y="155"/>
                  </a:lnTo>
                  <a:lnTo>
                    <a:pt x="277" y="278"/>
                  </a:lnTo>
                  <a:lnTo>
                    <a:pt x="154" y="431"/>
                  </a:lnTo>
                  <a:lnTo>
                    <a:pt x="62" y="585"/>
                  </a:lnTo>
                  <a:lnTo>
                    <a:pt x="0" y="770"/>
                  </a:lnTo>
                  <a:lnTo>
                    <a:pt x="0" y="954"/>
                  </a:lnTo>
                  <a:lnTo>
                    <a:pt x="0" y="1139"/>
                  </a:lnTo>
                  <a:lnTo>
                    <a:pt x="62" y="1323"/>
                  </a:lnTo>
                  <a:lnTo>
                    <a:pt x="154" y="1477"/>
                  </a:lnTo>
                  <a:lnTo>
                    <a:pt x="277" y="1631"/>
                  </a:lnTo>
                  <a:lnTo>
                    <a:pt x="400" y="1723"/>
                  </a:lnTo>
                  <a:lnTo>
                    <a:pt x="554" y="1815"/>
                  </a:lnTo>
                  <a:lnTo>
                    <a:pt x="738" y="1876"/>
                  </a:lnTo>
                  <a:lnTo>
                    <a:pt x="923" y="1907"/>
                  </a:lnTo>
                  <a:lnTo>
                    <a:pt x="2122" y="1907"/>
                  </a:lnTo>
                  <a:lnTo>
                    <a:pt x="2307" y="1876"/>
                  </a:lnTo>
                  <a:lnTo>
                    <a:pt x="2491" y="1815"/>
                  </a:lnTo>
                  <a:lnTo>
                    <a:pt x="2645" y="1723"/>
                  </a:lnTo>
                  <a:lnTo>
                    <a:pt x="2799" y="1631"/>
                  </a:lnTo>
                  <a:lnTo>
                    <a:pt x="2922" y="1477"/>
                  </a:lnTo>
                  <a:lnTo>
                    <a:pt x="3014" y="1323"/>
                  </a:lnTo>
                  <a:lnTo>
                    <a:pt x="3045" y="1139"/>
                  </a:lnTo>
                  <a:lnTo>
                    <a:pt x="3075" y="954"/>
                  </a:lnTo>
                  <a:lnTo>
                    <a:pt x="3045" y="770"/>
                  </a:lnTo>
                  <a:lnTo>
                    <a:pt x="3014" y="585"/>
                  </a:lnTo>
                  <a:lnTo>
                    <a:pt x="2922" y="431"/>
                  </a:lnTo>
                  <a:lnTo>
                    <a:pt x="2799" y="278"/>
                  </a:lnTo>
                  <a:lnTo>
                    <a:pt x="2645" y="155"/>
                  </a:lnTo>
                  <a:lnTo>
                    <a:pt x="2491" y="62"/>
                  </a:lnTo>
                  <a:lnTo>
                    <a:pt x="2307" y="32"/>
                  </a:lnTo>
                  <a:lnTo>
                    <a:pt x="2122"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1996292" y="4511582"/>
              <a:ext cx="135794" cy="83423"/>
            </a:xfrm>
            <a:custGeom>
              <a:rect b="b" l="l" r="r" t="t"/>
              <a:pathLst>
                <a:path extrusionOk="0" h="1908" w="3106">
                  <a:moveTo>
                    <a:pt x="953" y="1"/>
                  </a:moveTo>
                  <a:lnTo>
                    <a:pt x="769" y="32"/>
                  </a:lnTo>
                  <a:lnTo>
                    <a:pt x="584" y="62"/>
                  </a:lnTo>
                  <a:lnTo>
                    <a:pt x="431" y="155"/>
                  </a:lnTo>
                  <a:lnTo>
                    <a:pt x="277" y="278"/>
                  </a:lnTo>
                  <a:lnTo>
                    <a:pt x="185" y="431"/>
                  </a:lnTo>
                  <a:lnTo>
                    <a:pt x="92" y="585"/>
                  </a:lnTo>
                  <a:lnTo>
                    <a:pt x="31" y="770"/>
                  </a:lnTo>
                  <a:lnTo>
                    <a:pt x="0" y="954"/>
                  </a:lnTo>
                  <a:lnTo>
                    <a:pt x="31" y="1139"/>
                  </a:lnTo>
                  <a:lnTo>
                    <a:pt x="92" y="1323"/>
                  </a:lnTo>
                  <a:lnTo>
                    <a:pt x="185" y="1477"/>
                  </a:lnTo>
                  <a:lnTo>
                    <a:pt x="277" y="1631"/>
                  </a:lnTo>
                  <a:lnTo>
                    <a:pt x="431" y="1723"/>
                  </a:lnTo>
                  <a:lnTo>
                    <a:pt x="584" y="1815"/>
                  </a:lnTo>
                  <a:lnTo>
                    <a:pt x="769" y="1876"/>
                  </a:lnTo>
                  <a:lnTo>
                    <a:pt x="953" y="1907"/>
                  </a:lnTo>
                  <a:lnTo>
                    <a:pt x="2153" y="1907"/>
                  </a:lnTo>
                  <a:lnTo>
                    <a:pt x="2337" y="1876"/>
                  </a:lnTo>
                  <a:lnTo>
                    <a:pt x="2522" y="1815"/>
                  </a:lnTo>
                  <a:lnTo>
                    <a:pt x="2675" y="1723"/>
                  </a:lnTo>
                  <a:lnTo>
                    <a:pt x="2829" y="1631"/>
                  </a:lnTo>
                  <a:lnTo>
                    <a:pt x="2952" y="1477"/>
                  </a:lnTo>
                  <a:lnTo>
                    <a:pt x="3013" y="1323"/>
                  </a:lnTo>
                  <a:lnTo>
                    <a:pt x="3075" y="1139"/>
                  </a:lnTo>
                  <a:lnTo>
                    <a:pt x="3106" y="954"/>
                  </a:lnTo>
                  <a:lnTo>
                    <a:pt x="3075" y="770"/>
                  </a:lnTo>
                  <a:lnTo>
                    <a:pt x="3013" y="585"/>
                  </a:lnTo>
                  <a:lnTo>
                    <a:pt x="2952" y="431"/>
                  </a:lnTo>
                  <a:lnTo>
                    <a:pt x="2829" y="278"/>
                  </a:lnTo>
                  <a:lnTo>
                    <a:pt x="2675" y="155"/>
                  </a:lnTo>
                  <a:lnTo>
                    <a:pt x="2522" y="62"/>
                  </a:lnTo>
                  <a:lnTo>
                    <a:pt x="2337" y="32"/>
                  </a:lnTo>
                  <a:lnTo>
                    <a:pt x="2153"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
            <p:cNvSpPr/>
            <p:nvPr/>
          </p:nvSpPr>
          <p:spPr>
            <a:xfrm>
              <a:off x="1217924" y="4395986"/>
              <a:ext cx="154638" cy="178869"/>
            </a:xfrm>
            <a:custGeom>
              <a:rect b="b" l="l" r="r" t="t"/>
              <a:pathLst>
                <a:path extrusionOk="0" h="4091" w="3537">
                  <a:moveTo>
                    <a:pt x="524" y="0"/>
                  </a:moveTo>
                  <a:lnTo>
                    <a:pt x="308" y="615"/>
                  </a:lnTo>
                  <a:lnTo>
                    <a:pt x="155" y="1261"/>
                  </a:lnTo>
                  <a:lnTo>
                    <a:pt x="32" y="1907"/>
                  </a:lnTo>
                  <a:lnTo>
                    <a:pt x="1" y="2553"/>
                  </a:lnTo>
                  <a:lnTo>
                    <a:pt x="1" y="4090"/>
                  </a:lnTo>
                  <a:lnTo>
                    <a:pt x="1907" y="4090"/>
                  </a:lnTo>
                  <a:lnTo>
                    <a:pt x="2246" y="4059"/>
                  </a:lnTo>
                  <a:lnTo>
                    <a:pt x="2553" y="3967"/>
                  </a:lnTo>
                  <a:lnTo>
                    <a:pt x="2830" y="3813"/>
                  </a:lnTo>
                  <a:lnTo>
                    <a:pt x="3076" y="3629"/>
                  </a:lnTo>
                  <a:lnTo>
                    <a:pt x="3260" y="3383"/>
                  </a:lnTo>
                  <a:lnTo>
                    <a:pt x="3414" y="3106"/>
                  </a:lnTo>
                  <a:lnTo>
                    <a:pt x="3506" y="2799"/>
                  </a:lnTo>
                  <a:lnTo>
                    <a:pt x="3537" y="2460"/>
                  </a:lnTo>
                  <a:lnTo>
                    <a:pt x="3537" y="1630"/>
                  </a:lnTo>
                  <a:lnTo>
                    <a:pt x="3506" y="1292"/>
                  </a:lnTo>
                  <a:lnTo>
                    <a:pt x="3414" y="984"/>
                  </a:lnTo>
                  <a:lnTo>
                    <a:pt x="3260" y="708"/>
                  </a:lnTo>
                  <a:lnTo>
                    <a:pt x="3076" y="462"/>
                  </a:lnTo>
                  <a:lnTo>
                    <a:pt x="2830" y="277"/>
                  </a:lnTo>
                  <a:lnTo>
                    <a:pt x="2553" y="123"/>
                  </a:lnTo>
                  <a:lnTo>
                    <a:pt x="2246" y="31"/>
                  </a:lnTo>
                  <a:lnTo>
                    <a:pt x="1907" y="0"/>
                  </a:lnTo>
                  <a:close/>
                </a:path>
              </a:pathLst>
            </a:custGeom>
            <a:solidFill>
              <a:srgbClr val="FFD30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p:nvPr/>
          </p:nvSpPr>
          <p:spPr>
            <a:xfrm>
              <a:off x="1527146" y="3992666"/>
              <a:ext cx="1536583" cy="403384"/>
            </a:xfrm>
            <a:custGeom>
              <a:rect b="b" l="l" r="r" t="t"/>
              <a:pathLst>
                <a:path extrusionOk="0" h="9226" w="35146">
                  <a:moveTo>
                    <a:pt x="16881" y="1"/>
                  </a:moveTo>
                  <a:lnTo>
                    <a:pt x="15405" y="32"/>
                  </a:lnTo>
                  <a:lnTo>
                    <a:pt x="13867" y="93"/>
                  </a:lnTo>
                  <a:lnTo>
                    <a:pt x="12299" y="216"/>
                  </a:lnTo>
                  <a:lnTo>
                    <a:pt x="10670" y="431"/>
                  </a:lnTo>
                  <a:lnTo>
                    <a:pt x="9009" y="708"/>
                  </a:lnTo>
                  <a:lnTo>
                    <a:pt x="8179" y="862"/>
                  </a:lnTo>
                  <a:lnTo>
                    <a:pt x="7318" y="1077"/>
                  </a:lnTo>
                  <a:lnTo>
                    <a:pt x="6488" y="1262"/>
                  </a:lnTo>
                  <a:lnTo>
                    <a:pt x="5627" y="1508"/>
                  </a:lnTo>
                  <a:lnTo>
                    <a:pt x="4735" y="1754"/>
                  </a:lnTo>
                  <a:lnTo>
                    <a:pt x="3874" y="2061"/>
                  </a:lnTo>
                  <a:lnTo>
                    <a:pt x="3290" y="2276"/>
                  </a:lnTo>
                  <a:lnTo>
                    <a:pt x="2767" y="2553"/>
                  </a:lnTo>
                  <a:lnTo>
                    <a:pt x="2214" y="2861"/>
                  </a:lnTo>
                  <a:lnTo>
                    <a:pt x="1722" y="3199"/>
                  </a:lnTo>
                  <a:lnTo>
                    <a:pt x="1261" y="3599"/>
                  </a:lnTo>
                  <a:lnTo>
                    <a:pt x="830" y="4029"/>
                  </a:lnTo>
                  <a:lnTo>
                    <a:pt x="431" y="4521"/>
                  </a:lnTo>
                  <a:lnTo>
                    <a:pt x="92" y="5013"/>
                  </a:lnTo>
                  <a:lnTo>
                    <a:pt x="0" y="5197"/>
                  </a:lnTo>
                  <a:lnTo>
                    <a:pt x="0" y="5382"/>
                  </a:lnTo>
                  <a:lnTo>
                    <a:pt x="62" y="5536"/>
                  </a:lnTo>
                  <a:lnTo>
                    <a:pt x="185" y="5689"/>
                  </a:lnTo>
                  <a:lnTo>
                    <a:pt x="4090" y="9102"/>
                  </a:lnTo>
                  <a:lnTo>
                    <a:pt x="4243" y="9195"/>
                  </a:lnTo>
                  <a:lnTo>
                    <a:pt x="4428" y="9225"/>
                  </a:lnTo>
                  <a:lnTo>
                    <a:pt x="35145" y="9225"/>
                  </a:lnTo>
                  <a:lnTo>
                    <a:pt x="35022" y="9010"/>
                  </a:lnTo>
                  <a:lnTo>
                    <a:pt x="34961" y="8795"/>
                  </a:lnTo>
                  <a:lnTo>
                    <a:pt x="34899" y="8580"/>
                  </a:lnTo>
                  <a:lnTo>
                    <a:pt x="34899" y="8334"/>
                  </a:lnTo>
                  <a:lnTo>
                    <a:pt x="34899" y="7565"/>
                  </a:lnTo>
                  <a:lnTo>
                    <a:pt x="29211" y="2645"/>
                  </a:lnTo>
                  <a:lnTo>
                    <a:pt x="28873" y="2369"/>
                  </a:lnTo>
                  <a:lnTo>
                    <a:pt x="28504" y="2123"/>
                  </a:lnTo>
                  <a:lnTo>
                    <a:pt x="28135" y="1877"/>
                  </a:lnTo>
                  <a:lnTo>
                    <a:pt x="27735" y="1692"/>
                  </a:lnTo>
                  <a:lnTo>
                    <a:pt x="27335" y="1508"/>
                  </a:lnTo>
                  <a:lnTo>
                    <a:pt x="26935" y="1323"/>
                  </a:lnTo>
                  <a:lnTo>
                    <a:pt x="26536" y="1200"/>
                  </a:lnTo>
                  <a:lnTo>
                    <a:pt x="26105" y="1077"/>
                  </a:lnTo>
                  <a:lnTo>
                    <a:pt x="25244" y="893"/>
                  </a:lnTo>
                  <a:lnTo>
                    <a:pt x="24291" y="708"/>
                  </a:lnTo>
                  <a:lnTo>
                    <a:pt x="23246" y="524"/>
                  </a:lnTo>
                  <a:lnTo>
                    <a:pt x="22139" y="370"/>
                  </a:lnTo>
                  <a:lnTo>
                    <a:pt x="20909" y="247"/>
                  </a:lnTo>
                  <a:lnTo>
                    <a:pt x="19648" y="124"/>
                  </a:lnTo>
                  <a:lnTo>
                    <a:pt x="18295" y="62"/>
                  </a:lnTo>
                  <a:lnTo>
                    <a:pt x="1688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
            <p:cNvSpPr/>
            <p:nvPr/>
          </p:nvSpPr>
          <p:spPr>
            <a:xfrm>
              <a:off x="3046154" y="4218525"/>
              <a:ext cx="216458" cy="216514"/>
            </a:xfrm>
            <a:custGeom>
              <a:rect b="b" l="l" r="r" t="t"/>
              <a:pathLst>
                <a:path extrusionOk="0" h="4952" w="4951">
                  <a:moveTo>
                    <a:pt x="1784" y="1"/>
                  </a:moveTo>
                  <a:lnTo>
                    <a:pt x="1415" y="31"/>
                  </a:lnTo>
                  <a:lnTo>
                    <a:pt x="1077" y="124"/>
                  </a:lnTo>
                  <a:lnTo>
                    <a:pt x="800" y="308"/>
                  </a:lnTo>
                  <a:lnTo>
                    <a:pt x="523" y="523"/>
                  </a:lnTo>
                  <a:lnTo>
                    <a:pt x="308" y="769"/>
                  </a:lnTo>
                  <a:lnTo>
                    <a:pt x="154" y="1077"/>
                  </a:lnTo>
                  <a:lnTo>
                    <a:pt x="62" y="1415"/>
                  </a:lnTo>
                  <a:lnTo>
                    <a:pt x="1" y="1753"/>
                  </a:lnTo>
                  <a:lnTo>
                    <a:pt x="1" y="3168"/>
                  </a:lnTo>
                  <a:lnTo>
                    <a:pt x="62" y="3537"/>
                  </a:lnTo>
                  <a:lnTo>
                    <a:pt x="154" y="3875"/>
                  </a:lnTo>
                  <a:lnTo>
                    <a:pt x="308" y="4152"/>
                  </a:lnTo>
                  <a:lnTo>
                    <a:pt x="523" y="4428"/>
                  </a:lnTo>
                  <a:lnTo>
                    <a:pt x="800" y="4644"/>
                  </a:lnTo>
                  <a:lnTo>
                    <a:pt x="1077" y="4797"/>
                  </a:lnTo>
                  <a:lnTo>
                    <a:pt x="1415" y="4920"/>
                  </a:lnTo>
                  <a:lnTo>
                    <a:pt x="1784" y="4951"/>
                  </a:lnTo>
                  <a:lnTo>
                    <a:pt x="3198" y="4951"/>
                  </a:lnTo>
                  <a:lnTo>
                    <a:pt x="3567" y="4920"/>
                  </a:lnTo>
                  <a:lnTo>
                    <a:pt x="3875" y="4797"/>
                  </a:lnTo>
                  <a:lnTo>
                    <a:pt x="4182" y="4644"/>
                  </a:lnTo>
                  <a:lnTo>
                    <a:pt x="4459" y="4428"/>
                  </a:lnTo>
                  <a:lnTo>
                    <a:pt x="4674" y="4152"/>
                  </a:lnTo>
                  <a:lnTo>
                    <a:pt x="4828" y="3875"/>
                  </a:lnTo>
                  <a:lnTo>
                    <a:pt x="4920" y="3537"/>
                  </a:lnTo>
                  <a:lnTo>
                    <a:pt x="4951" y="3168"/>
                  </a:lnTo>
                  <a:lnTo>
                    <a:pt x="4951" y="1753"/>
                  </a:lnTo>
                  <a:lnTo>
                    <a:pt x="4920" y="1415"/>
                  </a:lnTo>
                  <a:lnTo>
                    <a:pt x="4828" y="1077"/>
                  </a:lnTo>
                  <a:lnTo>
                    <a:pt x="4674" y="769"/>
                  </a:lnTo>
                  <a:lnTo>
                    <a:pt x="4459" y="523"/>
                  </a:lnTo>
                  <a:lnTo>
                    <a:pt x="4182" y="308"/>
                  </a:lnTo>
                  <a:lnTo>
                    <a:pt x="3875" y="124"/>
                  </a:lnTo>
                  <a:lnTo>
                    <a:pt x="3567" y="31"/>
                  </a:lnTo>
                  <a:lnTo>
                    <a:pt x="3198"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p:nvPr/>
          </p:nvSpPr>
          <p:spPr>
            <a:xfrm>
              <a:off x="3046154" y="4218525"/>
              <a:ext cx="162726" cy="216514"/>
            </a:xfrm>
            <a:custGeom>
              <a:rect b="b" l="l" r="r" t="t"/>
              <a:pathLst>
                <a:path extrusionOk="0" h="4952" w="3722">
                  <a:moveTo>
                    <a:pt x="1784" y="1"/>
                  </a:moveTo>
                  <a:lnTo>
                    <a:pt x="1415" y="31"/>
                  </a:lnTo>
                  <a:lnTo>
                    <a:pt x="1077" y="124"/>
                  </a:lnTo>
                  <a:lnTo>
                    <a:pt x="800" y="308"/>
                  </a:lnTo>
                  <a:lnTo>
                    <a:pt x="523" y="523"/>
                  </a:lnTo>
                  <a:lnTo>
                    <a:pt x="308" y="769"/>
                  </a:lnTo>
                  <a:lnTo>
                    <a:pt x="154" y="1077"/>
                  </a:lnTo>
                  <a:lnTo>
                    <a:pt x="62" y="1415"/>
                  </a:lnTo>
                  <a:lnTo>
                    <a:pt x="1" y="1753"/>
                  </a:lnTo>
                  <a:lnTo>
                    <a:pt x="1" y="3168"/>
                  </a:lnTo>
                  <a:lnTo>
                    <a:pt x="62" y="3537"/>
                  </a:lnTo>
                  <a:lnTo>
                    <a:pt x="154" y="3875"/>
                  </a:lnTo>
                  <a:lnTo>
                    <a:pt x="308" y="4152"/>
                  </a:lnTo>
                  <a:lnTo>
                    <a:pt x="523" y="4428"/>
                  </a:lnTo>
                  <a:lnTo>
                    <a:pt x="800" y="4644"/>
                  </a:lnTo>
                  <a:lnTo>
                    <a:pt x="1077" y="4797"/>
                  </a:lnTo>
                  <a:lnTo>
                    <a:pt x="1415" y="4920"/>
                  </a:lnTo>
                  <a:lnTo>
                    <a:pt x="1784" y="4951"/>
                  </a:lnTo>
                  <a:lnTo>
                    <a:pt x="3198" y="4951"/>
                  </a:lnTo>
                  <a:lnTo>
                    <a:pt x="3475" y="4920"/>
                  </a:lnTo>
                  <a:lnTo>
                    <a:pt x="3721" y="4859"/>
                  </a:lnTo>
                  <a:lnTo>
                    <a:pt x="3475" y="4767"/>
                  </a:lnTo>
                  <a:lnTo>
                    <a:pt x="3229" y="4613"/>
                  </a:lnTo>
                  <a:lnTo>
                    <a:pt x="3014" y="4428"/>
                  </a:lnTo>
                  <a:lnTo>
                    <a:pt x="2829" y="4244"/>
                  </a:lnTo>
                  <a:lnTo>
                    <a:pt x="2676" y="3998"/>
                  </a:lnTo>
                  <a:lnTo>
                    <a:pt x="2583" y="3752"/>
                  </a:lnTo>
                  <a:lnTo>
                    <a:pt x="2522" y="3475"/>
                  </a:lnTo>
                  <a:lnTo>
                    <a:pt x="2491" y="3168"/>
                  </a:lnTo>
                  <a:lnTo>
                    <a:pt x="2491" y="1753"/>
                  </a:lnTo>
                  <a:lnTo>
                    <a:pt x="2522" y="1477"/>
                  </a:lnTo>
                  <a:lnTo>
                    <a:pt x="2583" y="1200"/>
                  </a:lnTo>
                  <a:lnTo>
                    <a:pt x="2676" y="923"/>
                  </a:lnTo>
                  <a:lnTo>
                    <a:pt x="2829" y="708"/>
                  </a:lnTo>
                  <a:lnTo>
                    <a:pt x="3014" y="493"/>
                  </a:lnTo>
                  <a:lnTo>
                    <a:pt x="3229" y="308"/>
                  </a:lnTo>
                  <a:lnTo>
                    <a:pt x="3475" y="185"/>
                  </a:lnTo>
                  <a:lnTo>
                    <a:pt x="3721" y="62"/>
                  </a:lnTo>
                  <a:lnTo>
                    <a:pt x="3475" y="1"/>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
            <p:cNvSpPr/>
            <p:nvPr/>
          </p:nvSpPr>
          <p:spPr>
            <a:xfrm>
              <a:off x="1344315" y="4574801"/>
              <a:ext cx="568666" cy="568699"/>
            </a:xfrm>
            <a:custGeom>
              <a:rect b="b" l="l" r="r" t="t"/>
              <a:pathLst>
                <a:path extrusionOk="0" h="13007" w="13007">
                  <a:moveTo>
                    <a:pt x="6488" y="0"/>
                  </a:moveTo>
                  <a:lnTo>
                    <a:pt x="5842" y="31"/>
                  </a:lnTo>
                  <a:lnTo>
                    <a:pt x="5197" y="154"/>
                  </a:lnTo>
                  <a:lnTo>
                    <a:pt x="4582" y="307"/>
                  </a:lnTo>
                  <a:lnTo>
                    <a:pt x="3967" y="523"/>
                  </a:lnTo>
                  <a:lnTo>
                    <a:pt x="3413" y="799"/>
                  </a:lnTo>
                  <a:lnTo>
                    <a:pt x="2860" y="1107"/>
                  </a:lnTo>
                  <a:lnTo>
                    <a:pt x="2368" y="1507"/>
                  </a:lnTo>
                  <a:lnTo>
                    <a:pt x="1907" y="1906"/>
                  </a:lnTo>
                  <a:lnTo>
                    <a:pt x="1476" y="2368"/>
                  </a:lnTo>
                  <a:lnTo>
                    <a:pt x="1107" y="2890"/>
                  </a:lnTo>
                  <a:lnTo>
                    <a:pt x="800" y="3413"/>
                  </a:lnTo>
                  <a:lnTo>
                    <a:pt x="523" y="3967"/>
                  </a:lnTo>
                  <a:lnTo>
                    <a:pt x="308" y="4582"/>
                  </a:lnTo>
                  <a:lnTo>
                    <a:pt x="123" y="5196"/>
                  </a:lnTo>
                  <a:lnTo>
                    <a:pt x="31" y="5842"/>
                  </a:lnTo>
                  <a:lnTo>
                    <a:pt x="0" y="6519"/>
                  </a:lnTo>
                  <a:lnTo>
                    <a:pt x="31" y="7164"/>
                  </a:lnTo>
                  <a:lnTo>
                    <a:pt x="123" y="7810"/>
                  </a:lnTo>
                  <a:lnTo>
                    <a:pt x="308" y="8456"/>
                  </a:lnTo>
                  <a:lnTo>
                    <a:pt x="523" y="9040"/>
                  </a:lnTo>
                  <a:lnTo>
                    <a:pt x="800" y="9593"/>
                  </a:lnTo>
                  <a:lnTo>
                    <a:pt x="1107" y="10147"/>
                  </a:lnTo>
                  <a:lnTo>
                    <a:pt x="1476" y="10639"/>
                  </a:lnTo>
                  <a:lnTo>
                    <a:pt x="1907" y="11100"/>
                  </a:lnTo>
                  <a:lnTo>
                    <a:pt x="2368" y="11531"/>
                  </a:lnTo>
                  <a:lnTo>
                    <a:pt x="2860" y="11900"/>
                  </a:lnTo>
                  <a:lnTo>
                    <a:pt x="3413" y="12238"/>
                  </a:lnTo>
                  <a:lnTo>
                    <a:pt x="3967" y="12484"/>
                  </a:lnTo>
                  <a:lnTo>
                    <a:pt x="4582" y="12730"/>
                  </a:lnTo>
                  <a:lnTo>
                    <a:pt x="5197" y="12884"/>
                  </a:lnTo>
                  <a:lnTo>
                    <a:pt x="5842" y="12976"/>
                  </a:lnTo>
                  <a:lnTo>
                    <a:pt x="6488" y="13007"/>
                  </a:lnTo>
                  <a:lnTo>
                    <a:pt x="7165" y="12976"/>
                  </a:lnTo>
                  <a:lnTo>
                    <a:pt x="7810" y="12884"/>
                  </a:lnTo>
                  <a:lnTo>
                    <a:pt x="8425" y="12730"/>
                  </a:lnTo>
                  <a:lnTo>
                    <a:pt x="9040" y="12484"/>
                  </a:lnTo>
                  <a:lnTo>
                    <a:pt x="9594" y="12238"/>
                  </a:lnTo>
                  <a:lnTo>
                    <a:pt x="10147" y="11900"/>
                  </a:lnTo>
                  <a:lnTo>
                    <a:pt x="10639" y="11531"/>
                  </a:lnTo>
                  <a:lnTo>
                    <a:pt x="11100" y="11100"/>
                  </a:lnTo>
                  <a:lnTo>
                    <a:pt x="11531" y="10639"/>
                  </a:lnTo>
                  <a:lnTo>
                    <a:pt x="11900" y="10147"/>
                  </a:lnTo>
                  <a:lnTo>
                    <a:pt x="12207" y="9593"/>
                  </a:lnTo>
                  <a:lnTo>
                    <a:pt x="12484" y="9040"/>
                  </a:lnTo>
                  <a:lnTo>
                    <a:pt x="12699" y="8456"/>
                  </a:lnTo>
                  <a:lnTo>
                    <a:pt x="12884" y="7810"/>
                  </a:lnTo>
                  <a:lnTo>
                    <a:pt x="12976" y="7164"/>
                  </a:lnTo>
                  <a:lnTo>
                    <a:pt x="13007" y="6519"/>
                  </a:lnTo>
                  <a:lnTo>
                    <a:pt x="12976" y="5842"/>
                  </a:lnTo>
                  <a:lnTo>
                    <a:pt x="12884" y="5196"/>
                  </a:lnTo>
                  <a:lnTo>
                    <a:pt x="12699" y="4582"/>
                  </a:lnTo>
                  <a:lnTo>
                    <a:pt x="12484" y="3967"/>
                  </a:lnTo>
                  <a:lnTo>
                    <a:pt x="12207" y="3413"/>
                  </a:lnTo>
                  <a:lnTo>
                    <a:pt x="11900" y="2890"/>
                  </a:lnTo>
                  <a:lnTo>
                    <a:pt x="11531" y="2368"/>
                  </a:lnTo>
                  <a:lnTo>
                    <a:pt x="11100" y="1906"/>
                  </a:lnTo>
                  <a:lnTo>
                    <a:pt x="10639" y="1507"/>
                  </a:lnTo>
                  <a:lnTo>
                    <a:pt x="10147" y="1107"/>
                  </a:lnTo>
                  <a:lnTo>
                    <a:pt x="9594" y="799"/>
                  </a:lnTo>
                  <a:lnTo>
                    <a:pt x="9040" y="523"/>
                  </a:lnTo>
                  <a:lnTo>
                    <a:pt x="8425" y="307"/>
                  </a:lnTo>
                  <a:lnTo>
                    <a:pt x="7810" y="154"/>
                  </a:lnTo>
                  <a:lnTo>
                    <a:pt x="7165" y="31"/>
                  </a:lnTo>
                  <a:lnTo>
                    <a:pt x="6488" y="0"/>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
            <p:cNvSpPr/>
            <p:nvPr/>
          </p:nvSpPr>
          <p:spPr>
            <a:xfrm>
              <a:off x="1344315" y="4574801"/>
              <a:ext cx="360297" cy="568699"/>
            </a:xfrm>
            <a:custGeom>
              <a:rect b="b" l="l" r="r" t="t"/>
              <a:pathLst>
                <a:path extrusionOk="0" h="13007" w="8241">
                  <a:moveTo>
                    <a:pt x="6488" y="0"/>
                  </a:moveTo>
                  <a:lnTo>
                    <a:pt x="5842" y="31"/>
                  </a:lnTo>
                  <a:lnTo>
                    <a:pt x="5197" y="154"/>
                  </a:lnTo>
                  <a:lnTo>
                    <a:pt x="4582" y="307"/>
                  </a:lnTo>
                  <a:lnTo>
                    <a:pt x="3967" y="523"/>
                  </a:lnTo>
                  <a:lnTo>
                    <a:pt x="3413" y="799"/>
                  </a:lnTo>
                  <a:lnTo>
                    <a:pt x="2860" y="1107"/>
                  </a:lnTo>
                  <a:lnTo>
                    <a:pt x="2368" y="1507"/>
                  </a:lnTo>
                  <a:lnTo>
                    <a:pt x="1907" y="1906"/>
                  </a:lnTo>
                  <a:lnTo>
                    <a:pt x="1476" y="2368"/>
                  </a:lnTo>
                  <a:lnTo>
                    <a:pt x="1107" y="2890"/>
                  </a:lnTo>
                  <a:lnTo>
                    <a:pt x="800" y="3413"/>
                  </a:lnTo>
                  <a:lnTo>
                    <a:pt x="523" y="3967"/>
                  </a:lnTo>
                  <a:lnTo>
                    <a:pt x="308" y="4582"/>
                  </a:lnTo>
                  <a:lnTo>
                    <a:pt x="123" y="5196"/>
                  </a:lnTo>
                  <a:lnTo>
                    <a:pt x="31" y="5842"/>
                  </a:lnTo>
                  <a:lnTo>
                    <a:pt x="0" y="6519"/>
                  </a:lnTo>
                  <a:lnTo>
                    <a:pt x="31" y="7164"/>
                  </a:lnTo>
                  <a:lnTo>
                    <a:pt x="123" y="7810"/>
                  </a:lnTo>
                  <a:lnTo>
                    <a:pt x="308" y="8456"/>
                  </a:lnTo>
                  <a:lnTo>
                    <a:pt x="523" y="9040"/>
                  </a:lnTo>
                  <a:lnTo>
                    <a:pt x="800" y="9593"/>
                  </a:lnTo>
                  <a:lnTo>
                    <a:pt x="1107" y="10147"/>
                  </a:lnTo>
                  <a:lnTo>
                    <a:pt x="1476" y="10639"/>
                  </a:lnTo>
                  <a:lnTo>
                    <a:pt x="1907" y="11100"/>
                  </a:lnTo>
                  <a:lnTo>
                    <a:pt x="2368" y="11531"/>
                  </a:lnTo>
                  <a:lnTo>
                    <a:pt x="2860" y="11900"/>
                  </a:lnTo>
                  <a:lnTo>
                    <a:pt x="3413" y="12238"/>
                  </a:lnTo>
                  <a:lnTo>
                    <a:pt x="3967" y="12484"/>
                  </a:lnTo>
                  <a:lnTo>
                    <a:pt x="4582" y="12730"/>
                  </a:lnTo>
                  <a:lnTo>
                    <a:pt x="5197" y="12884"/>
                  </a:lnTo>
                  <a:lnTo>
                    <a:pt x="5842" y="12976"/>
                  </a:lnTo>
                  <a:lnTo>
                    <a:pt x="6488" y="13007"/>
                  </a:lnTo>
                  <a:lnTo>
                    <a:pt x="6949" y="13007"/>
                  </a:lnTo>
                  <a:lnTo>
                    <a:pt x="7411" y="12945"/>
                  </a:lnTo>
                  <a:lnTo>
                    <a:pt x="7841" y="12884"/>
                  </a:lnTo>
                  <a:lnTo>
                    <a:pt x="8241" y="12761"/>
                  </a:lnTo>
                  <a:lnTo>
                    <a:pt x="7749" y="12607"/>
                  </a:lnTo>
                  <a:lnTo>
                    <a:pt x="7257" y="12392"/>
                  </a:lnTo>
                  <a:lnTo>
                    <a:pt x="6796" y="12176"/>
                  </a:lnTo>
                  <a:lnTo>
                    <a:pt x="6365" y="11900"/>
                  </a:lnTo>
                  <a:lnTo>
                    <a:pt x="5935" y="11592"/>
                  </a:lnTo>
                  <a:lnTo>
                    <a:pt x="5535" y="11223"/>
                  </a:lnTo>
                  <a:lnTo>
                    <a:pt x="5197" y="10854"/>
                  </a:lnTo>
                  <a:lnTo>
                    <a:pt x="4858" y="10485"/>
                  </a:lnTo>
                  <a:lnTo>
                    <a:pt x="4551" y="10055"/>
                  </a:lnTo>
                  <a:lnTo>
                    <a:pt x="4274" y="9593"/>
                  </a:lnTo>
                  <a:lnTo>
                    <a:pt x="4059" y="9132"/>
                  </a:lnTo>
                  <a:lnTo>
                    <a:pt x="3875" y="8640"/>
                  </a:lnTo>
                  <a:lnTo>
                    <a:pt x="3721" y="8118"/>
                  </a:lnTo>
                  <a:lnTo>
                    <a:pt x="3598" y="7595"/>
                  </a:lnTo>
                  <a:lnTo>
                    <a:pt x="3536" y="7072"/>
                  </a:lnTo>
                  <a:lnTo>
                    <a:pt x="3506" y="6519"/>
                  </a:lnTo>
                  <a:lnTo>
                    <a:pt x="3536" y="5965"/>
                  </a:lnTo>
                  <a:lnTo>
                    <a:pt x="3598" y="5412"/>
                  </a:lnTo>
                  <a:lnTo>
                    <a:pt x="3721" y="4889"/>
                  </a:lnTo>
                  <a:lnTo>
                    <a:pt x="3875" y="4366"/>
                  </a:lnTo>
                  <a:lnTo>
                    <a:pt x="4059" y="3905"/>
                  </a:lnTo>
                  <a:lnTo>
                    <a:pt x="4274" y="3413"/>
                  </a:lnTo>
                  <a:lnTo>
                    <a:pt x="4551" y="2983"/>
                  </a:lnTo>
                  <a:lnTo>
                    <a:pt x="4858" y="2552"/>
                  </a:lnTo>
                  <a:lnTo>
                    <a:pt x="5197" y="2152"/>
                  </a:lnTo>
                  <a:lnTo>
                    <a:pt x="5535" y="1783"/>
                  </a:lnTo>
                  <a:lnTo>
                    <a:pt x="5935" y="1445"/>
                  </a:lnTo>
                  <a:lnTo>
                    <a:pt x="6365" y="1138"/>
                  </a:lnTo>
                  <a:lnTo>
                    <a:pt x="6796" y="861"/>
                  </a:lnTo>
                  <a:lnTo>
                    <a:pt x="7257" y="615"/>
                  </a:lnTo>
                  <a:lnTo>
                    <a:pt x="7749" y="400"/>
                  </a:lnTo>
                  <a:lnTo>
                    <a:pt x="8241" y="246"/>
                  </a:lnTo>
                  <a:lnTo>
                    <a:pt x="7841" y="154"/>
                  </a:lnTo>
                  <a:lnTo>
                    <a:pt x="7411" y="62"/>
                  </a:lnTo>
                  <a:lnTo>
                    <a:pt x="6949" y="31"/>
                  </a:lnTo>
                  <a:lnTo>
                    <a:pt x="6488" y="0"/>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
            <p:cNvSpPr/>
            <p:nvPr/>
          </p:nvSpPr>
          <p:spPr>
            <a:xfrm>
              <a:off x="1486794" y="4717286"/>
              <a:ext cx="283699" cy="283715"/>
            </a:xfrm>
            <a:custGeom>
              <a:rect b="b" l="l" r="r" t="t"/>
              <a:pathLst>
                <a:path extrusionOk="0" h="6489" w="6489">
                  <a:moveTo>
                    <a:pt x="3229" y="0"/>
                  </a:moveTo>
                  <a:lnTo>
                    <a:pt x="2922" y="31"/>
                  </a:lnTo>
                  <a:lnTo>
                    <a:pt x="2583" y="62"/>
                  </a:lnTo>
                  <a:lnTo>
                    <a:pt x="2276" y="154"/>
                  </a:lnTo>
                  <a:lnTo>
                    <a:pt x="1968" y="246"/>
                  </a:lnTo>
                  <a:lnTo>
                    <a:pt x="1692" y="400"/>
                  </a:lnTo>
                  <a:lnTo>
                    <a:pt x="1415" y="554"/>
                  </a:lnTo>
                  <a:lnTo>
                    <a:pt x="1169" y="738"/>
                  </a:lnTo>
                  <a:lnTo>
                    <a:pt x="954" y="954"/>
                  </a:lnTo>
                  <a:lnTo>
                    <a:pt x="739" y="1169"/>
                  </a:lnTo>
                  <a:lnTo>
                    <a:pt x="554" y="1446"/>
                  </a:lnTo>
                  <a:lnTo>
                    <a:pt x="400" y="1691"/>
                  </a:lnTo>
                  <a:lnTo>
                    <a:pt x="247" y="1999"/>
                  </a:lnTo>
                  <a:lnTo>
                    <a:pt x="154" y="2276"/>
                  </a:lnTo>
                  <a:lnTo>
                    <a:pt x="62" y="2583"/>
                  </a:lnTo>
                  <a:lnTo>
                    <a:pt x="1" y="2921"/>
                  </a:lnTo>
                  <a:lnTo>
                    <a:pt x="1" y="3260"/>
                  </a:lnTo>
                  <a:lnTo>
                    <a:pt x="1" y="3598"/>
                  </a:lnTo>
                  <a:lnTo>
                    <a:pt x="62" y="3905"/>
                  </a:lnTo>
                  <a:lnTo>
                    <a:pt x="154" y="4213"/>
                  </a:lnTo>
                  <a:lnTo>
                    <a:pt x="247" y="4520"/>
                  </a:lnTo>
                  <a:lnTo>
                    <a:pt x="400" y="4797"/>
                  </a:lnTo>
                  <a:lnTo>
                    <a:pt x="554" y="5074"/>
                  </a:lnTo>
                  <a:lnTo>
                    <a:pt x="739" y="5320"/>
                  </a:lnTo>
                  <a:lnTo>
                    <a:pt x="954" y="5535"/>
                  </a:lnTo>
                  <a:lnTo>
                    <a:pt x="1169" y="5750"/>
                  </a:lnTo>
                  <a:lnTo>
                    <a:pt x="1415" y="5935"/>
                  </a:lnTo>
                  <a:lnTo>
                    <a:pt x="1692" y="6119"/>
                  </a:lnTo>
                  <a:lnTo>
                    <a:pt x="1968" y="6242"/>
                  </a:lnTo>
                  <a:lnTo>
                    <a:pt x="2276" y="6365"/>
                  </a:lnTo>
                  <a:lnTo>
                    <a:pt x="2583" y="6427"/>
                  </a:lnTo>
                  <a:lnTo>
                    <a:pt x="2922" y="6488"/>
                  </a:lnTo>
                  <a:lnTo>
                    <a:pt x="3567" y="6488"/>
                  </a:lnTo>
                  <a:lnTo>
                    <a:pt x="3906" y="6427"/>
                  </a:lnTo>
                  <a:lnTo>
                    <a:pt x="4213" y="6365"/>
                  </a:lnTo>
                  <a:lnTo>
                    <a:pt x="4521" y="6242"/>
                  </a:lnTo>
                  <a:lnTo>
                    <a:pt x="4797" y="6119"/>
                  </a:lnTo>
                  <a:lnTo>
                    <a:pt x="5074" y="5935"/>
                  </a:lnTo>
                  <a:lnTo>
                    <a:pt x="5320" y="5750"/>
                  </a:lnTo>
                  <a:lnTo>
                    <a:pt x="5535" y="5535"/>
                  </a:lnTo>
                  <a:lnTo>
                    <a:pt x="5751" y="5320"/>
                  </a:lnTo>
                  <a:lnTo>
                    <a:pt x="5935" y="5074"/>
                  </a:lnTo>
                  <a:lnTo>
                    <a:pt x="6089" y="4797"/>
                  </a:lnTo>
                  <a:lnTo>
                    <a:pt x="6242" y="4520"/>
                  </a:lnTo>
                  <a:lnTo>
                    <a:pt x="6335" y="4213"/>
                  </a:lnTo>
                  <a:lnTo>
                    <a:pt x="6427" y="3905"/>
                  </a:lnTo>
                  <a:lnTo>
                    <a:pt x="6488" y="3598"/>
                  </a:lnTo>
                  <a:lnTo>
                    <a:pt x="6488" y="3260"/>
                  </a:lnTo>
                  <a:lnTo>
                    <a:pt x="6488" y="2921"/>
                  </a:lnTo>
                  <a:lnTo>
                    <a:pt x="6427" y="2583"/>
                  </a:lnTo>
                  <a:lnTo>
                    <a:pt x="6335" y="2276"/>
                  </a:lnTo>
                  <a:lnTo>
                    <a:pt x="6242" y="1999"/>
                  </a:lnTo>
                  <a:lnTo>
                    <a:pt x="6089" y="1691"/>
                  </a:lnTo>
                  <a:lnTo>
                    <a:pt x="5935" y="1446"/>
                  </a:lnTo>
                  <a:lnTo>
                    <a:pt x="5751" y="1169"/>
                  </a:lnTo>
                  <a:lnTo>
                    <a:pt x="5535" y="954"/>
                  </a:lnTo>
                  <a:lnTo>
                    <a:pt x="5320" y="738"/>
                  </a:lnTo>
                  <a:lnTo>
                    <a:pt x="5074" y="554"/>
                  </a:lnTo>
                  <a:lnTo>
                    <a:pt x="4797" y="400"/>
                  </a:lnTo>
                  <a:lnTo>
                    <a:pt x="4521" y="246"/>
                  </a:lnTo>
                  <a:lnTo>
                    <a:pt x="4213" y="154"/>
                  </a:lnTo>
                  <a:lnTo>
                    <a:pt x="3906" y="62"/>
                  </a:lnTo>
                  <a:lnTo>
                    <a:pt x="3567" y="31"/>
                  </a:lnTo>
                  <a:lnTo>
                    <a:pt x="3229"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1486794" y="4717286"/>
              <a:ext cx="217813" cy="283715"/>
            </a:xfrm>
            <a:custGeom>
              <a:rect b="b" l="l" r="r" t="t"/>
              <a:pathLst>
                <a:path extrusionOk="0" h="6489" w="4982">
                  <a:moveTo>
                    <a:pt x="3229" y="0"/>
                  </a:moveTo>
                  <a:lnTo>
                    <a:pt x="2922" y="31"/>
                  </a:lnTo>
                  <a:lnTo>
                    <a:pt x="2583" y="62"/>
                  </a:lnTo>
                  <a:lnTo>
                    <a:pt x="2276" y="154"/>
                  </a:lnTo>
                  <a:lnTo>
                    <a:pt x="1968" y="246"/>
                  </a:lnTo>
                  <a:lnTo>
                    <a:pt x="1692" y="400"/>
                  </a:lnTo>
                  <a:lnTo>
                    <a:pt x="1415" y="554"/>
                  </a:lnTo>
                  <a:lnTo>
                    <a:pt x="1169" y="738"/>
                  </a:lnTo>
                  <a:lnTo>
                    <a:pt x="954" y="954"/>
                  </a:lnTo>
                  <a:lnTo>
                    <a:pt x="739" y="1169"/>
                  </a:lnTo>
                  <a:lnTo>
                    <a:pt x="554" y="1446"/>
                  </a:lnTo>
                  <a:lnTo>
                    <a:pt x="400" y="1691"/>
                  </a:lnTo>
                  <a:lnTo>
                    <a:pt x="247" y="1999"/>
                  </a:lnTo>
                  <a:lnTo>
                    <a:pt x="154" y="2276"/>
                  </a:lnTo>
                  <a:lnTo>
                    <a:pt x="62" y="2583"/>
                  </a:lnTo>
                  <a:lnTo>
                    <a:pt x="1" y="2921"/>
                  </a:lnTo>
                  <a:lnTo>
                    <a:pt x="1" y="3260"/>
                  </a:lnTo>
                  <a:lnTo>
                    <a:pt x="1" y="3598"/>
                  </a:lnTo>
                  <a:lnTo>
                    <a:pt x="62" y="3905"/>
                  </a:lnTo>
                  <a:lnTo>
                    <a:pt x="154" y="4213"/>
                  </a:lnTo>
                  <a:lnTo>
                    <a:pt x="247" y="4520"/>
                  </a:lnTo>
                  <a:lnTo>
                    <a:pt x="400" y="4797"/>
                  </a:lnTo>
                  <a:lnTo>
                    <a:pt x="554" y="5074"/>
                  </a:lnTo>
                  <a:lnTo>
                    <a:pt x="739" y="5320"/>
                  </a:lnTo>
                  <a:lnTo>
                    <a:pt x="954" y="5535"/>
                  </a:lnTo>
                  <a:lnTo>
                    <a:pt x="1169" y="5750"/>
                  </a:lnTo>
                  <a:lnTo>
                    <a:pt x="1415" y="5935"/>
                  </a:lnTo>
                  <a:lnTo>
                    <a:pt x="1692" y="6119"/>
                  </a:lnTo>
                  <a:lnTo>
                    <a:pt x="1968" y="6242"/>
                  </a:lnTo>
                  <a:lnTo>
                    <a:pt x="2276" y="6365"/>
                  </a:lnTo>
                  <a:lnTo>
                    <a:pt x="2583" y="6427"/>
                  </a:lnTo>
                  <a:lnTo>
                    <a:pt x="2922" y="6488"/>
                  </a:lnTo>
                  <a:lnTo>
                    <a:pt x="3229" y="6488"/>
                  </a:lnTo>
                  <a:lnTo>
                    <a:pt x="3721" y="6457"/>
                  </a:lnTo>
                  <a:lnTo>
                    <a:pt x="4182" y="6365"/>
                  </a:lnTo>
                  <a:lnTo>
                    <a:pt x="4613" y="6212"/>
                  </a:lnTo>
                  <a:lnTo>
                    <a:pt x="4982" y="5996"/>
                  </a:lnTo>
                  <a:lnTo>
                    <a:pt x="4674" y="5750"/>
                  </a:lnTo>
                  <a:lnTo>
                    <a:pt x="4367" y="5474"/>
                  </a:lnTo>
                  <a:lnTo>
                    <a:pt x="4121" y="5166"/>
                  </a:lnTo>
                  <a:lnTo>
                    <a:pt x="3906" y="4828"/>
                  </a:lnTo>
                  <a:lnTo>
                    <a:pt x="3721" y="4459"/>
                  </a:lnTo>
                  <a:lnTo>
                    <a:pt x="3598" y="4090"/>
                  </a:lnTo>
                  <a:lnTo>
                    <a:pt x="3537" y="3659"/>
                  </a:lnTo>
                  <a:lnTo>
                    <a:pt x="3506" y="3260"/>
                  </a:lnTo>
                  <a:lnTo>
                    <a:pt x="3537" y="2829"/>
                  </a:lnTo>
                  <a:lnTo>
                    <a:pt x="3598" y="2429"/>
                  </a:lnTo>
                  <a:lnTo>
                    <a:pt x="3721" y="2030"/>
                  </a:lnTo>
                  <a:lnTo>
                    <a:pt x="3906" y="1661"/>
                  </a:lnTo>
                  <a:lnTo>
                    <a:pt x="4121" y="1323"/>
                  </a:lnTo>
                  <a:lnTo>
                    <a:pt x="4367" y="1015"/>
                  </a:lnTo>
                  <a:lnTo>
                    <a:pt x="4674" y="738"/>
                  </a:lnTo>
                  <a:lnTo>
                    <a:pt x="4982" y="523"/>
                  </a:lnTo>
                  <a:lnTo>
                    <a:pt x="4613" y="308"/>
                  </a:lnTo>
                  <a:lnTo>
                    <a:pt x="4182" y="123"/>
                  </a:lnTo>
                  <a:lnTo>
                    <a:pt x="3721" y="31"/>
                  </a:lnTo>
                  <a:lnTo>
                    <a:pt x="3229"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
            <p:cNvSpPr/>
            <p:nvPr/>
          </p:nvSpPr>
          <p:spPr>
            <a:xfrm>
              <a:off x="3120082" y="4574801"/>
              <a:ext cx="568710" cy="568699"/>
            </a:xfrm>
            <a:custGeom>
              <a:rect b="b" l="l" r="r" t="t"/>
              <a:pathLst>
                <a:path extrusionOk="0" h="13007" w="13008">
                  <a:moveTo>
                    <a:pt x="6489" y="0"/>
                  </a:moveTo>
                  <a:lnTo>
                    <a:pt x="5843" y="31"/>
                  </a:lnTo>
                  <a:lnTo>
                    <a:pt x="5197" y="154"/>
                  </a:lnTo>
                  <a:lnTo>
                    <a:pt x="4551" y="307"/>
                  </a:lnTo>
                  <a:lnTo>
                    <a:pt x="3967" y="523"/>
                  </a:lnTo>
                  <a:lnTo>
                    <a:pt x="3383" y="799"/>
                  </a:lnTo>
                  <a:lnTo>
                    <a:pt x="2860" y="1107"/>
                  </a:lnTo>
                  <a:lnTo>
                    <a:pt x="2368" y="1507"/>
                  </a:lnTo>
                  <a:lnTo>
                    <a:pt x="1907" y="1906"/>
                  </a:lnTo>
                  <a:lnTo>
                    <a:pt x="1477" y="2368"/>
                  </a:lnTo>
                  <a:lnTo>
                    <a:pt x="1108" y="2890"/>
                  </a:lnTo>
                  <a:lnTo>
                    <a:pt x="769" y="3413"/>
                  </a:lnTo>
                  <a:lnTo>
                    <a:pt x="493" y="3967"/>
                  </a:lnTo>
                  <a:lnTo>
                    <a:pt x="277" y="4582"/>
                  </a:lnTo>
                  <a:lnTo>
                    <a:pt x="124" y="5196"/>
                  </a:lnTo>
                  <a:lnTo>
                    <a:pt x="31" y="5842"/>
                  </a:lnTo>
                  <a:lnTo>
                    <a:pt x="1" y="6519"/>
                  </a:lnTo>
                  <a:lnTo>
                    <a:pt x="31" y="7164"/>
                  </a:lnTo>
                  <a:lnTo>
                    <a:pt x="124" y="7810"/>
                  </a:lnTo>
                  <a:lnTo>
                    <a:pt x="277" y="8456"/>
                  </a:lnTo>
                  <a:lnTo>
                    <a:pt x="493" y="9040"/>
                  </a:lnTo>
                  <a:lnTo>
                    <a:pt x="769" y="9593"/>
                  </a:lnTo>
                  <a:lnTo>
                    <a:pt x="1108" y="10147"/>
                  </a:lnTo>
                  <a:lnTo>
                    <a:pt x="1477" y="10639"/>
                  </a:lnTo>
                  <a:lnTo>
                    <a:pt x="1907" y="11100"/>
                  </a:lnTo>
                  <a:lnTo>
                    <a:pt x="2368" y="11531"/>
                  </a:lnTo>
                  <a:lnTo>
                    <a:pt x="2860" y="11900"/>
                  </a:lnTo>
                  <a:lnTo>
                    <a:pt x="3383" y="12238"/>
                  </a:lnTo>
                  <a:lnTo>
                    <a:pt x="3967" y="12484"/>
                  </a:lnTo>
                  <a:lnTo>
                    <a:pt x="4551" y="12730"/>
                  </a:lnTo>
                  <a:lnTo>
                    <a:pt x="5197" y="12884"/>
                  </a:lnTo>
                  <a:lnTo>
                    <a:pt x="5843" y="12976"/>
                  </a:lnTo>
                  <a:lnTo>
                    <a:pt x="6489" y="13007"/>
                  </a:lnTo>
                  <a:lnTo>
                    <a:pt x="7165" y="12976"/>
                  </a:lnTo>
                  <a:lnTo>
                    <a:pt x="7811" y="12884"/>
                  </a:lnTo>
                  <a:lnTo>
                    <a:pt x="8426" y="12730"/>
                  </a:lnTo>
                  <a:lnTo>
                    <a:pt x="9010" y="12484"/>
                  </a:lnTo>
                  <a:lnTo>
                    <a:pt x="9594" y="12238"/>
                  </a:lnTo>
                  <a:lnTo>
                    <a:pt x="10117" y="11900"/>
                  </a:lnTo>
                  <a:lnTo>
                    <a:pt x="10640" y="11531"/>
                  </a:lnTo>
                  <a:lnTo>
                    <a:pt x="11101" y="11100"/>
                  </a:lnTo>
                  <a:lnTo>
                    <a:pt x="11501" y="10639"/>
                  </a:lnTo>
                  <a:lnTo>
                    <a:pt x="11870" y="10147"/>
                  </a:lnTo>
                  <a:lnTo>
                    <a:pt x="12208" y="9593"/>
                  </a:lnTo>
                  <a:lnTo>
                    <a:pt x="12484" y="9040"/>
                  </a:lnTo>
                  <a:lnTo>
                    <a:pt x="12700" y="8456"/>
                  </a:lnTo>
                  <a:lnTo>
                    <a:pt x="12853" y="7810"/>
                  </a:lnTo>
                  <a:lnTo>
                    <a:pt x="12946" y="7164"/>
                  </a:lnTo>
                  <a:lnTo>
                    <a:pt x="13007" y="6519"/>
                  </a:lnTo>
                  <a:lnTo>
                    <a:pt x="12946" y="5842"/>
                  </a:lnTo>
                  <a:lnTo>
                    <a:pt x="12853" y="5196"/>
                  </a:lnTo>
                  <a:lnTo>
                    <a:pt x="12700" y="4582"/>
                  </a:lnTo>
                  <a:lnTo>
                    <a:pt x="12484" y="3967"/>
                  </a:lnTo>
                  <a:lnTo>
                    <a:pt x="12208" y="3413"/>
                  </a:lnTo>
                  <a:lnTo>
                    <a:pt x="11870" y="2890"/>
                  </a:lnTo>
                  <a:lnTo>
                    <a:pt x="11501" y="2368"/>
                  </a:lnTo>
                  <a:lnTo>
                    <a:pt x="11101" y="1906"/>
                  </a:lnTo>
                  <a:lnTo>
                    <a:pt x="10640" y="1507"/>
                  </a:lnTo>
                  <a:lnTo>
                    <a:pt x="10117" y="1107"/>
                  </a:lnTo>
                  <a:lnTo>
                    <a:pt x="9594" y="799"/>
                  </a:lnTo>
                  <a:lnTo>
                    <a:pt x="9010" y="523"/>
                  </a:lnTo>
                  <a:lnTo>
                    <a:pt x="8426" y="307"/>
                  </a:lnTo>
                  <a:lnTo>
                    <a:pt x="7811" y="154"/>
                  </a:lnTo>
                  <a:lnTo>
                    <a:pt x="7165" y="31"/>
                  </a:lnTo>
                  <a:lnTo>
                    <a:pt x="6489" y="0"/>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
            <p:cNvSpPr/>
            <p:nvPr/>
          </p:nvSpPr>
          <p:spPr>
            <a:xfrm>
              <a:off x="3120082" y="4574801"/>
              <a:ext cx="360340" cy="568699"/>
            </a:xfrm>
            <a:custGeom>
              <a:rect b="b" l="l" r="r" t="t"/>
              <a:pathLst>
                <a:path extrusionOk="0" h="13007" w="8242">
                  <a:moveTo>
                    <a:pt x="6489" y="0"/>
                  </a:moveTo>
                  <a:lnTo>
                    <a:pt x="5843" y="31"/>
                  </a:lnTo>
                  <a:lnTo>
                    <a:pt x="5197" y="154"/>
                  </a:lnTo>
                  <a:lnTo>
                    <a:pt x="4551" y="307"/>
                  </a:lnTo>
                  <a:lnTo>
                    <a:pt x="3967" y="523"/>
                  </a:lnTo>
                  <a:lnTo>
                    <a:pt x="3383" y="799"/>
                  </a:lnTo>
                  <a:lnTo>
                    <a:pt x="2860" y="1107"/>
                  </a:lnTo>
                  <a:lnTo>
                    <a:pt x="2368" y="1507"/>
                  </a:lnTo>
                  <a:lnTo>
                    <a:pt x="1907" y="1906"/>
                  </a:lnTo>
                  <a:lnTo>
                    <a:pt x="1477" y="2368"/>
                  </a:lnTo>
                  <a:lnTo>
                    <a:pt x="1108" y="2890"/>
                  </a:lnTo>
                  <a:lnTo>
                    <a:pt x="769" y="3413"/>
                  </a:lnTo>
                  <a:lnTo>
                    <a:pt x="493" y="3967"/>
                  </a:lnTo>
                  <a:lnTo>
                    <a:pt x="277" y="4582"/>
                  </a:lnTo>
                  <a:lnTo>
                    <a:pt x="124" y="5196"/>
                  </a:lnTo>
                  <a:lnTo>
                    <a:pt x="31" y="5842"/>
                  </a:lnTo>
                  <a:lnTo>
                    <a:pt x="1" y="6519"/>
                  </a:lnTo>
                  <a:lnTo>
                    <a:pt x="31" y="7164"/>
                  </a:lnTo>
                  <a:lnTo>
                    <a:pt x="124" y="7810"/>
                  </a:lnTo>
                  <a:lnTo>
                    <a:pt x="277" y="8456"/>
                  </a:lnTo>
                  <a:lnTo>
                    <a:pt x="493" y="9040"/>
                  </a:lnTo>
                  <a:lnTo>
                    <a:pt x="769" y="9593"/>
                  </a:lnTo>
                  <a:lnTo>
                    <a:pt x="1108" y="10147"/>
                  </a:lnTo>
                  <a:lnTo>
                    <a:pt x="1477" y="10639"/>
                  </a:lnTo>
                  <a:lnTo>
                    <a:pt x="1907" y="11100"/>
                  </a:lnTo>
                  <a:lnTo>
                    <a:pt x="2368" y="11531"/>
                  </a:lnTo>
                  <a:lnTo>
                    <a:pt x="2860" y="11900"/>
                  </a:lnTo>
                  <a:lnTo>
                    <a:pt x="3383" y="12238"/>
                  </a:lnTo>
                  <a:lnTo>
                    <a:pt x="3967" y="12484"/>
                  </a:lnTo>
                  <a:lnTo>
                    <a:pt x="4551" y="12730"/>
                  </a:lnTo>
                  <a:lnTo>
                    <a:pt x="5197" y="12884"/>
                  </a:lnTo>
                  <a:lnTo>
                    <a:pt x="5843" y="12976"/>
                  </a:lnTo>
                  <a:lnTo>
                    <a:pt x="6489" y="13007"/>
                  </a:lnTo>
                  <a:lnTo>
                    <a:pt x="6950" y="13007"/>
                  </a:lnTo>
                  <a:lnTo>
                    <a:pt x="7380" y="12945"/>
                  </a:lnTo>
                  <a:lnTo>
                    <a:pt x="7811" y="12884"/>
                  </a:lnTo>
                  <a:lnTo>
                    <a:pt x="8241" y="12761"/>
                  </a:lnTo>
                  <a:lnTo>
                    <a:pt x="7749" y="12607"/>
                  </a:lnTo>
                  <a:lnTo>
                    <a:pt x="7257" y="12392"/>
                  </a:lnTo>
                  <a:lnTo>
                    <a:pt x="6796" y="12176"/>
                  </a:lnTo>
                  <a:lnTo>
                    <a:pt x="6335" y="11900"/>
                  </a:lnTo>
                  <a:lnTo>
                    <a:pt x="5935" y="11592"/>
                  </a:lnTo>
                  <a:lnTo>
                    <a:pt x="5535" y="11223"/>
                  </a:lnTo>
                  <a:lnTo>
                    <a:pt x="5166" y="10854"/>
                  </a:lnTo>
                  <a:lnTo>
                    <a:pt x="4859" y="10485"/>
                  </a:lnTo>
                  <a:lnTo>
                    <a:pt x="4551" y="10055"/>
                  </a:lnTo>
                  <a:lnTo>
                    <a:pt x="4275" y="9593"/>
                  </a:lnTo>
                  <a:lnTo>
                    <a:pt x="4059" y="9132"/>
                  </a:lnTo>
                  <a:lnTo>
                    <a:pt x="3844" y="8640"/>
                  </a:lnTo>
                  <a:lnTo>
                    <a:pt x="3690" y="8118"/>
                  </a:lnTo>
                  <a:lnTo>
                    <a:pt x="3598" y="7595"/>
                  </a:lnTo>
                  <a:lnTo>
                    <a:pt x="3506" y="7072"/>
                  </a:lnTo>
                  <a:lnTo>
                    <a:pt x="3506" y="6519"/>
                  </a:lnTo>
                  <a:lnTo>
                    <a:pt x="3506" y="5965"/>
                  </a:lnTo>
                  <a:lnTo>
                    <a:pt x="3598" y="5412"/>
                  </a:lnTo>
                  <a:lnTo>
                    <a:pt x="3690" y="4889"/>
                  </a:lnTo>
                  <a:lnTo>
                    <a:pt x="3844" y="4366"/>
                  </a:lnTo>
                  <a:lnTo>
                    <a:pt x="4059" y="3905"/>
                  </a:lnTo>
                  <a:lnTo>
                    <a:pt x="4275" y="3413"/>
                  </a:lnTo>
                  <a:lnTo>
                    <a:pt x="4551" y="2983"/>
                  </a:lnTo>
                  <a:lnTo>
                    <a:pt x="4859" y="2552"/>
                  </a:lnTo>
                  <a:lnTo>
                    <a:pt x="5166" y="2152"/>
                  </a:lnTo>
                  <a:lnTo>
                    <a:pt x="5535" y="1783"/>
                  </a:lnTo>
                  <a:lnTo>
                    <a:pt x="5935" y="1445"/>
                  </a:lnTo>
                  <a:lnTo>
                    <a:pt x="6335" y="1138"/>
                  </a:lnTo>
                  <a:lnTo>
                    <a:pt x="6796" y="861"/>
                  </a:lnTo>
                  <a:lnTo>
                    <a:pt x="7257" y="615"/>
                  </a:lnTo>
                  <a:lnTo>
                    <a:pt x="7749" y="400"/>
                  </a:lnTo>
                  <a:lnTo>
                    <a:pt x="8241" y="246"/>
                  </a:lnTo>
                  <a:lnTo>
                    <a:pt x="7811" y="154"/>
                  </a:lnTo>
                  <a:lnTo>
                    <a:pt x="7380" y="62"/>
                  </a:lnTo>
                  <a:lnTo>
                    <a:pt x="6950" y="31"/>
                  </a:lnTo>
                  <a:lnTo>
                    <a:pt x="6489" y="0"/>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
            <p:cNvSpPr/>
            <p:nvPr/>
          </p:nvSpPr>
          <p:spPr>
            <a:xfrm>
              <a:off x="3261250" y="4717286"/>
              <a:ext cx="285011" cy="283715"/>
            </a:xfrm>
            <a:custGeom>
              <a:rect b="b" l="l" r="r" t="t"/>
              <a:pathLst>
                <a:path extrusionOk="0" h="6489" w="6519">
                  <a:moveTo>
                    <a:pt x="3260" y="0"/>
                  </a:moveTo>
                  <a:lnTo>
                    <a:pt x="2921" y="31"/>
                  </a:lnTo>
                  <a:lnTo>
                    <a:pt x="2614" y="62"/>
                  </a:lnTo>
                  <a:lnTo>
                    <a:pt x="2306" y="154"/>
                  </a:lnTo>
                  <a:lnTo>
                    <a:pt x="1999" y="246"/>
                  </a:lnTo>
                  <a:lnTo>
                    <a:pt x="1722" y="400"/>
                  </a:lnTo>
                  <a:lnTo>
                    <a:pt x="1445" y="554"/>
                  </a:lnTo>
                  <a:lnTo>
                    <a:pt x="1199" y="738"/>
                  </a:lnTo>
                  <a:lnTo>
                    <a:pt x="953" y="954"/>
                  </a:lnTo>
                  <a:lnTo>
                    <a:pt x="769" y="1169"/>
                  </a:lnTo>
                  <a:lnTo>
                    <a:pt x="584" y="1446"/>
                  </a:lnTo>
                  <a:lnTo>
                    <a:pt x="400" y="1691"/>
                  </a:lnTo>
                  <a:lnTo>
                    <a:pt x="277" y="1999"/>
                  </a:lnTo>
                  <a:lnTo>
                    <a:pt x="154" y="2276"/>
                  </a:lnTo>
                  <a:lnTo>
                    <a:pt x="93" y="2583"/>
                  </a:lnTo>
                  <a:lnTo>
                    <a:pt x="31" y="2921"/>
                  </a:lnTo>
                  <a:lnTo>
                    <a:pt x="0" y="3260"/>
                  </a:lnTo>
                  <a:lnTo>
                    <a:pt x="31" y="3598"/>
                  </a:lnTo>
                  <a:lnTo>
                    <a:pt x="93" y="3905"/>
                  </a:lnTo>
                  <a:lnTo>
                    <a:pt x="154" y="4213"/>
                  </a:lnTo>
                  <a:lnTo>
                    <a:pt x="277" y="4520"/>
                  </a:lnTo>
                  <a:lnTo>
                    <a:pt x="400" y="4797"/>
                  </a:lnTo>
                  <a:lnTo>
                    <a:pt x="584" y="5074"/>
                  </a:lnTo>
                  <a:lnTo>
                    <a:pt x="769" y="5320"/>
                  </a:lnTo>
                  <a:lnTo>
                    <a:pt x="953" y="5535"/>
                  </a:lnTo>
                  <a:lnTo>
                    <a:pt x="1199" y="5750"/>
                  </a:lnTo>
                  <a:lnTo>
                    <a:pt x="1445" y="5935"/>
                  </a:lnTo>
                  <a:lnTo>
                    <a:pt x="1722" y="6119"/>
                  </a:lnTo>
                  <a:lnTo>
                    <a:pt x="1999" y="6242"/>
                  </a:lnTo>
                  <a:lnTo>
                    <a:pt x="2306" y="6365"/>
                  </a:lnTo>
                  <a:lnTo>
                    <a:pt x="2614" y="6427"/>
                  </a:lnTo>
                  <a:lnTo>
                    <a:pt x="2921" y="6488"/>
                  </a:lnTo>
                  <a:lnTo>
                    <a:pt x="3598" y="6488"/>
                  </a:lnTo>
                  <a:lnTo>
                    <a:pt x="3905" y="6427"/>
                  </a:lnTo>
                  <a:lnTo>
                    <a:pt x="4244" y="6365"/>
                  </a:lnTo>
                  <a:lnTo>
                    <a:pt x="4520" y="6242"/>
                  </a:lnTo>
                  <a:lnTo>
                    <a:pt x="4828" y="6119"/>
                  </a:lnTo>
                  <a:lnTo>
                    <a:pt x="5074" y="5935"/>
                  </a:lnTo>
                  <a:lnTo>
                    <a:pt x="5320" y="5750"/>
                  </a:lnTo>
                  <a:lnTo>
                    <a:pt x="5566" y="5535"/>
                  </a:lnTo>
                  <a:lnTo>
                    <a:pt x="5781" y="5320"/>
                  </a:lnTo>
                  <a:lnTo>
                    <a:pt x="5965" y="5074"/>
                  </a:lnTo>
                  <a:lnTo>
                    <a:pt x="6119" y="4797"/>
                  </a:lnTo>
                  <a:lnTo>
                    <a:pt x="6273" y="4520"/>
                  </a:lnTo>
                  <a:lnTo>
                    <a:pt x="6365" y="4213"/>
                  </a:lnTo>
                  <a:lnTo>
                    <a:pt x="6457" y="3905"/>
                  </a:lnTo>
                  <a:lnTo>
                    <a:pt x="6488" y="3598"/>
                  </a:lnTo>
                  <a:lnTo>
                    <a:pt x="6519" y="3260"/>
                  </a:lnTo>
                  <a:lnTo>
                    <a:pt x="6488" y="2921"/>
                  </a:lnTo>
                  <a:lnTo>
                    <a:pt x="6457" y="2583"/>
                  </a:lnTo>
                  <a:lnTo>
                    <a:pt x="6365" y="2276"/>
                  </a:lnTo>
                  <a:lnTo>
                    <a:pt x="6273" y="1999"/>
                  </a:lnTo>
                  <a:lnTo>
                    <a:pt x="6119" y="1691"/>
                  </a:lnTo>
                  <a:lnTo>
                    <a:pt x="5965" y="1446"/>
                  </a:lnTo>
                  <a:lnTo>
                    <a:pt x="5781" y="1169"/>
                  </a:lnTo>
                  <a:lnTo>
                    <a:pt x="5566" y="954"/>
                  </a:lnTo>
                  <a:lnTo>
                    <a:pt x="5320" y="738"/>
                  </a:lnTo>
                  <a:lnTo>
                    <a:pt x="5074" y="554"/>
                  </a:lnTo>
                  <a:lnTo>
                    <a:pt x="4828" y="400"/>
                  </a:lnTo>
                  <a:lnTo>
                    <a:pt x="4520" y="246"/>
                  </a:lnTo>
                  <a:lnTo>
                    <a:pt x="4244" y="154"/>
                  </a:lnTo>
                  <a:lnTo>
                    <a:pt x="3905" y="62"/>
                  </a:lnTo>
                  <a:lnTo>
                    <a:pt x="3598" y="31"/>
                  </a:lnTo>
                  <a:lnTo>
                    <a:pt x="3260"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
            <p:cNvSpPr/>
            <p:nvPr/>
          </p:nvSpPr>
          <p:spPr>
            <a:xfrm>
              <a:off x="3261250" y="4717286"/>
              <a:ext cx="219168" cy="283715"/>
            </a:xfrm>
            <a:custGeom>
              <a:rect b="b" l="l" r="r" t="t"/>
              <a:pathLst>
                <a:path extrusionOk="0" h="6489" w="5013">
                  <a:moveTo>
                    <a:pt x="3260" y="0"/>
                  </a:moveTo>
                  <a:lnTo>
                    <a:pt x="2921" y="31"/>
                  </a:lnTo>
                  <a:lnTo>
                    <a:pt x="2614" y="62"/>
                  </a:lnTo>
                  <a:lnTo>
                    <a:pt x="2306" y="154"/>
                  </a:lnTo>
                  <a:lnTo>
                    <a:pt x="1999" y="246"/>
                  </a:lnTo>
                  <a:lnTo>
                    <a:pt x="1722" y="400"/>
                  </a:lnTo>
                  <a:lnTo>
                    <a:pt x="1445" y="554"/>
                  </a:lnTo>
                  <a:lnTo>
                    <a:pt x="1199" y="738"/>
                  </a:lnTo>
                  <a:lnTo>
                    <a:pt x="953" y="954"/>
                  </a:lnTo>
                  <a:lnTo>
                    <a:pt x="769" y="1169"/>
                  </a:lnTo>
                  <a:lnTo>
                    <a:pt x="584" y="1446"/>
                  </a:lnTo>
                  <a:lnTo>
                    <a:pt x="400" y="1691"/>
                  </a:lnTo>
                  <a:lnTo>
                    <a:pt x="277" y="1999"/>
                  </a:lnTo>
                  <a:lnTo>
                    <a:pt x="154" y="2276"/>
                  </a:lnTo>
                  <a:lnTo>
                    <a:pt x="93" y="2583"/>
                  </a:lnTo>
                  <a:lnTo>
                    <a:pt x="31" y="2921"/>
                  </a:lnTo>
                  <a:lnTo>
                    <a:pt x="0" y="3260"/>
                  </a:lnTo>
                  <a:lnTo>
                    <a:pt x="31" y="3598"/>
                  </a:lnTo>
                  <a:lnTo>
                    <a:pt x="93" y="3905"/>
                  </a:lnTo>
                  <a:lnTo>
                    <a:pt x="154" y="4213"/>
                  </a:lnTo>
                  <a:lnTo>
                    <a:pt x="277" y="4520"/>
                  </a:lnTo>
                  <a:lnTo>
                    <a:pt x="400" y="4797"/>
                  </a:lnTo>
                  <a:lnTo>
                    <a:pt x="584" y="5074"/>
                  </a:lnTo>
                  <a:lnTo>
                    <a:pt x="769" y="5320"/>
                  </a:lnTo>
                  <a:lnTo>
                    <a:pt x="953" y="5535"/>
                  </a:lnTo>
                  <a:lnTo>
                    <a:pt x="1199" y="5750"/>
                  </a:lnTo>
                  <a:lnTo>
                    <a:pt x="1445" y="5935"/>
                  </a:lnTo>
                  <a:lnTo>
                    <a:pt x="1722" y="6119"/>
                  </a:lnTo>
                  <a:lnTo>
                    <a:pt x="1999" y="6242"/>
                  </a:lnTo>
                  <a:lnTo>
                    <a:pt x="2306" y="6365"/>
                  </a:lnTo>
                  <a:lnTo>
                    <a:pt x="2614" y="6427"/>
                  </a:lnTo>
                  <a:lnTo>
                    <a:pt x="2921" y="6488"/>
                  </a:lnTo>
                  <a:lnTo>
                    <a:pt x="3260" y="6488"/>
                  </a:lnTo>
                  <a:lnTo>
                    <a:pt x="3752" y="6457"/>
                  </a:lnTo>
                  <a:lnTo>
                    <a:pt x="4182" y="6365"/>
                  </a:lnTo>
                  <a:lnTo>
                    <a:pt x="4612" y="6212"/>
                  </a:lnTo>
                  <a:lnTo>
                    <a:pt x="5012" y="5996"/>
                  </a:lnTo>
                  <a:lnTo>
                    <a:pt x="4705" y="5750"/>
                  </a:lnTo>
                  <a:lnTo>
                    <a:pt x="4397" y="5474"/>
                  </a:lnTo>
                  <a:lnTo>
                    <a:pt x="4151" y="5166"/>
                  </a:lnTo>
                  <a:lnTo>
                    <a:pt x="3936" y="4828"/>
                  </a:lnTo>
                  <a:lnTo>
                    <a:pt x="3752" y="4459"/>
                  </a:lnTo>
                  <a:lnTo>
                    <a:pt x="3629" y="4090"/>
                  </a:lnTo>
                  <a:lnTo>
                    <a:pt x="3536" y="3659"/>
                  </a:lnTo>
                  <a:lnTo>
                    <a:pt x="3506" y="3260"/>
                  </a:lnTo>
                  <a:lnTo>
                    <a:pt x="3536" y="2829"/>
                  </a:lnTo>
                  <a:lnTo>
                    <a:pt x="3629" y="2429"/>
                  </a:lnTo>
                  <a:lnTo>
                    <a:pt x="3752" y="2030"/>
                  </a:lnTo>
                  <a:lnTo>
                    <a:pt x="3936" y="1661"/>
                  </a:lnTo>
                  <a:lnTo>
                    <a:pt x="4151" y="1323"/>
                  </a:lnTo>
                  <a:lnTo>
                    <a:pt x="4397" y="1015"/>
                  </a:lnTo>
                  <a:lnTo>
                    <a:pt x="4705" y="738"/>
                  </a:lnTo>
                  <a:lnTo>
                    <a:pt x="5012" y="523"/>
                  </a:lnTo>
                  <a:lnTo>
                    <a:pt x="4612" y="308"/>
                  </a:lnTo>
                  <a:lnTo>
                    <a:pt x="4182" y="123"/>
                  </a:lnTo>
                  <a:lnTo>
                    <a:pt x="3752" y="31"/>
                  </a:lnTo>
                  <a:lnTo>
                    <a:pt x="3260"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
            <p:cNvSpPr/>
            <p:nvPr/>
          </p:nvSpPr>
          <p:spPr>
            <a:xfrm>
              <a:off x="1226012" y="3276179"/>
              <a:ext cx="947762" cy="947816"/>
            </a:xfrm>
            <a:custGeom>
              <a:rect b="b" l="l" r="r" t="t"/>
              <a:pathLst>
                <a:path extrusionOk="0" h="21678" w="21678">
                  <a:moveTo>
                    <a:pt x="10855" y="0"/>
                  </a:moveTo>
                  <a:lnTo>
                    <a:pt x="10301" y="31"/>
                  </a:lnTo>
                  <a:lnTo>
                    <a:pt x="9748" y="62"/>
                  </a:lnTo>
                  <a:lnTo>
                    <a:pt x="9194" y="123"/>
                  </a:lnTo>
                  <a:lnTo>
                    <a:pt x="8671" y="215"/>
                  </a:lnTo>
                  <a:lnTo>
                    <a:pt x="8149" y="338"/>
                  </a:lnTo>
                  <a:lnTo>
                    <a:pt x="7626" y="492"/>
                  </a:lnTo>
                  <a:lnTo>
                    <a:pt x="7103" y="646"/>
                  </a:lnTo>
                  <a:lnTo>
                    <a:pt x="6611" y="861"/>
                  </a:lnTo>
                  <a:lnTo>
                    <a:pt x="6150" y="1076"/>
                  </a:lnTo>
                  <a:lnTo>
                    <a:pt x="5689" y="1322"/>
                  </a:lnTo>
                  <a:lnTo>
                    <a:pt x="5228" y="1568"/>
                  </a:lnTo>
                  <a:lnTo>
                    <a:pt x="4797" y="1845"/>
                  </a:lnTo>
                  <a:lnTo>
                    <a:pt x="4367" y="2152"/>
                  </a:lnTo>
                  <a:lnTo>
                    <a:pt x="3936" y="2491"/>
                  </a:lnTo>
                  <a:lnTo>
                    <a:pt x="3567" y="2829"/>
                  </a:lnTo>
                  <a:lnTo>
                    <a:pt x="3168" y="3167"/>
                  </a:lnTo>
                  <a:lnTo>
                    <a:pt x="2829" y="3567"/>
                  </a:lnTo>
                  <a:lnTo>
                    <a:pt x="2491" y="3936"/>
                  </a:lnTo>
                  <a:lnTo>
                    <a:pt x="2153" y="4366"/>
                  </a:lnTo>
                  <a:lnTo>
                    <a:pt x="1845" y="4766"/>
                  </a:lnTo>
                  <a:lnTo>
                    <a:pt x="1569" y="5227"/>
                  </a:lnTo>
                  <a:lnTo>
                    <a:pt x="1323" y="5689"/>
                  </a:lnTo>
                  <a:lnTo>
                    <a:pt x="1077" y="6150"/>
                  </a:lnTo>
                  <a:lnTo>
                    <a:pt x="861" y="6611"/>
                  </a:lnTo>
                  <a:lnTo>
                    <a:pt x="677" y="7103"/>
                  </a:lnTo>
                  <a:lnTo>
                    <a:pt x="492" y="7626"/>
                  </a:lnTo>
                  <a:lnTo>
                    <a:pt x="339" y="8118"/>
                  </a:lnTo>
                  <a:lnTo>
                    <a:pt x="216" y="8640"/>
                  </a:lnTo>
                  <a:lnTo>
                    <a:pt x="123" y="9194"/>
                  </a:lnTo>
                  <a:lnTo>
                    <a:pt x="62" y="9717"/>
                  </a:lnTo>
                  <a:lnTo>
                    <a:pt x="31" y="10270"/>
                  </a:lnTo>
                  <a:lnTo>
                    <a:pt x="0" y="10854"/>
                  </a:lnTo>
                  <a:lnTo>
                    <a:pt x="31" y="11408"/>
                  </a:lnTo>
                  <a:lnTo>
                    <a:pt x="62" y="11961"/>
                  </a:lnTo>
                  <a:lnTo>
                    <a:pt x="123" y="12484"/>
                  </a:lnTo>
                  <a:lnTo>
                    <a:pt x="216" y="13037"/>
                  </a:lnTo>
                  <a:lnTo>
                    <a:pt x="339" y="13560"/>
                  </a:lnTo>
                  <a:lnTo>
                    <a:pt x="492" y="14052"/>
                  </a:lnTo>
                  <a:lnTo>
                    <a:pt x="677" y="14575"/>
                  </a:lnTo>
                  <a:lnTo>
                    <a:pt x="861" y="15067"/>
                  </a:lnTo>
                  <a:lnTo>
                    <a:pt x="1077" y="15528"/>
                  </a:lnTo>
                  <a:lnTo>
                    <a:pt x="1323" y="15989"/>
                  </a:lnTo>
                  <a:lnTo>
                    <a:pt x="1569" y="16450"/>
                  </a:lnTo>
                  <a:lnTo>
                    <a:pt x="1845" y="16912"/>
                  </a:lnTo>
                  <a:lnTo>
                    <a:pt x="2153" y="17311"/>
                  </a:lnTo>
                  <a:lnTo>
                    <a:pt x="2491" y="17742"/>
                  </a:lnTo>
                  <a:lnTo>
                    <a:pt x="2829" y="18111"/>
                  </a:lnTo>
                  <a:lnTo>
                    <a:pt x="3168" y="18511"/>
                  </a:lnTo>
                  <a:lnTo>
                    <a:pt x="3567" y="18849"/>
                  </a:lnTo>
                  <a:lnTo>
                    <a:pt x="3936" y="19187"/>
                  </a:lnTo>
                  <a:lnTo>
                    <a:pt x="4367" y="19525"/>
                  </a:lnTo>
                  <a:lnTo>
                    <a:pt x="4797" y="19833"/>
                  </a:lnTo>
                  <a:lnTo>
                    <a:pt x="5228" y="20110"/>
                  </a:lnTo>
                  <a:lnTo>
                    <a:pt x="5689" y="20356"/>
                  </a:lnTo>
                  <a:lnTo>
                    <a:pt x="6150" y="20602"/>
                  </a:lnTo>
                  <a:lnTo>
                    <a:pt x="6611" y="20817"/>
                  </a:lnTo>
                  <a:lnTo>
                    <a:pt x="7103" y="21032"/>
                  </a:lnTo>
                  <a:lnTo>
                    <a:pt x="7626" y="21186"/>
                  </a:lnTo>
                  <a:lnTo>
                    <a:pt x="8149" y="21339"/>
                  </a:lnTo>
                  <a:lnTo>
                    <a:pt x="8671" y="21462"/>
                  </a:lnTo>
                  <a:lnTo>
                    <a:pt x="9194" y="21555"/>
                  </a:lnTo>
                  <a:lnTo>
                    <a:pt x="9748" y="21616"/>
                  </a:lnTo>
                  <a:lnTo>
                    <a:pt x="10301" y="21647"/>
                  </a:lnTo>
                  <a:lnTo>
                    <a:pt x="10855" y="21678"/>
                  </a:lnTo>
                  <a:lnTo>
                    <a:pt x="11408" y="21647"/>
                  </a:lnTo>
                  <a:lnTo>
                    <a:pt x="11961" y="21616"/>
                  </a:lnTo>
                  <a:lnTo>
                    <a:pt x="12484" y="21555"/>
                  </a:lnTo>
                  <a:lnTo>
                    <a:pt x="13038" y="21462"/>
                  </a:lnTo>
                  <a:lnTo>
                    <a:pt x="13560" y="21339"/>
                  </a:lnTo>
                  <a:lnTo>
                    <a:pt x="14052" y="21186"/>
                  </a:lnTo>
                  <a:lnTo>
                    <a:pt x="14575" y="21032"/>
                  </a:lnTo>
                  <a:lnTo>
                    <a:pt x="15067" y="20817"/>
                  </a:lnTo>
                  <a:lnTo>
                    <a:pt x="15528" y="20602"/>
                  </a:lnTo>
                  <a:lnTo>
                    <a:pt x="16020" y="20356"/>
                  </a:lnTo>
                  <a:lnTo>
                    <a:pt x="16451" y="20110"/>
                  </a:lnTo>
                  <a:lnTo>
                    <a:pt x="16912" y="19833"/>
                  </a:lnTo>
                  <a:lnTo>
                    <a:pt x="17342" y="19525"/>
                  </a:lnTo>
                  <a:lnTo>
                    <a:pt x="17742" y="19187"/>
                  </a:lnTo>
                  <a:lnTo>
                    <a:pt x="18142" y="18849"/>
                  </a:lnTo>
                  <a:lnTo>
                    <a:pt x="18511" y="18511"/>
                  </a:lnTo>
                  <a:lnTo>
                    <a:pt x="18880" y="18111"/>
                  </a:lnTo>
                  <a:lnTo>
                    <a:pt x="19218" y="17742"/>
                  </a:lnTo>
                  <a:lnTo>
                    <a:pt x="19526" y="17311"/>
                  </a:lnTo>
                  <a:lnTo>
                    <a:pt x="19833" y="16912"/>
                  </a:lnTo>
                  <a:lnTo>
                    <a:pt x="20110" y="16450"/>
                  </a:lnTo>
                  <a:lnTo>
                    <a:pt x="20387" y="15989"/>
                  </a:lnTo>
                  <a:lnTo>
                    <a:pt x="20602" y="15528"/>
                  </a:lnTo>
                  <a:lnTo>
                    <a:pt x="20817" y="15067"/>
                  </a:lnTo>
                  <a:lnTo>
                    <a:pt x="21032" y="14575"/>
                  </a:lnTo>
                  <a:lnTo>
                    <a:pt x="21186" y="14052"/>
                  </a:lnTo>
                  <a:lnTo>
                    <a:pt x="21340" y="13560"/>
                  </a:lnTo>
                  <a:lnTo>
                    <a:pt x="21463" y="13037"/>
                  </a:lnTo>
                  <a:lnTo>
                    <a:pt x="21555" y="12484"/>
                  </a:lnTo>
                  <a:lnTo>
                    <a:pt x="21616" y="11961"/>
                  </a:lnTo>
                  <a:lnTo>
                    <a:pt x="21678" y="11408"/>
                  </a:lnTo>
                  <a:lnTo>
                    <a:pt x="21678" y="10854"/>
                  </a:lnTo>
                  <a:lnTo>
                    <a:pt x="21678" y="10270"/>
                  </a:lnTo>
                  <a:lnTo>
                    <a:pt x="21616" y="9717"/>
                  </a:lnTo>
                  <a:lnTo>
                    <a:pt x="21555" y="9194"/>
                  </a:lnTo>
                  <a:lnTo>
                    <a:pt x="21463" y="8640"/>
                  </a:lnTo>
                  <a:lnTo>
                    <a:pt x="21340" y="8118"/>
                  </a:lnTo>
                  <a:lnTo>
                    <a:pt x="21186" y="7626"/>
                  </a:lnTo>
                  <a:lnTo>
                    <a:pt x="21032" y="7103"/>
                  </a:lnTo>
                  <a:lnTo>
                    <a:pt x="20817" y="6611"/>
                  </a:lnTo>
                  <a:lnTo>
                    <a:pt x="20602" y="6150"/>
                  </a:lnTo>
                  <a:lnTo>
                    <a:pt x="20387" y="5689"/>
                  </a:lnTo>
                  <a:lnTo>
                    <a:pt x="20110" y="5227"/>
                  </a:lnTo>
                  <a:lnTo>
                    <a:pt x="19833" y="4766"/>
                  </a:lnTo>
                  <a:lnTo>
                    <a:pt x="19526" y="4366"/>
                  </a:lnTo>
                  <a:lnTo>
                    <a:pt x="19218" y="3936"/>
                  </a:lnTo>
                  <a:lnTo>
                    <a:pt x="18880" y="3567"/>
                  </a:lnTo>
                  <a:lnTo>
                    <a:pt x="18511" y="3167"/>
                  </a:lnTo>
                  <a:lnTo>
                    <a:pt x="18142" y="2829"/>
                  </a:lnTo>
                  <a:lnTo>
                    <a:pt x="17742" y="2491"/>
                  </a:lnTo>
                  <a:lnTo>
                    <a:pt x="17342" y="2152"/>
                  </a:lnTo>
                  <a:lnTo>
                    <a:pt x="16912" y="1845"/>
                  </a:lnTo>
                  <a:lnTo>
                    <a:pt x="16451" y="1568"/>
                  </a:lnTo>
                  <a:lnTo>
                    <a:pt x="16020" y="1322"/>
                  </a:lnTo>
                  <a:lnTo>
                    <a:pt x="15528" y="1076"/>
                  </a:lnTo>
                  <a:lnTo>
                    <a:pt x="15067" y="861"/>
                  </a:lnTo>
                  <a:lnTo>
                    <a:pt x="14575" y="646"/>
                  </a:lnTo>
                  <a:lnTo>
                    <a:pt x="14052" y="492"/>
                  </a:lnTo>
                  <a:lnTo>
                    <a:pt x="13560" y="338"/>
                  </a:lnTo>
                  <a:lnTo>
                    <a:pt x="13038" y="215"/>
                  </a:lnTo>
                  <a:lnTo>
                    <a:pt x="12484" y="123"/>
                  </a:lnTo>
                  <a:lnTo>
                    <a:pt x="11961" y="62"/>
                  </a:lnTo>
                  <a:lnTo>
                    <a:pt x="11408" y="31"/>
                  </a:lnTo>
                  <a:lnTo>
                    <a:pt x="1085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
            <p:cNvSpPr/>
            <p:nvPr/>
          </p:nvSpPr>
          <p:spPr>
            <a:xfrm>
              <a:off x="1658871" y="3899936"/>
              <a:ext cx="83374" cy="324027"/>
            </a:xfrm>
            <a:custGeom>
              <a:rect b="b" l="l" r="r" t="t"/>
              <a:pathLst>
                <a:path extrusionOk="0" h="7411" w="1907">
                  <a:moveTo>
                    <a:pt x="954" y="0"/>
                  </a:moveTo>
                  <a:lnTo>
                    <a:pt x="738" y="31"/>
                  </a:lnTo>
                  <a:lnTo>
                    <a:pt x="585" y="93"/>
                  </a:lnTo>
                  <a:lnTo>
                    <a:pt x="400" y="154"/>
                  </a:lnTo>
                  <a:lnTo>
                    <a:pt x="277" y="277"/>
                  </a:lnTo>
                  <a:lnTo>
                    <a:pt x="154" y="431"/>
                  </a:lnTo>
                  <a:lnTo>
                    <a:pt x="62" y="585"/>
                  </a:lnTo>
                  <a:lnTo>
                    <a:pt x="0" y="769"/>
                  </a:lnTo>
                  <a:lnTo>
                    <a:pt x="0" y="954"/>
                  </a:lnTo>
                  <a:lnTo>
                    <a:pt x="0" y="7380"/>
                  </a:lnTo>
                  <a:lnTo>
                    <a:pt x="462" y="7411"/>
                  </a:lnTo>
                  <a:lnTo>
                    <a:pt x="1415" y="7411"/>
                  </a:lnTo>
                  <a:lnTo>
                    <a:pt x="1907" y="7380"/>
                  </a:lnTo>
                  <a:lnTo>
                    <a:pt x="1907" y="954"/>
                  </a:lnTo>
                  <a:lnTo>
                    <a:pt x="1876" y="769"/>
                  </a:lnTo>
                  <a:lnTo>
                    <a:pt x="1815" y="585"/>
                  </a:lnTo>
                  <a:lnTo>
                    <a:pt x="1722" y="431"/>
                  </a:lnTo>
                  <a:lnTo>
                    <a:pt x="1630" y="277"/>
                  </a:lnTo>
                  <a:lnTo>
                    <a:pt x="1476" y="154"/>
                  </a:lnTo>
                  <a:lnTo>
                    <a:pt x="1323" y="93"/>
                  </a:lnTo>
                  <a:lnTo>
                    <a:pt x="1138"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
            <p:cNvSpPr/>
            <p:nvPr/>
          </p:nvSpPr>
          <p:spPr>
            <a:xfrm>
              <a:off x="1767730" y="3484550"/>
              <a:ext cx="83418" cy="242004"/>
            </a:xfrm>
            <a:custGeom>
              <a:rect b="b" l="l" r="r" t="t"/>
              <a:pathLst>
                <a:path extrusionOk="0" h="5535" w="1908">
                  <a:moveTo>
                    <a:pt x="954" y="0"/>
                  </a:moveTo>
                  <a:lnTo>
                    <a:pt x="770" y="31"/>
                  </a:lnTo>
                  <a:lnTo>
                    <a:pt x="585" y="92"/>
                  </a:lnTo>
                  <a:lnTo>
                    <a:pt x="431" y="185"/>
                  </a:lnTo>
                  <a:lnTo>
                    <a:pt x="278" y="277"/>
                  </a:lnTo>
                  <a:lnTo>
                    <a:pt x="155" y="431"/>
                  </a:lnTo>
                  <a:lnTo>
                    <a:pt x="62" y="584"/>
                  </a:lnTo>
                  <a:lnTo>
                    <a:pt x="32" y="769"/>
                  </a:lnTo>
                  <a:lnTo>
                    <a:pt x="1" y="953"/>
                  </a:lnTo>
                  <a:lnTo>
                    <a:pt x="1" y="4582"/>
                  </a:lnTo>
                  <a:lnTo>
                    <a:pt x="32" y="4766"/>
                  </a:lnTo>
                  <a:lnTo>
                    <a:pt x="62" y="4951"/>
                  </a:lnTo>
                  <a:lnTo>
                    <a:pt x="155" y="5104"/>
                  </a:lnTo>
                  <a:lnTo>
                    <a:pt x="278" y="5258"/>
                  </a:lnTo>
                  <a:lnTo>
                    <a:pt x="431" y="5381"/>
                  </a:lnTo>
                  <a:lnTo>
                    <a:pt x="585" y="5473"/>
                  </a:lnTo>
                  <a:lnTo>
                    <a:pt x="770" y="5504"/>
                  </a:lnTo>
                  <a:lnTo>
                    <a:pt x="954" y="5535"/>
                  </a:lnTo>
                  <a:lnTo>
                    <a:pt x="1139" y="5504"/>
                  </a:lnTo>
                  <a:lnTo>
                    <a:pt x="1323" y="5473"/>
                  </a:lnTo>
                  <a:lnTo>
                    <a:pt x="1477" y="5381"/>
                  </a:lnTo>
                  <a:lnTo>
                    <a:pt x="1631" y="5258"/>
                  </a:lnTo>
                  <a:lnTo>
                    <a:pt x="1723" y="5104"/>
                  </a:lnTo>
                  <a:lnTo>
                    <a:pt x="1815" y="4951"/>
                  </a:lnTo>
                  <a:lnTo>
                    <a:pt x="1877" y="4766"/>
                  </a:lnTo>
                  <a:lnTo>
                    <a:pt x="1907" y="4582"/>
                  </a:lnTo>
                  <a:lnTo>
                    <a:pt x="1907" y="953"/>
                  </a:lnTo>
                  <a:lnTo>
                    <a:pt x="1877" y="769"/>
                  </a:lnTo>
                  <a:lnTo>
                    <a:pt x="1815" y="584"/>
                  </a:lnTo>
                  <a:lnTo>
                    <a:pt x="1723" y="431"/>
                  </a:lnTo>
                  <a:lnTo>
                    <a:pt x="1631" y="277"/>
                  </a:lnTo>
                  <a:lnTo>
                    <a:pt x="1477" y="185"/>
                  </a:lnTo>
                  <a:lnTo>
                    <a:pt x="1323" y="92"/>
                  </a:lnTo>
                  <a:lnTo>
                    <a:pt x="1139"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
            <p:cNvSpPr/>
            <p:nvPr/>
          </p:nvSpPr>
          <p:spPr>
            <a:xfrm>
              <a:off x="1549967" y="3484550"/>
              <a:ext cx="82062" cy="242004"/>
            </a:xfrm>
            <a:custGeom>
              <a:rect b="b" l="l" r="r" t="t"/>
              <a:pathLst>
                <a:path extrusionOk="0" h="5535" w="1877">
                  <a:moveTo>
                    <a:pt x="954" y="0"/>
                  </a:moveTo>
                  <a:lnTo>
                    <a:pt x="739" y="31"/>
                  </a:lnTo>
                  <a:lnTo>
                    <a:pt x="554" y="92"/>
                  </a:lnTo>
                  <a:lnTo>
                    <a:pt x="400" y="185"/>
                  </a:lnTo>
                  <a:lnTo>
                    <a:pt x="277" y="277"/>
                  </a:lnTo>
                  <a:lnTo>
                    <a:pt x="154" y="431"/>
                  </a:lnTo>
                  <a:lnTo>
                    <a:pt x="62" y="584"/>
                  </a:lnTo>
                  <a:lnTo>
                    <a:pt x="1" y="769"/>
                  </a:lnTo>
                  <a:lnTo>
                    <a:pt x="1" y="953"/>
                  </a:lnTo>
                  <a:lnTo>
                    <a:pt x="1" y="4582"/>
                  </a:lnTo>
                  <a:lnTo>
                    <a:pt x="1" y="4766"/>
                  </a:lnTo>
                  <a:lnTo>
                    <a:pt x="62" y="4951"/>
                  </a:lnTo>
                  <a:lnTo>
                    <a:pt x="154" y="5104"/>
                  </a:lnTo>
                  <a:lnTo>
                    <a:pt x="277" y="5258"/>
                  </a:lnTo>
                  <a:lnTo>
                    <a:pt x="400" y="5381"/>
                  </a:lnTo>
                  <a:lnTo>
                    <a:pt x="554" y="5473"/>
                  </a:lnTo>
                  <a:lnTo>
                    <a:pt x="739" y="5504"/>
                  </a:lnTo>
                  <a:lnTo>
                    <a:pt x="954" y="5535"/>
                  </a:lnTo>
                  <a:lnTo>
                    <a:pt x="1138" y="5504"/>
                  </a:lnTo>
                  <a:lnTo>
                    <a:pt x="1323" y="5473"/>
                  </a:lnTo>
                  <a:lnTo>
                    <a:pt x="1477" y="5381"/>
                  </a:lnTo>
                  <a:lnTo>
                    <a:pt x="1600" y="5258"/>
                  </a:lnTo>
                  <a:lnTo>
                    <a:pt x="1723" y="5104"/>
                  </a:lnTo>
                  <a:lnTo>
                    <a:pt x="1815" y="4951"/>
                  </a:lnTo>
                  <a:lnTo>
                    <a:pt x="1876" y="4766"/>
                  </a:lnTo>
                  <a:lnTo>
                    <a:pt x="1876" y="4582"/>
                  </a:lnTo>
                  <a:lnTo>
                    <a:pt x="1876" y="953"/>
                  </a:lnTo>
                  <a:lnTo>
                    <a:pt x="1876" y="769"/>
                  </a:lnTo>
                  <a:lnTo>
                    <a:pt x="1815" y="584"/>
                  </a:lnTo>
                  <a:lnTo>
                    <a:pt x="1723" y="431"/>
                  </a:lnTo>
                  <a:lnTo>
                    <a:pt x="1600" y="277"/>
                  </a:lnTo>
                  <a:lnTo>
                    <a:pt x="1477" y="185"/>
                  </a:lnTo>
                  <a:lnTo>
                    <a:pt x="1323" y="92"/>
                  </a:lnTo>
                  <a:lnTo>
                    <a:pt x="1138"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
            <p:cNvSpPr/>
            <p:nvPr/>
          </p:nvSpPr>
          <p:spPr>
            <a:xfrm>
              <a:off x="1506948" y="3672722"/>
              <a:ext cx="385873" cy="320005"/>
            </a:xfrm>
            <a:custGeom>
              <a:rect b="b" l="l" r="r" t="t"/>
              <a:pathLst>
                <a:path extrusionOk="0" h="7319" w="8826">
                  <a:moveTo>
                    <a:pt x="1138" y="1"/>
                  </a:moveTo>
                  <a:lnTo>
                    <a:pt x="893" y="32"/>
                  </a:lnTo>
                  <a:lnTo>
                    <a:pt x="708" y="93"/>
                  </a:lnTo>
                  <a:lnTo>
                    <a:pt x="493" y="185"/>
                  </a:lnTo>
                  <a:lnTo>
                    <a:pt x="339" y="339"/>
                  </a:lnTo>
                  <a:lnTo>
                    <a:pt x="185" y="493"/>
                  </a:lnTo>
                  <a:lnTo>
                    <a:pt x="93" y="677"/>
                  </a:lnTo>
                  <a:lnTo>
                    <a:pt x="32" y="893"/>
                  </a:lnTo>
                  <a:lnTo>
                    <a:pt x="1" y="1139"/>
                  </a:lnTo>
                  <a:lnTo>
                    <a:pt x="1" y="3814"/>
                  </a:lnTo>
                  <a:lnTo>
                    <a:pt x="32" y="4183"/>
                  </a:lnTo>
                  <a:lnTo>
                    <a:pt x="62" y="4521"/>
                  </a:lnTo>
                  <a:lnTo>
                    <a:pt x="155" y="4859"/>
                  </a:lnTo>
                  <a:lnTo>
                    <a:pt x="278" y="5197"/>
                  </a:lnTo>
                  <a:lnTo>
                    <a:pt x="431" y="5505"/>
                  </a:lnTo>
                  <a:lnTo>
                    <a:pt x="616" y="5782"/>
                  </a:lnTo>
                  <a:lnTo>
                    <a:pt x="800" y="6058"/>
                  </a:lnTo>
                  <a:lnTo>
                    <a:pt x="1046" y="6304"/>
                  </a:lnTo>
                  <a:lnTo>
                    <a:pt x="1292" y="6520"/>
                  </a:lnTo>
                  <a:lnTo>
                    <a:pt x="1569" y="6735"/>
                  </a:lnTo>
                  <a:lnTo>
                    <a:pt x="1846" y="6919"/>
                  </a:lnTo>
                  <a:lnTo>
                    <a:pt x="2153" y="7042"/>
                  </a:lnTo>
                  <a:lnTo>
                    <a:pt x="2461" y="7165"/>
                  </a:lnTo>
                  <a:lnTo>
                    <a:pt x="2799" y="7257"/>
                  </a:lnTo>
                  <a:lnTo>
                    <a:pt x="3168" y="7319"/>
                  </a:lnTo>
                  <a:lnTo>
                    <a:pt x="5689" y="7319"/>
                  </a:lnTo>
                  <a:lnTo>
                    <a:pt x="6027" y="7257"/>
                  </a:lnTo>
                  <a:lnTo>
                    <a:pt x="6366" y="7165"/>
                  </a:lnTo>
                  <a:lnTo>
                    <a:pt x="6673" y="7042"/>
                  </a:lnTo>
                  <a:lnTo>
                    <a:pt x="6981" y="6919"/>
                  </a:lnTo>
                  <a:lnTo>
                    <a:pt x="7288" y="6735"/>
                  </a:lnTo>
                  <a:lnTo>
                    <a:pt x="7565" y="6520"/>
                  </a:lnTo>
                  <a:lnTo>
                    <a:pt x="7811" y="6304"/>
                  </a:lnTo>
                  <a:lnTo>
                    <a:pt x="8026" y="6058"/>
                  </a:lnTo>
                  <a:lnTo>
                    <a:pt x="8241" y="5782"/>
                  </a:lnTo>
                  <a:lnTo>
                    <a:pt x="8395" y="5505"/>
                  </a:lnTo>
                  <a:lnTo>
                    <a:pt x="8549" y="5197"/>
                  </a:lnTo>
                  <a:lnTo>
                    <a:pt x="8672" y="4859"/>
                  </a:lnTo>
                  <a:lnTo>
                    <a:pt x="8764" y="4521"/>
                  </a:lnTo>
                  <a:lnTo>
                    <a:pt x="8826" y="4183"/>
                  </a:lnTo>
                  <a:lnTo>
                    <a:pt x="8826" y="3814"/>
                  </a:lnTo>
                  <a:lnTo>
                    <a:pt x="8826" y="1139"/>
                  </a:lnTo>
                  <a:lnTo>
                    <a:pt x="8826" y="893"/>
                  </a:lnTo>
                  <a:lnTo>
                    <a:pt x="8733" y="677"/>
                  </a:lnTo>
                  <a:lnTo>
                    <a:pt x="8641" y="493"/>
                  </a:lnTo>
                  <a:lnTo>
                    <a:pt x="8487" y="339"/>
                  </a:lnTo>
                  <a:lnTo>
                    <a:pt x="8334" y="185"/>
                  </a:lnTo>
                  <a:lnTo>
                    <a:pt x="8149" y="93"/>
                  </a:lnTo>
                  <a:lnTo>
                    <a:pt x="7934" y="32"/>
                  </a:lnTo>
                  <a:lnTo>
                    <a:pt x="7719" y="1"/>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
            <p:cNvSpPr/>
            <p:nvPr/>
          </p:nvSpPr>
          <p:spPr>
            <a:xfrm>
              <a:off x="1506948" y="3672722"/>
              <a:ext cx="259522" cy="320005"/>
            </a:xfrm>
            <a:custGeom>
              <a:rect b="b" l="l" r="r" t="t"/>
              <a:pathLst>
                <a:path extrusionOk="0" h="7319" w="5936">
                  <a:moveTo>
                    <a:pt x="1138" y="1"/>
                  </a:moveTo>
                  <a:lnTo>
                    <a:pt x="893" y="32"/>
                  </a:lnTo>
                  <a:lnTo>
                    <a:pt x="708" y="93"/>
                  </a:lnTo>
                  <a:lnTo>
                    <a:pt x="493" y="185"/>
                  </a:lnTo>
                  <a:lnTo>
                    <a:pt x="339" y="339"/>
                  </a:lnTo>
                  <a:lnTo>
                    <a:pt x="185" y="493"/>
                  </a:lnTo>
                  <a:lnTo>
                    <a:pt x="93" y="677"/>
                  </a:lnTo>
                  <a:lnTo>
                    <a:pt x="32" y="893"/>
                  </a:lnTo>
                  <a:lnTo>
                    <a:pt x="1" y="1139"/>
                  </a:lnTo>
                  <a:lnTo>
                    <a:pt x="1" y="3814"/>
                  </a:lnTo>
                  <a:lnTo>
                    <a:pt x="32" y="4183"/>
                  </a:lnTo>
                  <a:lnTo>
                    <a:pt x="62" y="4521"/>
                  </a:lnTo>
                  <a:lnTo>
                    <a:pt x="155" y="4859"/>
                  </a:lnTo>
                  <a:lnTo>
                    <a:pt x="278" y="5197"/>
                  </a:lnTo>
                  <a:lnTo>
                    <a:pt x="431" y="5505"/>
                  </a:lnTo>
                  <a:lnTo>
                    <a:pt x="616" y="5782"/>
                  </a:lnTo>
                  <a:lnTo>
                    <a:pt x="800" y="6058"/>
                  </a:lnTo>
                  <a:lnTo>
                    <a:pt x="1046" y="6304"/>
                  </a:lnTo>
                  <a:lnTo>
                    <a:pt x="1292" y="6520"/>
                  </a:lnTo>
                  <a:lnTo>
                    <a:pt x="1569" y="6735"/>
                  </a:lnTo>
                  <a:lnTo>
                    <a:pt x="1846" y="6919"/>
                  </a:lnTo>
                  <a:lnTo>
                    <a:pt x="2153" y="7042"/>
                  </a:lnTo>
                  <a:lnTo>
                    <a:pt x="2461" y="7165"/>
                  </a:lnTo>
                  <a:lnTo>
                    <a:pt x="2799" y="7257"/>
                  </a:lnTo>
                  <a:lnTo>
                    <a:pt x="3168" y="7319"/>
                  </a:lnTo>
                  <a:lnTo>
                    <a:pt x="5628" y="7319"/>
                  </a:lnTo>
                  <a:lnTo>
                    <a:pt x="5935" y="7288"/>
                  </a:lnTo>
                  <a:lnTo>
                    <a:pt x="5628" y="7227"/>
                  </a:lnTo>
                  <a:lnTo>
                    <a:pt x="5320" y="7134"/>
                  </a:lnTo>
                  <a:lnTo>
                    <a:pt x="5044" y="7011"/>
                  </a:lnTo>
                  <a:lnTo>
                    <a:pt x="4767" y="6858"/>
                  </a:lnTo>
                  <a:lnTo>
                    <a:pt x="4521" y="6704"/>
                  </a:lnTo>
                  <a:lnTo>
                    <a:pt x="4275" y="6520"/>
                  </a:lnTo>
                  <a:lnTo>
                    <a:pt x="4060" y="6304"/>
                  </a:lnTo>
                  <a:lnTo>
                    <a:pt x="3844" y="6089"/>
                  </a:lnTo>
                  <a:lnTo>
                    <a:pt x="3660" y="5843"/>
                  </a:lnTo>
                  <a:lnTo>
                    <a:pt x="3506" y="5597"/>
                  </a:lnTo>
                  <a:lnTo>
                    <a:pt x="3352" y="5320"/>
                  </a:lnTo>
                  <a:lnTo>
                    <a:pt x="3229" y="5044"/>
                  </a:lnTo>
                  <a:lnTo>
                    <a:pt x="3137" y="4767"/>
                  </a:lnTo>
                  <a:lnTo>
                    <a:pt x="3076" y="4459"/>
                  </a:lnTo>
                  <a:lnTo>
                    <a:pt x="3045" y="4152"/>
                  </a:lnTo>
                  <a:lnTo>
                    <a:pt x="3014" y="3814"/>
                  </a:lnTo>
                  <a:lnTo>
                    <a:pt x="3014" y="1139"/>
                  </a:lnTo>
                  <a:lnTo>
                    <a:pt x="3045" y="893"/>
                  </a:lnTo>
                  <a:lnTo>
                    <a:pt x="3106" y="677"/>
                  </a:lnTo>
                  <a:lnTo>
                    <a:pt x="3199" y="493"/>
                  </a:lnTo>
                  <a:lnTo>
                    <a:pt x="3352" y="339"/>
                  </a:lnTo>
                  <a:lnTo>
                    <a:pt x="3506" y="185"/>
                  </a:lnTo>
                  <a:lnTo>
                    <a:pt x="3721" y="93"/>
                  </a:lnTo>
                  <a:lnTo>
                    <a:pt x="3906" y="32"/>
                  </a:lnTo>
                  <a:lnTo>
                    <a:pt x="4152" y="1"/>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
            <p:cNvSpPr/>
            <p:nvPr/>
          </p:nvSpPr>
          <p:spPr>
            <a:xfrm>
              <a:off x="1650783" y="3773540"/>
              <a:ext cx="99550" cy="82067"/>
            </a:xfrm>
            <a:custGeom>
              <a:rect b="b" l="l" r="r" t="t"/>
              <a:pathLst>
                <a:path extrusionOk="0" h="1877" w="2277">
                  <a:moveTo>
                    <a:pt x="739" y="1"/>
                  </a:moveTo>
                  <a:lnTo>
                    <a:pt x="585" y="62"/>
                  </a:lnTo>
                  <a:lnTo>
                    <a:pt x="401" y="155"/>
                  </a:lnTo>
                  <a:lnTo>
                    <a:pt x="278" y="278"/>
                  </a:lnTo>
                  <a:lnTo>
                    <a:pt x="155" y="401"/>
                  </a:lnTo>
                  <a:lnTo>
                    <a:pt x="62" y="554"/>
                  </a:lnTo>
                  <a:lnTo>
                    <a:pt x="1" y="739"/>
                  </a:lnTo>
                  <a:lnTo>
                    <a:pt x="1" y="923"/>
                  </a:lnTo>
                  <a:lnTo>
                    <a:pt x="1" y="1139"/>
                  </a:lnTo>
                  <a:lnTo>
                    <a:pt x="62" y="1292"/>
                  </a:lnTo>
                  <a:lnTo>
                    <a:pt x="155" y="1477"/>
                  </a:lnTo>
                  <a:lnTo>
                    <a:pt x="278" y="1600"/>
                  </a:lnTo>
                  <a:lnTo>
                    <a:pt x="401" y="1723"/>
                  </a:lnTo>
                  <a:lnTo>
                    <a:pt x="585" y="1815"/>
                  </a:lnTo>
                  <a:lnTo>
                    <a:pt x="739" y="1877"/>
                  </a:lnTo>
                  <a:lnTo>
                    <a:pt x="1508" y="1877"/>
                  </a:lnTo>
                  <a:lnTo>
                    <a:pt x="1692" y="1815"/>
                  </a:lnTo>
                  <a:lnTo>
                    <a:pt x="1846" y="1723"/>
                  </a:lnTo>
                  <a:lnTo>
                    <a:pt x="2000" y="1600"/>
                  </a:lnTo>
                  <a:lnTo>
                    <a:pt x="2092" y="1477"/>
                  </a:lnTo>
                  <a:lnTo>
                    <a:pt x="2184" y="1292"/>
                  </a:lnTo>
                  <a:lnTo>
                    <a:pt x="2245" y="1139"/>
                  </a:lnTo>
                  <a:lnTo>
                    <a:pt x="2276" y="923"/>
                  </a:lnTo>
                  <a:lnTo>
                    <a:pt x="2245" y="739"/>
                  </a:lnTo>
                  <a:lnTo>
                    <a:pt x="2184" y="554"/>
                  </a:lnTo>
                  <a:lnTo>
                    <a:pt x="2092" y="401"/>
                  </a:lnTo>
                  <a:lnTo>
                    <a:pt x="2000" y="278"/>
                  </a:lnTo>
                  <a:lnTo>
                    <a:pt x="1846" y="155"/>
                  </a:lnTo>
                  <a:lnTo>
                    <a:pt x="1692" y="62"/>
                  </a:lnTo>
                  <a:lnTo>
                    <a:pt x="1508" y="1"/>
                  </a:lnTo>
                  <a:close/>
                </a:path>
              </a:pathLst>
            </a:custGeom>
            <a:solidFill>
              <a:srgbClr val="7B6C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
          <p:cNvSpPr txBox="1"/>
          <p:nvPr>
            <p:ph type="ctrTitle"/>
          </p:nvPr>
        </p:nvSpPr>
        <p:spPr>
          <a:xfrm>
            <a:off x="441592" y="369066"/>
            <a:ext cx="4114800" cy="1835400"/>
          </a:xfrm>
          <a:prstGeom prst="rect">
            <a:avLst/>
          </a:prstGeom>
          <a:noFill/>
          <a:ln>
            <a:noFill/>
          </a:ln>
        </p:spPr>
        <p:txBody>
          <a:bodyPr anchorCtr="0" anchor="ctr" bIns="182875" lIns="182875" spcFirstLastPara="1" rIns="182875" wrap="square" tIns="182875">
            <a:noAutofit/>
          </a:bodyPr>
          <a:lstStyle/>
          <a:p>
            <a:pPr indent="0" lvl="0" marL="0" rtl="0" algn="l">
              <a:lnSpc>
                <a:spcPct val="100000"/>
              </a:lnSpc>
              <a:spcBef>
                <a:spcPts val="0"/>
              </a:spcBef>
              <a:spcAft>
                <a:spcPts val="0"/>
              </a:spcAft>
              <a:buSzPts val="5200"/>
              <a:buNone/>
            </a:pPr>
            <a:r>
              <a:rPr lang="en-NL"/>
              <a:t>EcoCharge Mobility Solutions S.L.</a:t>
            </a:r>
            <a:endParaRPr/>
          </a:p>
        </p:txBody>
      </p:sp>
      <p:grpSp>
        <p:nvGrpSpPr>
          <p:cNvPr id="134" name="Google Shape;134;p2"/>
          <p:cNvGrpSpPr/>
          <p:nvPr/>
        </p:nvGrpSpPr>
        <p:grpSpPr>
          <a:xfrm>
            <a:off x="4381500" y="767450"/>
            <a:ext cx="5766800" cy="3683900"/>
            <a:chOff x="2992125" y="538850"/>
            <a:chExt cx="6603300" cy="4193214"/>
          </a:xfrm>
        </p:grpSpPr>
        <p:sp>
          <p:nvSpPr>
            <p:cNvPr id="135" name="Google Shape;135;p2"/>
            <p:cNvSpPr/>
            <p:nvPr/>
          </p:nvSpPr>
          <p:spPr>
            <a:xfrm>
              <a:off x="6436429" y="3248526"/>
              <a:ext cx="1169834" cy="661276"/>
            </a:xfrm>
            <a:custGeom>
              <a:rect b="b" l="l" r="r" t="t"/>
              <a:pathLst>
                <a:path extrusionOk="0" h="7315" w="12941">
                  <a:moveTo>
                    <a:pt x="5157" y="0"/>
                  </a:moveTo>
                  <a:lnTo>
                    <a:pt x="5032" y="31"/>
                  </a:lnTo>
                  <a:lnTo>
                    <a:pt x="656" y="2563"/>
                  </a:lnTo>
                  <a:lnTo>
                    <a:pt x="500" y="2657"/>
                  </a:lnTo>
                  <a:lnTo>
                    <a:pt x="375" y="2782"/>
                  </a:lnTo>
                  <a:lnTo>
                    <a:pt x="250" y="2907"/>
                  </a:lnTo>
                  <a:lnTo>
                    <a:pt x="156" y="3032"/>
                  </a:lnTo>
                  <a:lnTo>
                    <a:pt x="94" y="3188"/>
                  </a:lnTo>
                  <a:lnTo>
                    <a:pt x="31" y="3345"/>
                  </a:lnTo>
                  <a:lnTo>
                    <a:pt x="0" y="3532"/>
                  </a:lnTo>
                  <a:lnTo>
                    <a:pt x="0" y="3688"/>
                  </a:lnTo>
                  <a:lnTo>
                    <a:pt x="0" y="3876"/>
                  </a:lnTo>
                  <a:lnTo>
                    <a:pt x="31" y="4032"/>
                  </a:lnTo>
                  <a:lnTo>
                    <a:pt x="94" y="4189"/>
                  </a:lnTo>
                  <a:lnTo>
                    <a:pt x="156" y="4345"/>
                  </a:lnTo>
                  <a:lnTo>
                    <a:pt x="250" y="4501"/>
                  </a:lnTo>
                  <a:lnTo>
                    <a:pt x="375" y="4626"/>
                  </a:lnTo>
                  <a:lnTo>
                    <a:pt x="500" y="4720"/>
                  </a:lnTo>
                  <a:lnTo>
                    <a:pt x="656" y="4814"/>
                  </a:lnTo>
                  <a:lnTo>
                    <a:pt x="1032" y="5001"/>
                  </a:lnTo>
                  <a:lnTo>
                    <a:pt x="1407" y="5157"/>
                  </a:lnTo>
                  <a:lnTo>
                    <a:pt x="1813" y="5220"/>
                  </a:lnTo>
                  <a:lnTo>
                    <a:pt x="2219" y="5251"/>
                  </a:lnTo>
                  <a:lnTo>
                    <a:pt x="2626" y="5220"/>
                  </a:lnTo>
                  <a:lnTo>
                    <a:pt x="3032" y="5157"/>
                  </a:lnTo>
                  <a:lnTo>
                    <a:pt x="3438" y="5001"/>
                  </a:lnTo>
                  <a:lnTo>
                    <a:pt x="3813" y="4814"/>
                  </a:lnTo>
                  <a:lnTo>
                    <a:pt x="7095" y="2938"/>
                  </a:lnTo>
                  <a:lnTo>
                    <a:pt x="7283" y="2844"/>
                  </a:lnTo>
                  <a:lnTo>
                    <a:pt x="7471" y="2782"/>
                  </a:lnTo>
                  <a:lnTo>
                    <a:pt x="7658" y="2751"/>
                  </a:lnTo>
                  <a:lnTo>
                    <a:pt x="7846" y="2719"/>
                  </a:lnTo>
                  <a:lnTo>
                    <a:pt x="8033" y="2751"/>
                  </a:lnTo>
                  <a:lnTo>
                    <a:pt x="8252" y="2782"/>
                  </a:lnTo>
                  <a:lnTo>
                    <a:pt x="8440" y="2844"/>
                  </a:lnTo>
                  <a:lnTo>
                    <a:pt x="8596" y="2938"/>
                  </a:lnTo>
                  <a:lnTo>
                    <a:pt x="8721" y="3032"/>
                  </a:lnTo>
                  <a:lnTo>
                    <a:pt x="8815" y="3157"/>
                  </a:lnTo>
                  <a:lnTo>
                    <a:pt x="8846" y="3251"/>
                  </a:lnTo>
                  <a:lnTo>
                    <a:pt x="8846" y="3345"/>
                  </a:lnTo>
                  <a:lnTo>
                    <a:pt x="8846" y="3438"/>
                  </a:lnTo>
                  <a:lnTo>
                    <a:pt x="8815" y="3532"/>
                  </a:lnTo>
                  <a:lnTo>
                    <a:pt x="8721" y="3657"/>
                  </a:lnTo>
                  <a:lnTo>
                    <a:pt x="8596" y="3751"/>
                  </a:lnTo>
                  <a:lnTo>
                    <a:pt x="7877" y="4189"/>
                  </a:lnTo>
                  <a:lnTo>
                    <a:pt x="7721" y="4282"/>
                  </a:lnTo>
                  <a:lnTo>
                    <a:pt x="7596" y="4407"/>
                  </a:lnTo>
                  <a:lnTo>
                    <a:pt x="7471" y="4532"/>
                  </a:lnTo>
                  <a:lnTo>
                    <a:pt x="7377" y="4689"/>
                  </a:lnTo>
                  <a:lnTo>
                    <a:pt x="7314" y="4845"/>
                  </a:lnTo>
                  <a:lnTo>
                    <a:pt x="7252" y="5001"/>
                  </a:lnTo>
                  <a:lnTo>
                    <a:pt x="7220" y="5189"/>
                  </a:lnTo>
                  <a:lnTo>
                    <a:pt x="7189" y="5345"/>
                  </a:lnTo>
                  <a:lnTo>
                    <a:pt x="7220" y="5533"/>
                  </a:lnTo>
                  <a:lnTo>
                    <a:pt x="7252" y="5720"/>
                  </a:lnTo>
                  <a:lnTo>
                    <a:pt x="7314" y="5876"/>
                  </a:lnTo>
                  <a:lnTo>
                    <a:pt x="7377" y="6033"/>
                  </a:lnTo>
                  <a:lnTo>
                    <a:pt x="7471" y="6189"/>
                  </a:lnTo>
                  <a:lnTo>
                    <a:pt x="7596" y="6314"/>
                  </a:lnTo>
                  <a:lnTo>
                    <a:pt x="7721" y="6439"/>
                  </a:lnTo>
                  <a:lnTo>
                    <a:pt x="7877" y="6533"/>
                  </a:lnTo>
                  <a:lnTo>
                    <a:pt x="8565" y="6908"/>
                  </a:lnTo>
                  <a:lnTo>
                    <a:pt x="8908" y="7095"/>
                  </a:lnTo>
                  <a:lnTo>
                    <a:pt x="9252" y="7220"/>
                  </a:lnTo>
                  <a:lnTo>
                    <a:pt x="9627" y="7283"/>
                  </a:lnTo>
                  <a:lnTo>
                    <a:pt x="10002" y="7314"/>
                  </a:lnTo>
                  <a:lnTo>
                    <a:pt x="10377" y="7283"/>
                  </a:lnTo>
                  <a:lnTo>
                    <a:pt x="10721" y="7220"/>
                  </a:lnTo>
                  <a:lnTo>
                    <a:pt x="11096" y="7095"/>
                  </a:lnTo>
                  <a:lnTo>
                    <a:pt x="11440" y="6908"/>
                  </a:lnTo>
                  <a:lnTo>
                    <a:pt x="12753" y="6158"/>
                  </a:lnTo>
                  <a:lnTo>
                    <a:pt x="12878" y="6064"/>
                  </a:lnTo>
                  <a:lnTo>
                    <a:pt x="12941" y="5939"/>
                  </a:lnTo>
                  <a:lnTo>
                    <a:pt x="12941" y="5783"/>
                  </a:lnTo>
                  <a:lnTo>
                    <a:pt x="12909" y="5626"/>
                  </a:lnTo>
                  <a:lnTo>
                    <a:pt x="12784" y="5501"/>
                  </a:lnTo>
                  <a:lnTo>
                    <a:pt x="12659" y="5439"/>
                  </a:lnTo>
                  <a:lnTo>
                    <a:pt x="12503" y="5439"/>
                  </a:lnTo>
                  <a:lnTo>
                    <a:pt x="12378" y="5501"/>
                  </a:lnTo>
                  <a:lnTo>
                    <a:pt x="11034" y="6252"/>
                  </a:lnTo>
                  <a:lnTo>
                    <a:pt x="10784" y="6377"/>
                  </a:lnTo>
                  <a:lnTo>
                    <a:pt x="10534" y="6470"/>
                  </a:lnTo>
                  <a:lnTo>
                    <a:pt x="10284" y="6502"/>
                  </a:lnTo>
                  <a:lnTo>
                    <a:pt x="10002" y="6533"/>
                  </a:lnTo>
                  <a:lnTo>
                    <a:pt x="9721" y="6502"/>
                  </a:lnTo>
                  <a:lnTo>
                    <a:pt x="9471" y="6470"/>
                  </a:lnTo>
                  <a:lnTo>
                    <a:pt x="9190" y="6377"/>
                  </a:lnTo>
                  <a:lnTo>
                    <a:pt x="8940" y="6252"/>
                  </a:lnTo>
                  <a:lnTo>
                    <a:pt x="8252" y="5845"/>
                  </a:lnTo>
                  <a:lnTo>
                    <a:pt x="8158" y="5751"/>
                  </a:lnTo>
                  <a:lnTo>
                    <a:pt x="8064" y="5658"/>
                  </a:lnTo>
                  <a:lnTo>
                    <a:pt x="8002" y="5501"/>
                  </a:lnTo>
                  <a:lnTo>
                    <a:pt x="7971" y="5345"/>
                  </a:lnTo>
                  <a:lnTo>
                    <a:pt x="8002" y="5220"/>
                  </a:lnTo>
                  <a:lnTo>
                    <a:pt x="8064" y="5064"/>
                  </a:lnTo>
                  <a:lnTo>
                    <a:pt x="8158" y="4939"/>
                  </a:lnTo>
                  <a:lnTo>
                    <a:pt x="8252" y="4845"/>
                  </a:lnTo>
                  <a:lnTo>
                    <a:pt x="9002" y="4439"/>
                  </a:lnTo>
                  <a:lnTo>
                    <a:pt x="9127" y="4345"/>
                  </a:lnTo>
                  <a:lnTo>
                    <a:pt x="9252" y="4220"/>
                  </a:lnTo>
                  <a:lnTo>
                    <a:pt x="9377" y="4126"/>
                  </a:lnTo>
                  <a:lnTo>
                    <a:pt x="9471" y="3970"/>
                  </a:lnTo>
                  <a:lnTo>
                    <a:pt x="9534" y="3845"/>
                  </a:lnTo>
                  <a:lnTo>
                    <a:pt x="9565" y="3688"/>
                  </a:lnTo>
                  <a:lnTo>
                    <a:pt x="9627" y="3501"/>
                  </a:lnTo>
                  <a:lnTo>
                    <a:pt x="9627" y="3345"/>
                  </a:lnTo>
                  <a:lnTo>
                    <a:pt x="9627" y="3188"/>
                  </a:lnTo>
                  <a:lnTo>
                    <a:pt x="9565" y="3032"/>
                  </a:lnTo>
                  <a:lnTo>
                    <a:pt x="9534" y="2876"/>
                  </a:lnTo>
                  <a:lnTo>
                    <a:pt x="9471" y="2719"/>
                  </a:lnTo>
                  <a:lnTo>
                    <a:pt x="9377" y="2594"/>
                  </a:lnTo>
                  <a:lnTo>
                    <a:pt x="9252" y="2469"/>
                  </a:lnTo>
                  <a:lnTo>
                    <a:pt x="9127" y="2344"/>
                  </a:lnTo>
                  <a:lnTo>
                    <a:pt x="9002" y="2251"/>
                  </a:lnTo>
                  <a:lnTo>
                    <a:pt x="8721" y="2126"/>
                  </a:lnTo>
                  <a:lnTo>
                    <a:pt x="8440" y="2032"/>
                  </a:lnTo>
                  <a:lnTo>
                    <a:pt x="8158" y="1969"/>
                  </a:lnTo>
                  <a:lnTo>
                    <a:pt x="7846" y="1938"/>
                  </a:lnTo>
                  <a:lnTo>
                    <a:pt x="7564" y="1969"/>
                  </a:lnTo>
                  <a:lnTo>
                    <a:pt x="7252" y="2032"/>
                  </a:lnTo>
                  <a:lnTo>
                    <a:pt x="6970" y="2126"/>
                  </a:lnTo>
                  <a:lnTo>
                    <a:pt x="6689" y="2251"/>
                  </a:lnTo>
                  <a:lnTo>
                    <a:pt x="3407" y="4157"/>
                  </a:lnTo>
                  <a:lnTo>
                    <a:pt x="3126" y="4282"/>
                  </a:lnTo>
                  <a:lnTo>
                    <a:pt x="2844" y="4376"/>
                  </a:lnTo>
                  <a:lnTo>
                    <a:pt x="2532" y="4439"/>
                  </a:lnTo>
                  <a:lnTo>
                    <a:pt x="2219" y="4470"/>
                  </a:lnTo>
                  <a:lnTo>
                    <a:pt x="1907" y="4439"/>
                  </a:lnTo>
                  <a:lnTo>
                    <a:pt x="1625" y="4376"/>
                  </a:lnTo>
                  <a:lnTo>
                    <a:pt x="1313" y="4282"/>
                  </a:lnTo>
                  <a:lnTo>
                    <a:pt x="1032" y="4157"/>
                  </a:lnTo>
                  <a:lnTo>
                    <a:pt x="906" y="4063"/>
                  </a:lnTo>
                  <a:lnTo>
                    <a:pt x="844" y="3970"/>
                  </a:lnTo>
                  <a:lnTo>
                    <a:pt x="781" y="3845"/>
                  </a:lnTo>
                  <a:lnTo>
                    <a:pt x="781" y="3688"/>
                  </a:lnTo>
                  <a:lnTo>
                    <a:pt x="781" y="3563"/>
                  </a:lnTo>
                  <a:lnTo>
                    <a:pt x="844" y="3438"/>
                  </a:lnTo>
                  <a:lnTo>
                    <a:pt x="906" y="3313"/>
                  </a:lnTo>
                  <a:lnTo>
                    <a:pt x="1032" y="3251"/>
                  </a:lnTo>
                  <a:lnTo>
                    <a:pt x="5408" y="719"/>
                  </a:lnTo>
                  <a:lnTo>
                    <a:pt x="5533" y="625"/>
                  </a:lnTo>
                  <a:lnTo>
                    <a:pt x="5595" y="469"/>
                  </a:lnTo>
                  <a:lnTo>
                    <a:pt x="5595" y="344"/>
                  </a:lnTo>
                  <a:lnTo>
                    <a:pt x="5564" y="188"/>
                  </a:lnTo>
                  <a:lnTo>
                    <a:pt x="5439" y="63"/>
                  </a:lnTo>
                  <a:lnTo>
                    <a:pt x="5314" y="0"/>
                  </a:lnTo>
                  <a:close/>
                </a:path>
              </a:pathLst>
            </a:cu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p:nvPr/>
          </p:nvSpPr>
          <p:spPr>
            <a:xfrm>
              <a:off x="2992125" y="1852649"/>
              <a:ext cx="4351464" cy="2565823"/>
            </a:xfrm>
            <a:custGeom>
              <a:rect b="b" l="l" r="r" t="t"/>
              <a:pathLst>
                <a:path extrusionOk="0" h="28383" w="48137">
                  <a:moveTo>
                    <a:pt x="28663" y="1"/>
                  </a:moveTo>
                  <a:lnTo>
                    <a:pt x="28101" y="32"/>
                  </a:lnTo>
                  <a:lnTo>
                    <a:pt x="27569" y="157"/>
                  </a:lnTo>
                  <a:lnTo>
                    <a:pt x="27038" y="313"/>
                  </a:lnTo>
                  <a:lnTo>
                    <a:pt x="26788" y="438"/>
                  </a:lnTo>
                  <a:lnTo>
                    <a:pt x="26538" y="563"/>
                  </a:lnTo>
                  <a:lnTo>
                    <a:pt x="844" y="15411"/>
                  </a:lnTo>
                  <a:lnTo>
                    <a:pt x="625" y="15536"/>
                  </a:lnTo>
                  <a:lnTo>
                    <a:pt x="469" y="15692"/>
                  </a:lnTo>
                  <a:lnTo>
                    <a:pt x="344" y="15848"/>
                  </a:lnTo>
                  <a:lnTo>
                    <a:pt x="219" y="16036"/>
                  </a:lnTo>
                  <a:lnTo>
                    <a:pt x="125" y="16223"/>
                  </a:lnTo>
                  <a:lnTo>
                    <a:pt x="63" y="16442"/>
                  </a:lnTo>
                  <a:lnTo>
                    <a:pt x="32" y="16630"/>
                  </a:lnTo>
                  <a:lnTo>
                    <a:pt x="0" y="16849"/>
                  </a:lnTo>
                  <a:lnTo>
                    <a:pt x="32" y="17067"/>
                  </a:lnTo>
                  <a:lnTo>
                    <a:pt x="63" y="17255"/>
                  </a:lnTo>
                  <a:lnTo>
                    <a:pt x="125" y="17474"/>
                  </a:lnTo>
                  <a:lnTo>
                    <a:pt x="219" y="17661"/>
                  </a:lnTo>
                  <a:lnTo>
                    <a:pt x="344" y="17849"/>
                  </a:lnTo>
                  <a:lnTo>
                    <a:pt x="469" y="18005"/>
                  </a:lnTo>
                  <a:lnTo>
                    <a:pt x="625" y="18161"/>
                  </a:lnTo>
                  <a:lnTo>
                    <a:pt x="844" y="18286"/>
                  </a:lnTo>
                  <a:lnTo>
                    <a:pt x="17379" y="27820"/>
                  </a:lnTo>
                  <a:lnTo>
                    <a:pt x="17629" y="27976"/>
                  </a:lnTo>
                  <a:lnTo>
                    <a:pt x="17879" y="28070"/>
                  </a:lnTo>
                  <a:lnTo>
                    <a:pt x="18411" y="28258"/>
                  </a:lnTo>
                  <a:lnTo>
                    <a:pt x="18942" y="28351"/>
                  </a:lnTo>
                  <a:lnTo>
                    <a:pt x="19505" y="28383"/>
                  </a:lnTo>
                  <a:lnTo>
                    <a:pt x="20036" y="28351"/>
                  </a:lnTo>
                  <a:lnTo>
                    <a:pt x="20568" y="28258"/>
                  </a:lnTo>
                  <a:lnTo>
                    <a:pt x="21099" y="28070"/>
                  </a:lnTo>
                  <a:lnTo>
                    <a:pt x="21349" y="27976"/>
                  </a:lnTo>
                  <a:lnTo>
                    <a:pt x="21599" y="27820"/>
                  </a:lnTo>
                  <a:lnTo>
                    <a:pt x="47324" y="13004"/>
                  </a:lnTo>
                  <a:lnTo>
                    <a:pt x="47511" y="12848"/>
                  </a:lnTo>
                  <a:lnTo>
                    <a:pt x="47668" y="12723"/>
                  </a:lnTo>
                  <a:lnTo>
                    <a:pt x="47824" y="12535"/>
                  </a:lnTo>
                  <a:lnTo>
                    <a:pt x="47949" y="12379"/>
                  </a:lnTo>
                  <a:lnTo>
                    <a:pt x="48012" y="12160"/>
                  </a:lnTo>
                  <a:lnTo>
                    <a:pt x="48074" y="11972"/>
                  </a:lnTo>
                  <a:lnTo>
                    <a:pt x="48137" y="11754"/>
                  </a:lnTo>
                  <a:lnTo>
                    <a:pt x="48137" y="11566"/>
                  </a:lnTo>
                  <a:lnTo>
                    <a:pt x="48137" y="11347"/>
                  </a:lnTo>
                  <a:lnTo>
                    <a:pt x="48074" y="11160"/>
                  </a:lnTo>
                  <a:lnTo>
                    <a:pt x="48012" y="10941"/>
                  </a:lnTo>
                  <a:lnTo>
                    <a:pt x="47949" y="10753"/>
                  </a:lnTo>
                  <a:lnTo>
                    <a:pt x="47824" y="10566"/>
                  </a:lnTo>
                  <a:lnTo>
                    <a:pt x="47668" y="10410"/>
                  </a:lnTo>
                  <a:lnTo>
                    <a:pt x="47511" y="10253"/>
                  </a:lnTo>
                  <a:lnTo>
                    <a:pt x="47324" y="10128"/>
                  </a:lnTo>
                  <a:lnTo>
                    <a:pt x="30758" y="563"/>
                  </a:lnTo>
                  <a:lnTo>
                    <a:pt x="30507" y="438"/>
                  </a:lnTo>
                  <a:lnTo>
                    <a:pt x="30257" y="313"/>
                  </a:lnTo>
                  <a:lnTo>
                    <a:pt x="29726" y="157"/>
                  </a:lnTo>
                  <a:lnTo>
                    <a:pt x="29195" y="32"/>
                  </a:lnTo>
                  <a:lnTo>
                    <a:pt x="28663" y="1"/>
                  </a:lnTo>
                  <a:close/>
                </a:path>
              </a:pathLst>
            </a:cu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
            <p:cNvSpPr/>
            <p:nvPr/>
          </p:nvSpPr>
          <p:spPr>
            <a:xfrm>
              <a:off x="7515740" y="3519710"/>
              <a:ext cx="2079685" cy="1212354"/>
            </a:xfrm>
            <a:custGeom>
              <a:rect b="b" l="l" r="r" t="t"/>
              <a:pathLst>
                <a:path extrusionOk="0" h="13411" w="23006">
                  <a:moveTo>
                    <a:pt x="9315" y="1"/>
                  </a:moveTo>
                  <a:lnTo>
                    <a:pt x="9002" y="32"/>
                  </a:lnTo>
                  <a:lnTo>
                    <a:pt x="8721" y="95"/>
                  </a:lnTo>
                  <a:lnTo>
                    <a:pt x="8409" y="188"/>
                  </a:lnTo>
                  <a:lnTo>
                    <a:pt x="8127" y="313"/>
                  </a:lnTo>
                  <a:lnTo>
                    <a:pt x="344" y="4814"/>
                  </a:lnTo>
                  <a:lnTo>
                    <a:pt x="188" y="4939"/>
                  </a:lnTo>
                  <a:lnTo>
                    <a:pt x="63" y="5096"/>
                  </a:lnTo>
                  <a:lnTo>
                    <a:pt x="0" y="5252"/>
                  </a:lnTo>
                  <a:lnTo>
                    <a:pt x="0" y="5440"/>
                  </a:lnTo>
                  <a:lnTo>
                    <a:pt x="0" y="5627"/>
                  </a:lnTo>
                  <a:lnTo>
                    <a:pt x="63" y="5783"/>
                  </a:lnTo>
                  <a:lnTo>
                    <a:pt x="188" y="5940"/>
                  </a:lnTo>
                  <a:lnTo>
                    <a:pt x="344" y="6065"/>
                  </a:lnTo>
                  <a:lnTo>
                    <a:pt x="12472" y="13066"/>
                  </a:lnTo>
                  <a:lnTo>
                    <a:pt x="12785" y="13223"/>
                  </a:lnTo>
                  <a:lnTo>
                    <a:pt x="13066" y="13316"/>
                  </a:lnTo>
                  <a:lnTo>
                    <a:pt x="13378" y="13379"/>
                  </a:lnTo>
                  <a:lnTo>
                    <a:pt x="13691" y="13410"/>
                  </a:lnTo>
                  <a:lnTo>
                    <a:pt x="13972" y="13379"/>
                  </a:lnTo>
                  <a:lnTo>
                    <a:pt x="14285" y="13316"/>
                  </a:lnTo>
                  <a:lnTo>
                    <a:pt x="14598" y="13223"/>
                  </a:lnTo>
                  <a:lnTo>
                    <a:pt x="14879" y="13066"/>
                  </a:lnTo>
                  <a:lnTo>
                    <a:pt x="22662" y="8597"/>
                  </a:lnTo>
                  <a:lnTo>
                    <a:pt x="22818" y="8472"/>
                  </a:lnTo>
                  <a:lnTo>
                    <a:pt x="22912" y="8315"/>
                  </a:lnTo>
                  <a:lnTo>
                    <a:pt x="22975" y="8128"/>
                  </a:lnTo>
                  <a:lnTo>
                    <a:pt x="23006" y="7971"/>
                  </a:lnTo>
                  <a:lnTo>
                    <a:pt x="22975" y="7784"/>
                  </a:lnTo>
                  <a:lnTo>
                    <a:pt x="22912" y="7596"/>
                  </a:lnTo>
                  <a:lnTo>
                    <a:pt x="22818" y="7471"/>
                  </a:lnTo>
                  <a:lnTo>
                    <a:pt x="22662" y="7346"/>
                  </a:lnTo>
                  <a:lnTo>
                    <a:pt x="10503" y="313"/>
                  </a:lnTo>
                  <a:lnTo>
                    <a:pt x="10221" y="188"/>
                  </a:lnTo>
                  <a:lnTo>
                    <a:pt x="9940" y="95"/>
                  </a:lnTo>
                  <a:lnTo>
                    <a:pt x="9628" y="32"/>
                  </a:lnTo>
                  <a:lnTo>
                    <a:pt x="9315" y="1"/>
                  </a:lnTo>
                  <a:close/>
                </a:path>
              </a:pathLst>
            </a:cu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
            <p:cNvSpPr/>
            <p:nvPr/>
          </p:nvSpPr>
          <p:spPr>
            <a:xfrm>
              <a:off x="3511984" y="1790547"/>
              <a:ext cx="344866" cy="375883"/>
            </a:xfrm>
            <a:custGeom>
              <a:rect b="b" l="l" r="r" t="t"/>
              <a:pathLst>
                <a:path extrusionOk="0" h="4158" w="3815">
                  <a:moveTo>
                    <a:pt x="563" y="0"/>
                  </a:moveTo>
                  <a:lnTo>
                    <a:pt x="438" y="31"/>
                  </a:lnTo>
                  <a:lnTo>
                    <a:pt x="313" y="63"/>
                  </a:lnTo>
                  <a:lnTo>
                    <a:pt x="219" y="156"/>
                  </a:lnTo>
                  <a:lnTo>
                    <a:pt x="126" y="250"/>
                  </a:lnTo>
                  <a:lnTo>
                    <a:pt x="63" y="375"/>
                  </a:lnTo>
                  <a:lnTo>
                    <a:pt x="1" y="532"/>
                  </a:lnTo>
                  <a:lnTo>
                    <a:pt x="1" y="750"/>
                  </a:lnTo>
                  <a:lnTo>
                    <a:pt x="32" y="969"/>
                  </a:lnTo>
                  <a:lnTo>
                    <a:pt x="94" y="1219"/>
                  </a:lnTo>
                  <a:lnTo>
                    <a:pt x="188" y="1469"/>
                  </a:lnTo>
                  <a:lnTo>
                    <a:pt x="282" y="1719"/>
                  </a:lnTo>
                  <a:lnTo>
                    <a:pt x="438" y="1907"/>
                  </a:lnTo>
                  <a:lnTo>
                    <a:pt x="1157" y="2720"/>
                  </a:lnTo>
                  <a:lnTo>
                    <a:pt x="1376" y="2907"/>
                  </a:lnTo>
                  <a:lnTo>
                    <a:pt x="1564" y="3095"/>
                  </a:lnTo>
                  <a:lnTo>
                    <a:pt x="2032" y="3407"/>
                  </a:lnTo>
                  <a:lnTo>
                    <a:pt x="2470" y="3657"/>
                  </a:lnTo>
                  <a:lnTo>
                    <a:pt x="2845" y="3845"/>
                  </a:lnTo>
                  <a:lnTo>
                    <a:pt x="3501" y="4126"/>
                  </a:lnTo>
                  <a:lnTo>
                    <a:pt x="3626" y="4157"/>
                  </a:lnTo>
                  <a:lnTo>
                    <a:pt x="3720" y="4157"/>
                  </a:lnTo>
                  <a:lnTo>
                    <a:pt x="3783" y="4064"/>
                  </a:lnTo>
                  <a:lnTo>
                    <a:pt x="3814" y="3939"/>
                  </a:lnTo>
                  <a:lnTo>
                    <a:pt x="3814" y="3720"/>
                  </a:lnTo>
                  <a:lnTo>
                    <a:pt x="3814" y="3501"/>
                  </a:lnTo>
                  <a:lnTo>
                    <a:pt x="3752" y="3251"/>
                  </a:lnTo>
                  <a:lnTo>
                    <a:pt x="3689" y="3001"/>
                  </a:lnTo>
                  <a:lnTo>
                    <a:pt x="3501" y="2438"/>
                  </a:lnTo>
                  <a:lnTo>
                    <a:pt x="3220" y="1907"/>
                  </a:lnTo>
                  <a:lnTo>
                    <a:pt x="2908" y="1407"/>
                  </a:lnTo>
                  <a:lnTo>
                    <a:pt x="2532" y="969"/>
                  </a:lnTo>
                  <a:lnTo>
                    <a:pt x="2345" y="782"/>
                  </a:lnTo>
                  <a:lnTo>
                    <a:pt x="2157" y="625"/>
                  </a:lnTo>
                  <a:lnTo>
                    <a:pt x="1970" y="500"/>
                  </a:lnTo>
                  <a:lnTo>
                    <a:pt x="1751" y="375"/>
                  </a:lnTo>
                  <a:lnTo>
                    <a:pt x="1188" y="125"/>
                  </a:lnTo>
                  <a:lnTo>
                    <a:pt x="1032" y="63"/>
                  </a:lnTo>
                  <a:lnTo>
                    <a:pt x="876" y="31"/>
                  </a:lnTo>
                  <a:lnTo>
                    <a:pt x="72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
            <p:cNvSpPr/>
            <p:nvPr/>
          </p:nvSpPr>
          <p:spPr>
            <a:xfrm>
              <a:off x="7089078" y="1782050"/>
              <a:ext cx="70691" cy="387183"/>
            </a:xfrm>
            <a:custGeom>
              <a:rect b="b" l="l" r="r" t="t"/>
              <a:pathLst>
                <a:path extrusionOk="0" h="4283" w="782">
                  <a:moveTo>
                    <a:pt x="0" y="0"/>
                  </a:moveTo>
                  <a:lnTo>
                    <a:pt x="0" y="4283"/>
                  </a:lnTo>
                  <a:lnTo>
                    <a:pt x="782" y="4283"/>
                  </a:lnTo>
                  <a:lnTo>
                    <a:pt x="782" y="2470"/>
                  </a:lnTo>
                  <a:lnTo>
                    <a:pt x="782" y="2157"/>
                  </a:lnTo>
                  <a:lnTo>
                    <a:pt x="751" y="1813"/>
                  </a:lnTo>
                  <a:lnTo>
                    <a:pt x="688" y="1501"/>
                  </a:lnTo>
                  <a:lnTo>
                    <a:pt x="594" y="1188"/>
                  </a:lnTo>
                  <a:lnTo>
                    <a:pt x="469" y="876"/>
                  </a:lnTo>
                  <a:lnTo>
                    <a:pt x="344" y="563"/>
                  </a:lnTo>
                  <a:lnTo>
                    <a:pt x="188" y="282"/>
                  </a:lnTo>
                  <a:lnTo>
                    <a:pt x="0" y="0"/>
                  </a:lnTo>
                  <a:close/>
                </a:path>
              </a:pathLst>
            </a:custGeom>
            <a:solidFill>
              <a:srgbClr val="FD8C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
            <p:cNvSpPr/>
            <p:nvPr/>
          </p:nvSpPr>
          <p:spPr>
            <a:xfrm>
              <a:off x="3031627" y="2559084"/>
              <a:ext cx="720649" cy="955166"/>
            </a:xfrm>
            <a:custGeom>
              <a:rect b="b" l="l" r="r" t="t"/>
              <a:pathLst>
                <a:path extrusionOk="0" h="10566" w="7972">
                  <a:moveTo>
                    <a:pt x="4471" y="0"/>
                  </a:moveTo>
                  <a:lnTo>
                    <a:pt x="4158" y="31"/>
                  </a:lnTo>
                  <a:lnTo>
                    <a:pt x="3877" y="94"/>
                  </a:lnTo>
                  <a:lnTo>
                    <a:pt x="3564" y="219"/>
                  </a:lnTo>
                  <a:lnTo>
                    <a:pt x="3220" y="375"/>
                  </a:lnTo>
                  <a:lnTo>
                    <a:pt x="2908" y="594"/>
                  </a:lnTo>
                  <a:lnTo>
                    <a:pt x="2595" y="844"/>
                  </a:lnTo>
                  <a:lnTo>
                    <a:pt x="2283" y="1125"/>
                  </a:lnTo>
                  <a:lnTo>
                    <a:pt x="1970" y="1438"/>
                  </a:lnTo>
                  <a:lnTo>
                    <a:pt x="1689" y="1782"/>
                  </a:lnTo>
                  <a:lnTo>
                    <a:pt x="1439" y="2157"/>
                  </a:lnTo>
                  <a:lnTo>
                    <a:pt x="1189" y="2563"/>
                  </a:lnTo>
                  <a:lnTo>
                    <a:pt x="939" y="2970"/>
                  </a:lnTo>
                  <a:lnTo>
                    <a:pt x="751" y="3376"/>
                  </a:lnTo>
                  <a:lnTo>
                    <a:pt x="564" y="3814"/>
                  </a:lnTo>
                  <a:lnTo>
                    <a:pt x="376" y="4282"/>
                  </a:lnTo>
                  <a:lnTo>
                    <a:pt x="251" y="4720"/>
                  </a:lnTo>
                  <a:lnTo>
                    <a:pt x="157" y="5189"/>
                  </a:lnTo>
                  <a:lnTo>
                    <a:pt x="63" y="5658"/>
                  </a:lnTo>
                  <a:lnTo>
                    <a:pt x="1" y="6095"/>
                  </a:lnTo>
                  <a:lnTo>
                    <a:pt x="1" y="6564"/>
                  </a:lnTo>
                  <a:lnTo>
                    <a:pt x="32" y="7033"/>
                  </a:lnTo>
                  <a:lnTo>
                    <a:pt x="95" y="7502"/>
                  </a:lnTo>
                  <a:lnTo>
                    <a:pt x="188" y="7908"/>
                  </a:lnTo>
                  <a:lnTo>
                    <a:pt x="313" y="8252"/>
                  </a:lnTo>
                  <a:lnTo>
                    <a:pt x="501" y="8565"/>
                  </a:lnTo>
                  <a:lnTo>
                    <a:pt x="689" y="8846"/>
                  </a:lnTo>
                  <a:lnTo>
                    <a:pt x="939" y="9065"/>
                  </a:lnTo>
                  <a:lnTo>
                    <a:pt x="1189" y="9221"/>
                  </a:lnTo>
                  <a:lnTo>
                    <a:pt x="3502" y="10565"/>
                  </a:lnTo>
                  <a:lnTo>
                    <a:pt x="7972" y="1751"/>
                  </a:lnTo>
                  <a:lnTo>
                    <a:pt x="5471" y="282"/>
                  </a:lnTo>
                  <a:lnTo>
                    <a:pt x="5252" y="156"/>
                  </a:lnTo>
                  <a:lnTo>
                    <a:pt x="5002" y="63"/>
                  </a:lnTo>
                  <a:lnTo>
                    <a:pt x="4721" y="0"/>
                  </a:lnTo>
                  <a:close/>
                </a:path>
              </a:pathLst>
            </a:custGeom>
            <a:solidFill>
              <a:srgbClr val="133D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
            <p:cNvSpPr/>
            <p:nvPr/>
          </p:nvSpPr>
          <p:spPr>
            <a:xfrm>
              <a:off x="3254902" y="2686179"/>
              <a:ext cx="584962" cy="850664"/>
            </a:xfrm>
            <a:custGeom>
              <a:rect b="b" l="l" r="r" t="t"/>
              <a:pathLst>
                <a:path extrusionOk="0" h="9410" w="6471">
                  <a:moveTo>
                    <a:pt x="4470" y="1"/>
                  </a:moveTo>
                  <a:lnTo>
                    <a:pt x="4189" y="32"/>
                  </a:lnTo>
                  <a:lnTo>
                    <a:pt x="3876" y="95"/>
                  </a:lnTo>
                  <a:lnTo>
                    <a:pt x="3564" y="220"/>
                  </a:lnTo>
                  <a:lnTo>
                    <a:pt x="3220" y="407"/>
                  </a:lnTo>
                  <a:lnTo>
                    <a:pt x="2907" y="595"/>
                  </a:lnTo>
                  <a:lnTo>
                    <a:pt x="2563" y="845"/>
                  </a:lnTo>
                  <a:lnTo>
                    <a:pt x="2251" y="1157"/>
                  </a:lnTo>
                  <a:lnTo>
                    <a:pt x="1969" y="1470"/>
                  </a:lnTo>
                  <a:lnTo>
                    <a:pt x="1688" y="1814"/>
                  </a:lnTo>
                  <a:lnTo>
                    <a:pt x="1407" y="2189"/>
                  </a:lnTo>
                  <a:lnTo>
                    <a:pt x="1157" y="2564"/>
                  </a:lnTo>
                  <a:lnTo>
                    <a:pt x="938" y="2970"/>
                  </a:lnTo>
                  <a:lnTo>
                    <a:pt x="719" y="3408"/>
                  </a:lnTo>
                  <a:lnTo>
                    <a:pt x="532" y="3845"/>
                  </a:lnTo>
                  <a:lnTo>
                    <a:pt x="375" y="4283"/>
                  </a:lnTo>
                  <a:lnTo>
                    <a:pt x="250" y="4752"/>
                  </a:lnTo>
                  <a:lnTo>
                    <a:pt x="125" y="5221"/>
                  </a:lnTo>
                  <a:lnTo>
                    <a:pt x="63" y="5658"/>
                  </a:lnTo>
                  <a:lnTo>
                    <a:pt x="0" y="6127"/>
                  </a:lnTo>
                  <a:lnTo>
                    <a:pt x="0" y="6565"/>
                  </a:lnTo>
                  <a:lnTo>
                    <a:pt x="0" y="7002"/>
                  </a:lnTo>
                  <a:lnTo>
                    <a:pt x="63" y="7409"/>
                  </a:lnTo>
                  <a:lnTo>
                    <a:pt x="125" y="7784"/>
                  </a:lnTo>
                  <a:lnTo>
                    <a:pt x="250" y="8096"/>
                  </a:lnTo>
                  <a:lnTo>
                    <a:pt x="375" y="8409"/>
                  </a:lnTo>
                  <a:lnTo>
                    <a:pt x="532" y="8659"/>
                  </a:lnTo>
                  <a:lnTo>
                    <a:pt x="719" y="8878"/>
                  </a:lnTo>
                  <a:lnTo>
                    <a:pt x="938" y="9065"/>
                  </a:lnTo>
                  <a:lnTo>
                    <a:pt x="1157" y="9222"/>
                  </a:lnTo>
                  <a:lnTo>
                    <a:pt x="1407" y="9316"/>
                  </a:lnTo>
                  <a:lnTo>
                    <a:pt x="1688" y="9378"/>
                  </a:lnTo>
                  <a:lnTo>
                    <a:pt x="1969" y="9409"/>
                  </a:lnTo>
                  <a:lnTo>
                    <a:pt x="2251" y="9378"/>
                  </a:lnTo>
                  <a:lnTo>
                    <a:pt x="2563" y="9316"/>
                  </a:lnTo>
                  <a:lnTo>
                    <a:pt x="2907" y="9190"/>
                  </a:lnTo>
                  <a:lnTo>
                    <a:pt x="3220" y="9034"/>
                  </a:lnTo>
                  <a:lnTo>
                    <a:pt x="3564" y="8815"/>
                  </a:lnTo>
                  <a:lnTo>
                    <a:pt x="3876" y="8565"/>
                  </a:lnTo>
                  <a:lnTo>
                    <a:pt x="4189" y="8284"/>
                  </a:lnTo>
                  <a:lnTo>
                    <a:pt x="4470" y="7940"/>
                  </a:lnTo>
                  <a:lnTo>
                    <a:pt x="4783" y="7596"/>
                  </a:lnTo>
                  <a:lnTo>
                    <a:pt x="5033" y="7253"/>
                  </a:lnTo>
                  <a:lnTo>
                    <a:pt x="5283" y="6846"/>
                  </a:lnTo>
                  <a:lnTo>
                    <a:pt x="5502" y="6440"/>
                  </a:lnTo>
                  <a:lnTo>
                    <a:pt x="5720" y="6002"/>
                  </a:lnTo>
                  <a:lnTo>
                    <a:pt x="5908" y="5565"/>
                  </a:lnTo>
                  <a:lnTo>
                    <a:pt x="6064" y="5127"/>
                  </a:lnTo>
                  <a:lnTo>
                    <a:pt x="6220" y="4658"/>
                  </a:lnTo>
                  <a:lnTo>
                    <a:pt x="6314" y="4221"/>
                  </a:lnTo>
                  <a:lnTo>
                    <a:pt x="6408" y="3752"/>
                  </a:lnTo>
                  <a:lnTo>
                    <a:pt x="6439" y="3283"/>
                  </a:lnTo>
                  <a:lnTo>
                    <a:pt x="6470" y="2845"/>
                  </a:lnTo>
                  <a:lnTo>
                    <a:pt x="6439" y="2408"/>
                  </a:lnTo>
                  <a:lnTo>
                    <a:pt x="6408" y="2001"/>
                  </a:lnTo>
                  <a:lnTo>
                    <a:pt x="6314" y="1626"/>
                  </a:lnTo>
                  <a:lnTo>
                    <a:pt x="6220" y="1314"/>
                  </a:lnTo>
                  <a:lnTo>
                    <a:pt x="6064" y="1001"/>
                  </a:lnTo>
                  <a:lnTo>
                    <a:pt x="5908" y="751"/>
                  </a:lnTo>
                  <a:lnTo>
                    <a:pt x="5720" y="532"/>
                  </a:lnTo>
                  <a:lnTo>
                    <a:pt x="5502" y="345"/>
                  </a:lnTo>
                  <a:lnTo>
                    <a:pt x="5283" y="188"/>
                  </a:lnTo>
                  <a:lnTo>
                    <a:pt x="5033" y="95"/>
                  </a:lnTo>
                  <a:lnTo>
                    <a:pt x="4783" y="32"/>
                  </a:lnTo>
                  <a:lnTo>
                    <a:pt x="4470" y="1"/>
                  </a:lnTo>
                  <a:close/>
                </a:path>
              </a:pathLst>
            </a:custGeom>
            <a:solidFill>
              <a:srgbClr val="0C26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6507027" y="2152217"/>
              <a:ext cx="720649" cy="955166"/>
            </a:xfrm>
            <a:custGeom>
              <a:rect b="b" l="l" r="r" t="t"/>
              <a:pathLst>
                <a:path extrusionOk="0" h="10566" w="7972">
                  <a:moveTo>
                    <a:pt x="4439" y="0"/>
                  </a:moveTo>
                  <a:lnTo>
                    <a:pt x="4158" y="31"/>
                  </a:lnTo>
                  <a:lnTo>
                    <a:pt x="3845" y="125"/>
                  </a:lnTo>
                  <a:lnTo>
                    <a:pt x="3533" y="219"/>
                  </a:lnTo>
                  <a:lnTo>
                    <a:pt x="3220" y="406"/>
                  </a:lnTo>
                  <a:lnTo>
                    <a:pt x="2907" y="594"/>
                  </a:lnTo>
                  <a:lnTo>
                    <a:pt x="2564" y="875"/>
                  </a:lnTo>
                  <a:lnTo>
                    <a:pt x="2251" y="1157"/>
                  </a:lnTo>
                  <a:lnTo>
                    <a:pt x="1970" y="1469"/>
                  </a:lnTo>
                  <a:lnTo>
                    <a:pt x="1688" y="1813"/>
                  </a:lnTo>
                  <a:lnTo>
                    <a:pt x="1407" y="2188"/>
                  </a:lnTo>
                  <a:lnTo>
                    <a:pt x="1157" y="2563"/>
                  </a:lnTo>
                  <a:lnTo>
                    <a:pt x="938" y="2970"/>
                  </a:lnTo>
                  <a:lnTo>
                    <a:pt x="719" y="3407"/>
                  </a:lnTo>
                  <a:lnTo>
                    <a:pt x="532" y="3845"/>
                  </a:lnTo>
                  <a:lnTo>
                    <a:pt x="376" y="4282"/>
                  </a:lnTo>
                  <a:lnTo>
                    <a:pt x="251" y="4751"/>
                  </a:lnTo>
                  <a:lnTo>
                    <a:pt x="125" y="5220"/>
                  </a:lnTo>
                  <a:lnTo>
                    <a:pt x="63" y="5658"/>
                  </a:lnTo>
                  <a:lnTo>
                    <a:pt x="0" y="6127"/>
                  </a:lnTo>
                  <a:lnTo>
                    <a:pt x="0" y="6564"/>
                  </a:lnTo>
                  <a:lnTo>
                    <a:pt x="0" y="7064"/>
                  </a:lnTo>
                  <a:lnTo>
                    <a:pt x="63" y="7502"/>
                  </a:lnTo>
                  <a:lnTo>
                    <a:pt x="188" y="7908"/>
                  </a:lnTo>
                  <a:lnTo>
                    <a:pt x="313" y="8283"/>
                  </a:lnTo>
                  <a:lnTo>
                    <a:pt x="501" y="8596"/>
                  </a:lnTo>
                  <a:lnTo>
                    <a:pt x="688" y="8846"/>
                  </a:lnTo>
                  <a:lnTo>
                    <a:pt x="938" y="9065"/>
                  </a:lnTo>
                  <a:lnTo>
                    <a:pt x="1188" y="9252"/>
                  </a:lnTo>
                  <a:lnTo>
                    <a:pt x="3501" y="10565"/>
                  </a:lnTo>
                  <a:lnTo>
                    <a:pt x="7971" y="1782"/>
                  </a:lnTo>
                  <a:lnTo>
                    <a:pt x="5470" y="313"/>
                  </a:lnTo>
                  <a:lnTo>
                    <a:pt x="5220" y="156"/>
                  </a:lnTo>
                  <a:lnTo>
                    <a:pt x="5002" y="63"/>
                  </a:lnTo>
                  <a:lnTo>
                    <a:pt x="4720" y="31"/>
                  </a:lnTo>
                  <a:lnTo>
                    <a:pt x="4439" y="0"/>
                  </a:lnTo>
                  <a:close/>
                </a:path>
              </a:pathLst>
            </a:custGeom>
            <a:solidFill>
              <a:srgbClr val="0C26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4424608" y="3364321"/>
              <a:ext cx="720649" cy="955166"/>
            </a:xfrm>
            <a:custGeom>
              <a:rect b="b" l="l" r="r" t="t"/>
              <a:pathLst>
                <a:path extrusionOk="0" h="10566" w="7972">
                  <a:moveTo>
                    <a:pt x="4439" y="1"/>
                  </a:moveTo>
                  <a:lnTo>
                    <a:pt x="4158" y="32"/>
                  </a:lnTo>
                  <a:lnTo>
                    <a:pt x="3877" y="94"/>
                  </a:lnTo>
                  <a:lnTo>
                    <a:pt x="3564" y="219"/>
                  </a:lnTo>
                  <a:lnTo>
                    <a:pt x="3220" y="407"/>
                  </a:lnTo>
                  <a:lnTo>
                    <a:pt x="2908" y="594"/>
                  </a:lnTo>
                  <a:lnTo>
                    <a:pt x="2564" y="845"/>
                  </a:lnTo>
                  <a:lnTo>
                    <a:pt x="2283" y="1126"/>
                  </a:lnTo>
                  <a:lnTo>
                    <a:pt x="1970" y="1470"/>
                  </a:lnTo>
                  <a:lnTo>
                    <a:pt x="1689" y="1814"/>
                  </a:lnTo>
                  <a:lnTo>
                    <a:pt x="1407" y="2157"/>
                  </a:lnTo>
                  <a:lnTo>
                    <a:pt x="1157" y="2564"/>
                  </a:lnTo>
                  <a:lnTo>
                    <a:pt x="938" y="2970"/>
                  </a:lnTo>
                  <a:lnTo>
                    <a:pt x="720" y="3408"/>
                  </a:lnTo>
                  <a:lnTo>
                    <a:pt x="532" y="3845"/>
                  </a:lnTo>
                  <a:lnTo>
                    <a:pt x="376" y="4283"/>
                  </a:lnTo>
                  <a:lnTo>
                    <a:pt x="251" y="4752"/>
                  </a:lnTo>
                  <a:lnTo>
                    <a:pt x="126" y="5221"/>
                  </a:lnTo>
                  <a:lnTo>
                    <a:pt x="63" y="5658"/>
                  </a:lnTo>
                  <a:lnTo>
                    <a:pt x="1" y="6127"/>
                  </a:lnTo>
                  <a:lnTo>
                    <a:pt x="1" y="6565"/>
                  </a:lnTo>
                  <a:lnTo>
                    <a:pt x="32" y="7065"/>
                  </a:lnTo>
                  <a:lnTo>
                    <a:pt x="95" y="7502"/>
                  </a:lnTo>
                  <a:lnTo>
                    <a:pt x="188" y="7909"/>
                  </a:lnTo>
                  <a:lnTo>
                    <a:pt x="313" y="8284"/>
                  </a:lnTo>
                  <a:lnTo>
                    <a:pt x="501" y="8596"/>
                  </a:lnTo>
                  <a:lnTo>
                    <a:pt x="688" y="8846"/>
                  </a:lnTo>
                  <a:lnTo>
                    <a:pt x="938" y="9065"/>
                  </a:lnTo>
                  <a:lnTo>
                    <a:pt x="1189" y="9222"/>
                  </a:lnTo>
                  <a:lnTo>
                    <a:pt x="3502" y="10566"/>
                  </a:lnTo>
                  <a:lnTo>
                    <a:pt x="7971" y="1782"/>
                  </a:lnTo>
                  <a:lnTo>
                    <a:pt x="5471" y="282"/>
                  </a:lnTo>
                  <a:lnTo>
                    <a:pt x="5221" y="157"/>
                  </a:lnTo>
                  <a:lnTo>
                    <a:pt x="5002" y="63"/>
                  </a:lnTo>
                  <a:lnTo>
                    <a:pt x="4721" y="32"/>
                  </a:lnTo>
                  <a:lnTo>
                    <a:pt x="4439" y="1"/>
                  </a:lnTo>
                  <a:close/>
                </a:path>
              </a:pathLst>
            </a:custGeom>
            <a:solidFill>
              <a:srgbClr val="0C26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
            <p:cNvSpPr/>
            <p:nvPr/>
          </p:nvSpPr>
          <p:spPr>
            <a:xfrm>
              <a:off x="3048622" y="538850"/>
              <a:ext cx="4266762" cy="3549104"/>
            </a:xfrm>
            <a:custGeom>
              <a:rect b="b" l="l" r="r" t="t"/>
              <a:pathLst>
                <a:path extrusionOk="0" h="39260" w="47200">
                  <a:moveTo>
                    <a:pt x="28476" y="0"/>
                  </a:moveTo>
                  <a:lnTo>
                    <a:pt x="27913" y="31"/>
                  </a:lnTo>
                  <a:lnTo>
                    <a:pt x="27382" y="94"/>
                  </a:lnTo>
                  <a:lnTo>
                    <a:pt x="26819" y="219"/>
                  </a:lnTo>
                  <a:lnTo>
                    <a:pt x="26288" y="344"/>
                  </a:lnTo>
                  <a:lnTo>
                    <a:pt x="25756" y="531"/>
                  </a:lnTo>
                  <a:lnTo>
                    <a:pt x="25225" y="719"/>
                  </a:lnTo>
                  <a:lnTo>
                    <a:pt x="24694" y="969"/>
                  </a:lnTo>
                  <a:lnTo>
                    <a:pt x="18786" y="3876"/>
                  </a:lnTo>
                  <a:lnTo>
                    <a:pt x="17942" y="4314"/>
                  </a:lnTo>
                  <a:lnTo>
                    <a:pt x="17098" y="4814"/>
                  </a:lnTo>
                  <a:lnTo>
                    <a:pt x="16317" y="5376"/>
                  </a:lnTo>
                  <a:lnTo>
                    <a:pt x="15535" y="5939"/>
                  </a:lnTo>
                  <a:lnTo>
                    <a:pt x="14785" y="6533"/>
                  </a:lnTo>
                  <a:lnTo>
                    <a:pt x="14097" y="7189"/>
                  </a:lnTo>
                  <a:lnTo>
                    <a:pt x="13410" y="7877"/>
                  </a:lnTo>
                  <a:lnTo>
                    <a:pt x="12753" y="8596"/>
                  </a:lnTo>
                  <a:lnTo>
                    <a:pt x="4158" y="18598"/>
                  </a:lnTo>
                  <a:lnTo>
                    <a:pt x="2313" y="22974"/>
                  </a:lnTo>
                  <a:lnTo>
                    <a:pt x="2063" y="23193"/>
                  </a:lnTo>
                  <a:lnTo>
                    <a:pt x="1813" y="23443"/>
                  </a:lnTo>
                  <a:lnTo>
                    <a:pt x="1470" y="23787"/>
                  </a:lnTo>
                  <a:lnTo>
                    <a:pt x="1126" y="24225"/>
                  </a:lnTo>
                  <a:lnTo>
                    <a:pt x="782" y="24756"/>
                  </a:lnTo>
                  <a:lnTo>
                    <a:pt x="626" y="25069"/>
                  </a:lnTo>
                  <a:lnTo>
                    <a:pt x="469" y="25381"/>
                  </a:lnTo>
                  <a:lnTo>
                    <a:pt x="313" y="25694"/>
                  </a:lnTo>
                  <a:lnTo>
                    <a:pt x="219" y="26038"/>
                  </a:lnTo>
                  <a:lnTo>
                    <a:pt x="125" y="26413"/>
                  </a:lnTo>
                  <a:lnTo>
                    <a:pt x="32" y="26756"/>
                  </a:lnTo>
                  <a:lnTo>
                    <a:pt x="0" y="27100"/>
                  </a:lnTo>
                  <a:lnTo>
                    <a:pt x="0" y="27475"/>
                  </a:lnTo>
                  <a:lnTo>
                    <a:pt x="0" y="27819"/>
                  </a:lnTo>
                  <a:lnTo>
                    <a:pt x="32" y="28132"/>
                  </a:lnTo>
                  <a:lnTo>
                    <a:pt x="63" y="28476"/>
                  </a:lnTo>
                  <a:lnTo>
                    <a:pt x="125" y="28788"/>
                  </a:lnTo>
                  <a:lnTo>
                    <a:pt x="313" y="29382"/>
                  </a:lnTo>
                  <a:lnTo>
                    <a:pt x="532" y="29882"/>
                  </a:lnTo>
                  <a:lnTo>
                    <a:pt x="751" y="30351"/>
                  </a:lnTo>
                  <a:lnTo>
                    <a:pt x="1032" y="30726"/>
                  </a:lnTo>
                  <a:lnTo>
                    <a:pt x="1157" y="30851"/>
                  </a:lnTo>
                  <a:lnTo>
                    <a:pt x="1313" y="31008"/>
                  </a:lnTo>
                  <a:lnTo>
                    <a:pt x="1657" y="31258"/>
                  </a:lnTo>
                  <a:lnTo>
                    <a:pt x="2001" y="31476"/>
                  </a:lnTo>
                  <a:lnTo>
                    <a:pt x="2376" y="31633"/>
                  </a:lnTo>
                  <a:lnTo>
                    <a:pt x="2970" y="31883"/>
                  </a:lnTo>
                  <a:lnTo>
                    <a:pt x="3220" y="31945"/>
                  </a:lnTo>
                  <a:lnTo>
                    <a:pt x="11597" y="36790"/>
                  </a:lnTo>
                  <a:lnTo>
                    <a:pt x="11753" y="37071"/>
                  </a:lnTo>
                  <a:lnTo>
                    <a:pt x="11972" y="37384"/>
                  </a:lnTo>
                  <a:lnTo>
                    <a:pt x="12285" y="37759"/>
                  </a:lnTo>
                  <a:lnTo>
                    <a:pt x="12691" y="38165"/>
                  </a:lnTo>
                  <a:lnTo>
                    <a:pt x="12910" y="38384"/>
                  </a:lnTo>
                  <a:lnTo>
                    <a:pt x="13160" y="38572"/>
                  </a:lnTo>
                  <a:lnTo>
                    <a:pt x="13441" y="38728"/>
                  </a:lnTo>
                  <a:lnTo>
                    <a:pt x="13754" y="38884"/>
                  </a:lnTo>
                  <a:lnTo>
                    <a:pt x="14066" y="39041"/>
                  </a:lnTo>
                  <a:lnTo>
                    <a:pt x="14441" y="39134"/>
                  </a:lnTo>
                  <a:lnTo>
                    <a:pt x="14754" y="39197"/>
                  </a:lnTo>
                  <a:lnTo>
                    <a:pt x="15098" y="39228"/>
                  </a:lnTo>
                  <a:lnTo>
                    <a:pt x="15442" y="39259"/>
                  </a:lnTo>
                  <a:lnTo>
                    <a:pt x="15817" y="39228"/>
                  </a:lnTo>
                  <a:lnTo>
                    <a:pt x="16192" y="39197"/>
                  </a:lnTo>
                  <a:lnTo>
                    <a:pt x="16567" y="39134"/>
                  </a:lnTo>
                  <a:lnTo>
                    <a:pt x="17380" y="38978"/>
                  </a:lnTo>
                  <a:lnTo>
                    <a:pt x="18192" y="38759"/>
                  </a:lnTo>
                  <a:lnTo>
                    <a:pt x="19005" y="38478"/>
                  </a:lnTo>
                  <a:lnTo>
                    <a:pt x="19786" y="38134"/>
                  </a:lnTo>
                  <a:lnTo>
                    <a:pt x="20568" y="37790"/>
                  </a:lnTo>
                  <a:lnTo>
                    <a:pt x="21287" y="37447"/>
                  </a:lnTo>
                  <a:lnTo>
                    <a:pt x="21974" y="37103"/>
                  </a:lnTo>
                  <a:lnTo>
                    <a:pt x="23100" y="36478"/>
                  </a:lnTo>
                  <a:lnTo>
                    <a:pt x="23881" y="36009"/>
                  </a:lnTo>
                  <a:lnTo>
                    <a:pt x="24162" y="35821"/>
                  </a:lnTo>
                  <a:lnTo>
                    <a:pt x="47199" y="22474"/>
                  </a:lnTo>
                  <a:lnTo>
                    <a:pt x="47168" y="22068"/>
                  </a:lnTo>
                  <a:lnTo>
                    <a:pt x="47137" y="21630"/>
                  </a:lnTo>
                  <a:lnTo>
                    <a:pt x="47074" y="21099"/>
                  </a:lnTo>
                  <a:lnTo>
                    <a:pt x="46980" y="20505"/>
                  </a:lnTo>
                  <a:lnTo>
                    <a:pt x="46824" y="19880"/>
                  </a:lnTo>
                  <a:lnTo>
                    <a:pt x="46730" y="19567"/>
                  </a:lnTo>
                  <a:lnTo>
                    <a:pt x="46605" y="19286"/>
                  </a:lnTo>
                  <a:lnTo>
                    <a:pt x="46480" y="19036"/>
                  </a:lnTo>
                  <a:lnTo>
                    <a:pt x="46324" y="18786"/>
                  </a:lnTo>
                  <a:lnTo>
                    <a:pt x="46011" y="18380"/>
                  </a:lnTo>
                  <a:lnTo>
                    <a:pt x="45699" y="18004"/>
                  </a:lnTo>
                  <a:lnTo>
                    <a:pt x="45417" y="17723"/>
                  </a:lnTo>
                  <a:lnTo>
                    <a:pt x="45199" y="17504"/>
                  </a:lnTo>
                  <a:lnTo>
                    <a:pt x="44823" y="17223"/>
                  </a:lnTo>
                  <a:lnTo>
                    <a:pt x="44698" y="17129"/>
                  </a:lnTo>
                  <a:lnTo>
                    <a:pt x="44698" y="13753"/>
                  </a:lnTo>
                  <a:lnTo>
                    <a:pt x="44698" y="13441"/>
                  </a:lnTo>
                  <a:lnTo>
                    <a:pt x="44667" y="13160"/>
                  </a:lnTo>
                  <a:lnTo>
                    <a:pt x="44605" y="12847"/>
                  </a:lnTo>
                  <a:lnTo>
                    <a:pt x="44542" y="12566"/>
                  </a:lnTo>
                  <a:lnTo>
                    <a:pt x="44448" y="12284"/>
                  </a:lnTo>
                  <a:lnTo>
                    <a:pt x="44323" y="12003"/>
                  </a:lnTo>
                  <a:lnTo>
                    <a:pt x="44198" y="11753"/>
                  </a:lnTo>
                  <a:lnTo>
                    <a:pt x="44042" y="11503"/>
                  </a:lnTo>
                  <a:lnTo>
                    <a:pt x="41166" y="7127"/>
                  </a:lnTo>
                  <a:lnTo>
                    <a:pt x="40823" y="6595"/>
                  </a:lnTo>
                  <a:lnTo>
                    <a:pt x="40416" y="6095"/>
                  </a:lnTo>
                  <a:lnTo>
                    <a:pt x="40010" y="5595"/>
                  </a:lnTo>
                  <a:lnTo>
                    <a:pt x="39541" y="5158"/>
                  </a:lnTo>
                  <a:lnTo>
                    <a:pt x="39072" y="4751"/>
                  </a:lnTo>
                  <a:lnTo>
                    <a:pt x="38572" y="4345"/>
                  </a:lnTo>
                  <a:lnTo>
                    <a:pt x="38072" y="3970"/>
                  </a:lnTo>
                  <a:lnTo>
                    <a:pt x="37509" y="3626"/>
                  </a:lnTo>
                  <a:lnTo>
                    <a:pt x="33290" y="1219"/>
                  </a:lnTo>
                  <a:lnTo>
                    <a:pt x="32789" y="938"/>
                  </a:lnTo>
                  <a:lnTo>
                    <a:pt x="32289" y="688"/>
                  </a:lnTo>
                  <a:lnTo>
                    <a:pt x="31758" y="500"/>
                  </a:lnTo>
                  <a:lnTo>
                    <a:pt x="31227" y="344"/>
                  </a:lnTo>
                  <a:lnTo>
                    <a:pt x="30695" y="188"/>
                  </a:lnTo>
                  <a:lnTo>
                    <a:pt x="30133" y="94"/>
                  </a:lnTo>
                  <a:lnTo>
                    <a:pt x="29601" y="31"/>
                  </a:lnTo>
                  <a:lnTo>
                    <a:pt x="29039" y="0"/>
                  </a:ln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
            <p:cNvSpPr/>
            <p:nvPr/>
          </p:nvSpPr>
          <p:spPr>
            <a:xfrm>
              <a:off x="6721805" y="2087223"/>
              <a:ext cx="593460" cy="822369"/>
            </a:xfrm>
            <a:custGeom>
              <a:rect b="b" l="l" r="r" t="t"/>
              <a:pathLst>
                <a:path extrusionOk="0" h="9097" w="6565">
                  <a:moveTo>
                    <a:pt x="4063" y="0"/>
                  </a:moveTo>
                  <a:lnTo>
                    <a:pt x="3876" y="188"/>
                  </a:lnTo>
                  <a:lnTo>
                    <a:pt x="3345" y="688"/>
                  </a:lnTo>
                  <a:lnTo>
                    <a:pt x="3001" y="1032"/>
                  </a:lnTo>
                  <a:lnTo>
                    <a:pt x="2626" y="1469"/>
                  </a:lnTo>
                  <a:lnTo>
                    <a:pt x="2219" y="1969"/>
                  </a:lnTo>
                  <a:lnTo>
                    <a:pt x="1813" y="2563"/>
                  </a:lnTo>
                  <a:lnTo>
                    <a:pt x="1407" y="3188"/>
                  </a:lnTo>
                  <a:lnTo>
                    <a:pt x="1032" y="3876"/>
                  </a:lnTo>
                  <a:lnTo>
                    <a:pt x="688" y="4626"/>
                  </a:lnTo>
                  <a:lnTo>
                    <a:pt x="531" y="5001"/>
                  </a:lnTo>
                  <a:lnTo>
                    <a:pt x="406" y="5408"/>
                  </a:lnTo>
                  <a:lnTo>
                    <a:pt x="281" y="5845"/>
                  </a:lnTo>
                  <a:lnTo>
                    <a:pt x="188" y="6283"/>
                  </a:lnTo>
                  <a:lnTo>
                    <a:pt x="94" y="6721"/>
                  </a:lnTo>
                  <a:lnTo>
                    <a:pt x="63" y="7158"/>
                  </a:lnTo>
                  <a:lnTo>
                    <a:pt x="31" y="7627"/>
                  </a:lnTo>
                  <a:lnTo>
                    <a:pt x="0" y="8096"/>
                  </a:lnTo>
                  <a:lnTo>
                    <a:pt x="31" y="8596"/>
                  </a:lnTo>
                  <a:lnTo>
                    <a:pt x="94" y="9096"/>
                  </a:lnTo>
                  <a:lnTo>
                    <a:pt x="6564" y="5345"/>
                  </a:lnTo>
                  <a:lnTo>
                    <a:pt x="6533" y="4939"/>
                  </a:lnTo>
                  <a:lnTo>
                    <a:pt x="6502" y="4501"/>
                  </a:lnTo>
                  <a:lnTo>
                    <a:pt x="6439" y="3970"/>
                  </a:lnTo>
                  <a:lnTo>
                    <a:pt x="6345" y="3376"/>
                  </a:lnTo>
                  <a:lnTo>
                    <a:pt x="6189" y="2751"/>
                  </a:lnTo>
                  <a:lnTo>
                    <a:pt x="6095" y="2438"/>
                  </a:lnTo>
                  <a:lnTo>
                    <a:pt x="5970" y="2157"/>
                  </a:lnTo>
                  <a:lnTo>
                    <a:pt x="5845" y="1907"/>
                  </a:lnTo>
                  <a:lnTo>
                    <a:pt x="5689" y="1657"/>
                  </a:lnTo>
                  <a:lnTo>
                    <a:pt x="5376" y="1251"/>
                  </a:lnTo>
                  <a:lnTo>
                    <a:pt x="5064" y="875"/>
                  </a:lnTo>
                  <a:lnTo>
                    <a:pt x="4782" y="594"/>
                  </a:lnTo>
                  <a:lnTo>
                    <a:pt x="4564" y="375"/>
                  </a:lnTo>
                  <a:lnTo>
                    <a:pt x="4188" y="94"/>
                  </a:lnTo>
                  <a:lnTo>
                    <a:pt x="4063" y="0"/>
                  </a:lnTo>
                  <a:close/>
                </a:path>
              </a:pathLst>
            </a:custGeom>
            <a:solidFill>
              <a:srgbClr val="66AF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
            <p:cNvSpPr/>
            <p:nvPr/>
          </p:nvSpPr>
          <p:spPr>
            <a:xfrm>
              <a:off x="6730212" y="2282114"/>
              <a:ext cx="585053" cy="850664"/>
            </a:xfrm>
            <a:custGeom>
              <a:rect b="b" l="l" r="r" t="t"/>
              <a:pathLst>
                <a:path extrusionOk="0" h="9410" w="6472">
                  <a:moveTo>
                    <a:pt x="4471" y="1"/>
                  </a:moveTo>
                  <a:lnTo>
                    <a:pt x="4189" y="32"/>
                  </a:lnTo>
                  <a:lnTo>
                    <a:pt x="3877" y="95"/>
                  </a:lnTo>
                  <a:lnTo>
                    <a:pt x="3564" y="220"/>
                  </a:lnTo>
                  <a:lnTo>
                    <a:pt x="3220" y="376"/>
                  </a:lnTo>
                  <a:lnTo>
                    <a:pt x="2876" y="595"/>
                  </a:lnTo>
                  <a:lnTo>
                    <a:pt x="2564" y="845"/>
                  </a:lnTo>
                  <a:lnTo>
                    <a:pt x="2251" y="1126"/>
                  </a:lnTo>
                  <a:lnTo>
                    <a:pt x="1970" y="1439"/>
                  </a:lnTo>
                  <a:lnTo>
                    <a:pt x="1689" y="1783"/>
                  </a:lnTo>
                  <a:lnTo>
                    <a:pt x="1407" y="2158"/>
                  </a:lnTo>
                  <a:lnTo>
                    <a:pt x="1157" y="2564"/>
                  </a:lnTo>
                  <a:lnTo>
                    <a:pt x="939" y="2970"/>
                  </a:lnTo>
                  <a:lnTo>
                    <a:pt x="720" y="3408"/>
                  </a:lnTo>
                  <a:lnTo>
                    <a:pt x="532" y="3846"/>
                  </a:lnTo>
                  <a:lnTo>
                    <a:pt x="376" y="4283"/>
                  </a:lnTo>
                  <a:lnTo>
                    <a:pt x="251" y="4752"/>
                  </a:lnTo>
                  <a:lnTo>
                    <a:pt x="126" y="5190"/>
                  </a:lnTo>
                  <a:lnTo>
                    <a:pt x="63" y="5659"/>
                  </a:lnTo>
                  <a:lnTo>
                    <a:pt x="1" y="6127"/>
                  </a:lnTo>
                  <a:lnTo>
                    <a:pt x="1" y="6565"/>
                  </a:lnTo>
                  <a:lnTo>
                    <a:pt x="1" y="7003"/>
                  </a:lnTo>
                  <a:lnTo>
                    <a:pt x="63" y="7409"/>
                  </a:lnTo>
                  <a:lnTo>
                    <a:pt x="126" y="7753"/>
                  </a:lnTo>
                  <a:lnTo>
                    <a:pt x="251" y="8097"/>
                  </a:lnTo>
                  <a:lnTo>
                    <a:pt x="376" y="8409"/>
                  </a:lnTo>
                  <a:lnTo>
                    <a:pt x="532" y="8659"/>
                  </a:lnTo>
                  <a:lnTo>
                    <a:pt x="720" y="8878"/>
                  </a:lnTo>
                  <a:lnTo>
                    <a:pt x="939" y="9066"/>
                  </a:lnTo>
                  <a:lnTo>
                    <a:pt x="1157" y="9222"/>
                  </a:lnTo>
                  <a:lnTo>
                    <a:pt x="1407" y="9316"/>
                  </a:lnTo>
                  <a:lnTo>
                    <a:pt x="1689" y="9378"/>
                  </a:lnTo>
                  <a:lnTo>
                    <a:pt x="1970" y="9409"/>
                  </a:lnTo>
                  <a:lnTo>
                    <a:pt x="2251" y="9378"/>
                  </a:lnTo>
                  <a:lnTo>
                    <a:pt x="2564" y="9284"/>
                  </a:lnTo>
                  <a:lnTo>
                    <a:pt x="2876" y="9191"/>
                  </a:lnTo>
                  <a:lnTo>
                    <a:pt x="3220" y="9003"/>
                  </a:lnTo>
                  <a:lnTo>
                    <a:pt x="3564" y="8784"/>
                  </a:lnTo>
                  <a:lnTo>
                    <a:pt x="3877" y="8534"/>
                  </a:lnTo>
                  <a:lnTo>
                    <a:pt x="4189" y="8253"/>
                  </a:lnTo>
                  <a:lnTo>
                    <a:pt x="4471" y="7940"/>
                  </a:lnTo>
                  <a:lnTo>
                    <a:pt x="4752" y="7597"/>
                  </a:lnTo>
                  <a:lnTo>
                    <a:pt x="5033" y="7221"/>
                  </a:lnTo>
                  <a:lnTo>
                    <a:pt x="5283" y="6846"/>
                  </a:lnTo>
                  <a:lnTo>
                    <a:pt x="5502" y="6440"/>
                  </a:lnTo>
                  <a:lnTo>
                    <a:pt x="5721" y="6002"/>
                  </a:lnTo>
                  <a:lnTo>
                    <a:pt x="5908" y="5565"/>
                  </a:lnTo>
                  <a:lnTo>
                    <a:pt x="6065" y="5096"/>
                  </a:lnTo>
                  <a:lnTo>
                    <a:pt x="6190" y="4658"/>
                  </a:lnTo>
                  <a:lnTo>
                    <a:pt x="6315" y="4189"/>
                  </a:lnTo>
                  <a:lnTo>
                    <a:pt x="6377" y="3721"/>
                  </a:lnTo>
                  <a:lnTo>
                    <a:pt x="6440" y="3283"/>
                  </a:lnTo>
                  <a:lnTo>
                    <a:pt x="6471" y="2814"/>
                  </a:lnTo>
                  <a:lnTo>
                    <a:pt x="6440" y="2408"/>
                  </a:lnTo>
                  <a:lnTo>
                    <a:pt x="6377" y="2001"/>
                  </a:lnTo>
                  <a:lnTo>
                    <a:pt x="6315" y="1626"/>
                  </a:lnTo>
                  <a:lnTo>
                    <a:pt x="6190" y="1283"/>
                  </a:lnTo>
                  <a:lnTo>
                    <a:pt x="6065" y="1001"/>
                  </a:lnTo>
                  <a:lnTo>
                    <a:pt x="5908" y="720"/>
                  </a:lnTo>
                  <a:lnTo>
                    <a:pt x="5721" y="501"/>
                  </a:lnTo>
                  <a:lnTo>
                    <a:pt x="5502" y="314"/>
                  </a:lnTo>
                  <a:lnTo>
                    <a:pt x="5283" y="189"/>
                  </a:lnTo>
                  <a:lnTo>
                    <a:pt x="5033" y="63"/>
                  </a:lnTo>
                  <a:lnTo>
                    <a:pt x="4752" y="1"/>
                  </a:lnTo>
                  <a:close/>
                </a:path>
              </a:pathLst>
            </a:custGeom>
            <a:solidFill>
              <a:srgbClr val="133D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p:nvPr/>
          </p:nvSpPr>
          <p:spPr>
            <a:xfrm>
              <a:off x="6837600" y="2440396"/>
              <a:ext cx="367466" cy="531281"/>
            </a:xfrm>
            <a:custGeom>
              <a:rect b="b" l="l" r="r" t="t"/>
              <a:pathLst>
                <a:path extrusionOk="0" h="5877" w="4065">
                  <a:moveTo>
                    <a:pt x="2626" y="0"/>
                  </a:moveTo>
                  <a:lnTo>
                    <a:pt x="2439" y="63"/>
                  </a:lnTo>
                  <a:lnTo>
                    <a:pt x="2251" y="125"/>
                  </a:lnTo>
                  <a:lnTo>
                    <a:pt x="2032" y="250"/>
                  </a:lnTo>
                  <a:lnTo>
                    <a:pt x="1813" y="375"/>
                  </a:lnTo>
                  <a:lnTo>
                    <a:pt x="1626" y="532"/>
                  </a:lnTo>
                  <a:lnTo>
                    <a:pt x="1438" y="719"/>
                  </a:lnTo>
                  <a:lnTo>
                    <a:pt x="1251" y="907"/>
                  </a:lnTo>
                  <a:lnTo>
                    <a:pt x="907" y="1344"/>
                  </a:lnTo>
                  <a:lnTo>
                    <a:pt x="594" y="1876"/>
                  </a:lnTo>
                  <a:lnTo>
                    <a:pt x="344" y="2407"/>
                  </a:lnTo>
                  <a:lnTo>
                    <a:pt x="157" y="2970"/>
                  </a:lnTo>
                  <a:lnTo>
                    <a:pt x="32" y="3532"/>
                  </a:lnTo>
                  <a:lnTo>
                    <a:pt x="1" y="3845"/>
                  </a:lnTo>
                  <a:lnTo>
                    <a:pt x="1" y="4126"/>
                  </a:lnTo>
                  <a:lnTo>
                    <a:pt x="1" y="4376"/>
                  </a:lnTo>
                  <a:lnTo>
                    <a:pt x="32" y="4626"/>
                  </a:lnTo>
                  <a:lnTo>
                    <a:pt x="94" y="4877"/>
                  </a:lnTo>
                  <a:lnTo>
                    <a:pt x="157" y="5064"/>
                  </a:lnTo>
                  <a:lnTo>
                    <a:pt x="251" y="5252"/>
                  </a:lnTo>
                  <a:lnTo>
                    <a:pt x="344" y="5439"/>
                  </a:lnTo>
                  <a:lnTo>
                    <a:pt x="469" y="5564"/>
                  </a:lnTo>
                  <a:lnTo>
                    <a:pt x="594" y="5689"/>
                  </a:lnTo>
                  <a:lnTo>
                    <a:pt x="751" y="5783"/>
                  </a:lnTo>
                  <a:lnTo>
                    <a:pt x="907" y="5846"/>
                  </a:lnTo>
                  <a:lnTo>
                    <a:pt x="1063" y="5877"/>
                  </a:lnTo>
                  <a:lnTo>
                    <a:pt x="1438" y="5877"/>
                  </a:lnTo>
                  <a:lnTo>
                    <a:pt x="1626" y="5814"/>
                  </a:lnTo>
                  <a:lnTo>
                    <a:pt x="1813" y="5752"/>
                  </a:lnTo>
                  <a:lnTo>
                    <a:pt x="2032" y="5658"/>
                  </a:lnTo>
                  <a:lnTo>
                    <a:pt x="2251" y="5502"/>
                  </a:lnTo>
                  <a:lnTo>
                    <a:pt x="2439" y="5345"/>
                  </a:lnTo>
                  <a:lnTo>
                    <a:pt x="2626" y="5189"/>
                  </a:lnTo>
                  <a:lnTo>
                    <a:pt x="2814" y="4970"/>
                  </a:lnTo>
                  <a:lnTo>
                    <a:pt x="3158" y="4533"/>
                  </a:lnTo>
                  <a:lnTo>
                    <a:pt x="3470" y="4033"/>
                  </a:lnTo>
                  <a:lnTo>
                    <a:pt x="3720" y="3470"/>
                  </a:lnTo>
                  <a:lnTo>
                    <a:pt x="3908" y="2907"/>
                  </a:lnTo>
                  <a:lnTo>
                    <a:pt x="4033" y="2345"/>
                  </a:lnTo>
                  <a:lnTo>
                    <a:pt x="4064" y="2063"/>
                  </a:lnTo>
                  <a:lnTo>
                    <a:pt x="4064" y="1782"/>
                  </a:lnTo>
                  <a:lnTo>
                    <a:pt x="4064" y="1501"/>
                  </a:lnTo>
                  <a:lnTo>
                    <a:pt x="4033" y="1251"/>
                  </a:lnTo>
                  <a:lnTo>
                    <a:pt x="3970" y="1032"/>
                  </a:lnTo>
                  <a:lnTo>
                    <a:pt x="3908" y="813"/>
                  </a:lnTo>
                  <a:lnTo>
                    <a:pt x="3814" y="626"/>
                  </a:lnTo>
                  <a:lnTo>
                    <a:pt x="3720" y="469"/>
                  </a:lnTo>
                  <a:lnTo>
                    <a:pt x="3595" y="313"/>
                  </a:lnTo>
                  <a:lnTo>
                    <a:pt x="3470" y="219"/>
                  </a:lnTo>
                  <a:lnTo>
                    <a:pt x="3314" y="125"/>
                  </a:lnTo>
                  <a:lnTo>
                    <a:pt x="3158" y="63"/>
                  </a:lnTo>
                  <a:lnTo>
                    <a:pt x="300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
            <p:cNvSpPr/>
            <p:nvPr/>
          </p:nvSpPr>
          <p:spPr>
            <a:xfrm>
              <a:off x="6863001" y="2477096"/>
              <a:ext cx="316572" cy="460678"/>
            </a:xfrm>
            <a:custGeom>
              <a:rect b="b" l="l" r="r" t="t"/>
              <a:pathLst>
                <a:path extrusionOk="0" h="5096" w="3502">
                  <a:moveTo>
                    <a:pt x="2283" y="1"/>
                  </a:moveTo>
                  <a:lnTo>
                    <a:pt x="2095" y="32"/>
                  </a:lnTo>
                  <a:lnTo>
                    <a:pt x="1939" y="95"/>
                  </a:lnTo>
                  <a:lnTo>
                    <a:pt x="1751" y="188"/>
                  </a:lnTo>
                  <a:lnTo>
                    <a:pt x="1564" y="313"/>
                  </a:lnTo>
                  <a:lnTo>
                    <a:pt x="1407" y="438"/>
                  </a:lnTo>
                  <a:lnTo>
                    <a:pt x="1064" y="782"/>
                  </a:lnTo>
                  <a:lnTo>
                    <a:pt x="782" y="1157"/>
                  </a:lnTo>
                  <a:lnTo>
                    <a:pt x="501" y="1595"/>
                  </a:lnTo>
                  <a:lnTo>
                    <a:pt x="282" y="2064"/>
                  </a:lnTo>
                  <a:lnTo>
                    <a:pt x="126" y="2564"/>
                  </a:lnTo>
                  <a:lnTo>
                    <a:pt x="32" y="3064"/>
                  </a:lnTo>
                  <a:lnTo>
                    <a:pt x="1" y="3564"/>
                  </a:lnTo>
                  <a:lnTo>
                    <a:pt x="1" y="3783"/>
                  </a:lnTo>
                  <a:lnTo>
                    <a:pt x="32" y="4002"/>
                  </a:lnTo>
                  <a:lnTo>
                    <a:pt x="63" y="4189"/>
                  </a:lnTo>
                  <a:lnTo>
                    <a:pt x="126" y="4377"/>
                  </a:lnTo>
                  <a:lnTo>
                    <a:pt x="220" y="4533"/>
                  </a:lnTo>
                  <a:lnTo>
                    <a:pt x="282" y="4689"/>
                  </a:lnTo>
                  <a:lnTo>
                    <a:pt x="407" y="4814"/>
                  </a:lnTo>
                  <a:lnTo>
                    <a:pt x="501" y="4908"/>
                  </a:lnTo>
                  <a:lnTo>
                    <a:pt x="626" y="5002"/>
                  </a:lnTo>
                  <a:lnTo>
                    <a:pt x="782" y="5033"/>
                  </a:lnTo>
                  <a:lnTo>
                    <a:pt x="907" y="5064"/>
                  </a:lnTo>
                  <a:lnTo>
                    <a:pt x="1064" y="5096"/>
                  </a:lnTo>
                  <a:lnTo>
                    <a:pt x="1220" y="5064"/>
                  </a:lnTo>
                  <a:lnTo>
                    <a:pt x="1407" y="5033"/>
                  </a:lnTo>
                  <a:lnTo>
                    <a:pt x="1564" y="4971"/>
                  </a:lnTo>
                  <a:lnTo>
                    <a:pt x="1751" y="4877"/>
                  </a:lnTo>
                  <a:lnTo>
                    <a:pt x="1939" y="4752"/>
                  </a:lnTo>
                  <a:lnTo>
                    <a:pt x="2095" y="4627"/>
                  </a:lnTo>
                  <a:lnTo>
                    <a:pt x="2439" y="4314"/>
                  </a:lnTo>
                  <a:lnTo>
                    <a:pt x="2720" y="3908"/>
                  </a:lnTo>
                  <a:lnTo>
                    <a:pt x="3002" y="3470"/>
                  </a:lnTo>
                  <a:lnTo>
                    <a:pt x="3220" y="3001"/>
                  </a:lnTo>
                  <a:lnTo>
                    <a:pt x="3377" y="2501"/>
                  </a:lnTo>
                  <a:lnTo>
                    <a:pt x="3470" y="2032"/>
                  </a:lnTo>
                  <a:lnTo>
                    <a:pt x="3502" y="1532"/>
                  </a:lnTo>
                  <a:lnTo>
                    <a:pt x="3502" y="1282"/>
                  </a:lnTo>
                  <a:lnTo>
                    <a:pt x="3470" y="1063"/>
                  </a:lnTo>
                  <a:lnTo>
                    <a:pt x="3439" y="876"/>
                  </a:lnTo>
                  <a:lnTo>
                    <a:pt x="3377" y="688"/>
                  </a:lnTo>
                  <a:lnTo>
                    <a:pt x="3283" y="532"/>
                  </a:lnTo>
                  <a:lnTo>
                    <a:pt x="3220" y="376"/>
                  </a:lnTo>
                  <a:lnTo>
                    <a:pt x="3095" y="282"/>
                  </a:lnTo>
                  <a:lnTo>
                    <a:pt x="3002" y="157"/>
                  </a:lnTo>
                  <a:lnTo>
                    <a:pt x="2877" y="95"/>
                  </a:lnTo>
                  <a:lnTo>
                    <a:pt x="2720" y="32"/>
                  </a:lnTo>
                  <a:lnTo>
                    <a:pt x="2595" y="1"/>
                  </a:lnTo>
                  <a:close/>
                </a:path>
              </a:pathLst>
            </a:custGeom>
            <a:solidFill>
              <a:srgbClr val="133D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
            <p:cNvSpPr/>
            <p:nvPr/>
          </p:nvSpPr>
          <p:spPr>
            <a:xfrm>
              <a:off x="6848900" y="2460192"/>
              <a:ext cx="344776" cy="491686"/>
            </a:xfrm>
            <a:custGeom>
              <a:rect b="b" l="l" r="r" t="t"/>
              <a:pathLst>
                <a:path extrusionOk="0" h="5439" w="3814">
                  <a:moveTo>
                    <a:pt x="3064" y="0"/>
                  </a:moveTo>
                  <a:lnTo>
                    <a:pt x="2439" y="1250"/>
                  </a:lnTo>
                  <a:lnTo>
                    <a:pt x="2345" y="1344"/>
                  </a:lnTo>
                  <a:lnTo>
                    <a:pt x="2251" y="1407"/>
                  </a:lnTo>
                  <a:lnTo>
                    <a:pt x="2220" y="1376"/>
                  </a:lnTo>
                  <a:lnTo>
                    <a:pt x="2189" y="1376"/>
                  </a:lnTo>
                  <a:lnTo>
                    <a:pt x="2157" y="1250"/>
                  </a:lnTo>
                  <a:lnTo>
                    <a:pt x="2157" y="31"/>
                  </a:lnTo>
                  <a:lnTo>
                    <a:pt x="1657" y="313"/>
                  </a:lnTo>
                  <a:lnTo>
                    <a:pt x="1657" y="1563"/>
                  </a:lnTo>
                  <a:lnTo>
                    <a:pt x="1626" y="1688"/>
                  </a:lnTo>
                  <a:lnTo>
                    <a:pt x="1563" y="1813"/>
                  </a:lnTo>
                  <a:lnTo>
                    <a:pt x="1470" y="1876"/>
                  </a:lnTo>
                  <a:lnTo>
                    <a:pt x="1438" y="1876"/>
                  </a:lnTo>
                  <a:lnTo>
                    <a:pt x="1376" y="1844"/>
                  </a:lnTo>
                  <a:lnTo>
                    <a:pt x="751" y="1376"/>
                  </a:lnTo>
                  <a:lnTo>
                    <a:pt x="376" y="2032"/>
                  </a:lnTo>
                  <a:lnTo>
                    <a:pt x="1032" y="2532"/>
                  </a:lnTo>
                  <a:lnTo>
                    <a:pt x="1063" y="2563"/>
                  </a:lnTo>
                  <a:lnTo>
                    <a:pt x="1063" y="2626"/>
                  </a:lnTo>
                  <a:lnTo>
                    <a:pt x="1063" y="2751"/>
                  </a:lnTo>
                  <a:lnTo>
                    <a:pt x="1001" y="2876"/>
                  </a:lnTo>
                  <a:lnTo>
                    <a:pt x="907" y="2970"/>
                  </a:lnTo>
                  <a:lnTo>
                    <a:pt x="1" y="3501"/>
                  </a:lnTo>
                  <a:lnTo>
                    <a:pt x="1" y="4157"/>
                  </a:lnTo>
                  <a:lnTo>
                    <a:pt x="907" y="3626"/>
                  </a:lnTo>
                  <a:lnTo>
                    <a:pt x="1001" y="3626"/>
                  </a:lnTo>
                  <a:lnTo>
                    <a:pt x="1063" y="3689"/>
                  </a:lnTo>
                  <a:lnTo>
                    <a:pt x="1063" y="3782"/>
                  </a:lnTo>
                  <a:lnTo>
                    <a:pt x="1032" y="3939"/>
                  </a:lnTo>
                  <a:lnTo>
                    <a:pt x="376" y="5158"/>
                  </a:lnTo>
                  <a:lnTo>
                    <a:pt x="751" y="5439"/>
                  </a:lnTo>
                  <a:lnTo>
                    <a:pt x="1376" y="4189"/>
                  </a:lnTo>
                  <a:lnTo>
                    <a:pt x="1470" y="4095"/>
                  </a:lnTo>
                  <a:lnTo>
                    <a:pt x="1563" y="4064"/>
                  </a:lnTo>
                  <a:lnTo>
                    <a:pt x="1595" y="4064"/>
                  </a:lnTo>
                  <a:lnTo>
                    <a:pt x="1626" y="4095"/>
                  </a:lnTo>
                  <a:lnTo>
                    <a:pt x="1657" y="4189"/>
                  </a:lnTo>
                  <a:lnTo>
                    <a:pt x="1657" y="5408"/>
                  </a:lnTo>
                  <a:lnTo>
                    <a:pt x="2157" y="5126"/>
                  </a:lnTo>
                  <a:lnTo>
                    <a:pt x="2157" y="3907"/>
                  </a:lnTo>
                  <a:lnTo>
                    <a:pt x="2189" y="3751"/>
                  </a:lnTo>
                  <a:lnTo>
                    <a:pt x="2251" y="3657"/>
                  </a:lnTo>
                  <a:lnTo>
                    <a:pt x="2345" y="3595"/>
                  </a:lnTo>
                  <a:lnTo>
                    <a:pt x="2439" y="3595"/>
                  </a:lnTo>
                  <a:lnTo>
                    <a:pt x="3064" y="4095"/>
                  </a:lnTo>
                  <a:lnTo>
                    <a:pt x="3439" y="3407"/>
                  </a:lnTo>
                  <a:lnTo>
                    <a:pt x="2782" y="2907"/>
                  </a:lnTo>
                  <a:lnTo>
                    <a:pt x="2751" y="2876"/>
                  </a:lnTo>
                  <a:lnTo>
                    <a:pt x="2751" y="2813"/>
                  </a:lnTo>
                  <a:lnTo>
                    <a:pt x="2751" y="2720"/>
                  </a:lnTo>
                  <a:lnTo>
                    <a:pt x="2814" y="2595"/>
                  </a:lnTo>
                  <a:lnTo>
                    <a:pt x="2908" y="2501"/>
                  </a:lnTo>
                  <a:lnTo>
                    <a:pt x="3814" y="1969"/>
                  </a:lnTo>
                  <a:lnTo>
                    <a:pt x="3814" y="1282"/>
                  </a:lnTo>
                  <a:lnTo>
                    <a:pt x="2908" y="1813"/>
                  </a:lnTo>
                  <a:lnTo>
                    <a:pt x="2845" y="1844"/>
                  </a:lnTo>
                  <a:lnTo>
                    <a:pt x="2814" y="1844"/>
                  </a:lnTo>
                  <a:lnTo>
                    <a:pt x="2751" y="1782"/>
                  </a:lnTo>
                  <a:lnTo>
                    <a:pt x="2751" y="1657"/>
                  </a:lnTo>
                  <a:lnTo>
                    <a:pt x="2782" y="1532"/>
                  </a:lnTo>
                  <a:lnTo>
                    <a:pt x="3439" y="282"/>
                  </a:lnTo>
                  <a:lnTo>
                    <a:pt x="306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
            <p:cNvSpPr/>
            <p:nvPr/>
          </p:nvSpPr>
          <p:spPr>
            <a:xfrm>
              <a:off x="6978887" y="2646677"/>
              <a:ext cx="84883" cy="121588"/>
            </a:xfrm>
            <a:custGeom>
              <a:rect b="b" l="l" r="r" t="t"/>
              <a:pathLst>
                <a:path extrusionOk="0" h="1345" w="939">
                  <a:moveTo>
                    <a:pt x="563" y="0"/>
                  </a:moveTo>
                  <a:lnTo>
                    <a:pt x="469" y="31"/>
                  </a:lnTo>
                  <a:lnTo>
                    <a:pt x="376" y="125"/>
                  </a:lnTo>
                  <a:lnTo>
                    <a:pt x="282" y="188"/>
                  </a:lnTo>
                  <a:lnTo>
                    <a:pt x="157" y="407"/>
                  </a:lnTo>
                  <a:lnTo>
                    <a:pt x="32" y="657"/>
                  </a:lnTo>
                  <a:lnTo>
                    <a:pt x="0" y="938"/>
                  </a:lnTo>
                  <a:lnTo>
                    <a:pt x="32" y="1063"/>
                  </a:lnTo>
                  <a:lnTo>
                    <a:pt x="32" y="1157"/>
                  </a:lnTo>
                  <a:lnTo>
                    <a:pt x="94" y="1219"/>
                  </a:lnTo>
                  <a:lnTo>
                    <a:pt x="157" y="1282"/>
                  </a:lnTo>
                  <a:lnTo>
                    <a:pt x="219" y="1313"/>
                  </a:lnTo>
                  <a:lnTo>
                    <a:pt x="282" y="1344"/>
                  </a:lnTo>
                  <a:lnTo>
                    <a:pt x="376" y="1313"/>
                  </a:lnTo>
                  <a:lnTo>
                    <a:pt x="469" y="1282"/>
                  </a:lnTo>
                  <a:lnTo>
                    <a:pt x="563" y="1219"/>
                  </a:lnTo>
                  <a:lnTo>
                    <a:pt x="657" y="1125"/>
                  </a:lnTo>
                  <a:lnTo>
                    <a:pt x="782" y="907"/>
                  </a:lnTo>
                  <a:lnTo>
                    <a:pt x="907" y="657"/>
                  </a:lnTo>
                  <a:lnTo>
                    <a:pt x="938" y="407"/>
                  </a:lnTo>
                  <a:lnTo>
                    <a:pt x="938" y="281"/>
                  </a:lnTo>
                  <a:lnTo>
                    <a:pt x="907" y="188"/>
                  </a:lnTo>
                  <a:lnTo>
                    <a:pt x="844" y="94"/>
                  </a:lnTo>
                  <a:lnTo>
                    <a:pt x="782" y="31"/>
                  </a:lnTo>
                  <a:lnTo>
                    <a:pt x="719" y="0"/>
                  </a:lnTo>
                  <a:close/>
                </a:path>
              </a:pathLst>
            </a:custGeom>
            <a:solidFill>
              <a:srgbClr val="133D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
            <p:cNvSpPr/>
            <p:nvPr/>
          </p:nvSpPr>
          <p:spPr>
            <a:xfrm>
              <a:off x="3630672" y="1290393"/>
              <a:ext cx="1641709" cy="1492052"/>
            </a:xfrm>
            <a:custGeom>
              <a:rect b="b" l="l" r="r" t="t"/>
              <a:pathLst>
                <a:path extrusionOk="0" h="16505" w="18161">
                  <a:moveTo>
                    <a:pt x="7909" y="1"/>
                  </a:moveTo>
                  <a:lnTo>
                    <a:pt x="7627" y="63"/>
                  </a:lnTo>
                  <a:lnTo>
                    <a:pt x="7377" y="157"/>
                  </a:lnTo>
                  <a:lnTo>
                    <a:pt x="7127" y="313"/>
                  </a:lnTo>
                  <a:lnTo>
                    <a:pt x="6908" y="501"/>
                  </a:lnTo>
                  <a:lnTo>
                    <a:pt x="0" y="8315"/>
                  </a:lnTo>
                  <a:lnTo>
                    <a:pt x="0" y="8471"/>
                  </a:lnTo>
                  <a:lnTo>
                    <a:pt x="125" y="8878"/>
                  </a:lnTo>
                  <a:lnTo>
                    <a:pt x="188" y="9190"/>
                  </a:lnTo>
                  <a:lnTo>
                    <a:pt x="313" y="9534"/>
                  </a:lnTo>
                  <a:lnTo>
                    <a:pt x="501" y="9909"/>
                  </a:lnTo>
                  <a:lnTo>
                    <a:pt x="688" y="10347"/>
                  </a:lnTo>
                  <a:lnTo>
                    <a:pt x="938" y="10784"/>
                  </a:lnTo>
                  <a:lnTo>
                    <a:pt x="1251" y="11253"/>
                  </a:lnTo>
                  <a:lnTo>
                    <a:pt x="1626" y="11722"/>
                  </a:lnTo>
                  <a:lnTo>
                    <a:pt x="2032" y="12222"/>
                  </a:lnTo>
                  <a:lnTo>
                    <a:pt x="2532" y="12722"/>
                  </a:lnTo>
                  <a:lnTo>
                    <a:pt x="3095" y="13191"/>
                  </a:lnTo>
                  <a:lnTo>
                    <a:pt x="3751" y="13660"/>
                  </a:lnTo>
                  <a:lnTo>
                    <a:pt x="4470" y="14098"/>
                  </a:lnTo>
                  <a:lnTo>
                    <a:pt x="5314" y="14567"/>
                  </a:lnTo>
                  <a:lnTo>
                    <a:pt x="6127" y="14942"/>
                  </a:lnTo>
                  <a:lnTo>
                    <a:pt x="6940" y="15285"/>
                  </a:lnTo>
                  <a:lnTo>
                    <a:pt x="7721" y="15567"/>
                  </a:lnTo>
                  <a:lnTo>
                    <a:pt x="8502" y="15786"/>
                  </a:lnTo>
                  <a:lnTo>
                    <a:pt x="9221" y="15973"/>
                  </a:lnTo>
                  <a:lnTo>
                    <a:pt x="9909" y="16129"/>
                  </a:lnTo>
                  <a:lnTo>
                    <a:pt x="10565" y="16254"/>
                  </a:lnTo>
                  <a:lnTo>
                    <a:pt x="11128" y="16348"/>
                  </a:lnTo>
                  <a:lnTo>
                    <a:pt x="11659" y="16411"/>
                  </a:lnTo>
                  <a:lnTo>
                    <a:pt x="12535" y="16473"/>
                  </a:lnTo>
                  <a:lnTo>
                    <a:pt x="13066" y="16505"/>
                  </a:lnTo>
                  <a:lnTo>
                    <a:pt x="13285" y="16505"/>
                  </a:lnTo>
                  <a:lnTo>
                    <a:pt x="17973" y="8003"/>
                  </a:lnTo>
                  <a:lnTo>
                    <a:pt x="18098" y="7690"/>
                  </a:lnTo>
                  <a:lnTo>
                    <a:pt x="18161" y="7377"/>
                  </a:lnTo>
                  <a:lnTo>
                    <a:pt x="18161" y="7034"/>
                  </a:lnTo>
                  <a:lnTo>
                    <a:pt x="18098" y="6721"/>
                  </a:lnTo>
                  <a:lnTo>
                    <a:pt x="18005" y="6440"/>
                  </a:lnTo>
                  <a:lnTo>
                    <a:pt x="17817" y="6158"/>
                  </a:lnTo>
                  <a:lnTo>
                    <a:pt x="17598" y="5908"/>
                  </a:lnTo>
                  <a:lnTo>
                    <a:pt x="17317" y="5721"/>
                  </a:lnTo>
                  <a:lnTo>
                    <a:pt x="15535" y="4689"/>
                  </a:lnTo>
                  <a:lnTo>
                    <a:pt x="14504" y="4064"/>
                  </a:lnTo>
                  <a:lnTo>
                    <a:pt x="13410" y="3376"/>
                  </a:lnTo>
                  <a:lnTo>
                    <a:pt x="12285" y="2657"/>
                  </a:lnTo>
                  <a:lnTo>
                    <a:pt x="11159" y="1907"/>
                  </a:lnTo>
                  <a:lnTo>
                    <a:pt x="10034" y="1126"/>
                  </a:lnTo>
                  <a:lnTo>
                    <a:pt x="9003" y="313"/>
                  </a:lnTo>
                  <a:lnTo>
                    <a:pt x="8753" y="157"/>
                  </a:lnTo>
                  <a:lnTo>
                    <a:pt x="8471" y="63"/>
                  </a:lnTo>
                  <a:lnTo>
                    <a:pt x="8190" y="1"/>
                  </a:lnTo>
                  <a:close/>
                </a:path>
              </a:pathLst>
            </a:custGeom>
            <a:solidFill>
              <a:srgbClr val="0C26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
            <p:cNvSpPr/>
            <p:nvPr/>
          </p:nvSpPr>
          <p:spPr>
            <a:xfrm>
              <a:off x="4693080" y="747933"/>
              <a:ext cx="1339420" cy="796876"/>
            </a:xfrm>
            <a:custGeom>
              <a:rect b="b" l="l" r="r" t="t"/>
              <a:pathLst>
                <a:path extrusionOk="0" h="8815" w="14817">
                  <a:moveTo>
                    <a:pt x="6033" y="0"/>
                  </a:moveTo>
                  <a:lnTo>
                    <a:pt x="5752" y="31"/>
                  </a:lnTo>
                  <a:lnTo>
                    <a:pt x="5502" y="63"/>
                  </a:lnTo>
                  <a:lnTo>
                    <a:pt x="5220" y="125"/>
                  </a:lnTo>
                  <a:lnTo>
                    <a:pt x="4970" y="250"/>
                  </a:lnTo>
                  <a:lnTo>
                    <a:pt x="500" y="2532"/>
                  </a:lnTo>
                  <a:lnTo>
                    <a:pt x="375" y="2626"/>
                  </a:lnTo>
                  <a:lnTo>
                    <a:pt x="282" y="2688"/>
                  </a:lnTo>
                  <a:lnTo>
                    <a:pt x="125" y="2876"/>
                  </a:lnTo>
                  <a:lnTo>
                    <a:pt x="31" y="3126"/>
                  </a:lnTo>
                  <a:lnTo>
                    <a:pt x="0" y="3345"/>
                  </a:lnTo>
                  <a:lnTo>
                    <a:pt x="0" y="3595"/>
                  </a:lnTo>
                  <a:lnTo>
                    <a:pt x="94" y="3814"/>
                  </a:lnTo>
                  <a:lnTo>
                    <a:pt x="250" y="4032"/>
                  </a:lnTo>
                  <a:lnTo>
                    <a:pt x="344" y="4126"/>
                  </a:lnTo>
                  <a:lnTo>
                    <a:pt x="469" y="4189"/>
                  </a:lnTo>
                  <a:lnTo>
                    <a:pt x="7940" y="8502"/>
                  </a:lnTo>
                  <a:lnTo>
                    <a:pt x="8221" y="8627"/>
                  </a:lnTo>
                  <a:lnTo>
                    <a:pt x="8502" y="8721"/>
                  </a:lnTo>
                  <a:lnTo>
                    <a:pt x="8784" y="8784"/>
                  </a:lnTo>
                  <a:lnTo>
                    <a:pt x="9065" y="8815"/>
                  </a:lnTo>
                  <a:lnTo>
                    <a:pt x="9346" y="8784"/>
                  </a:lnTo>
                  <a:lnTo>
                    <a:pt x="9627" y="8721"/>
                  </a:lnTo>
                  <a:lnTo>
                    <a:pt x="9909" y="8627"/>
                  </a:lnTo>
                  <a:lnTo>
                    <a:pt x="10159" y="8502"/>
                  </a:lnTo>
                  <a:lnTo>
                    <a:pt x="14347" y="6095"/>
                  </a:lnTo>
                  <a:lnTo>
                    <a:pt x="14566" y="5939"/>
                  </a:lnTo>
                  <a:lnTo>
                    <a:pt x="14691" y="5752"/>
                  </a:lnTo>
                  <a:lnTo>
                    <a:pt x="14785" y="5501"/>
                  </a:lnTo>
                  <a:lnTo>
                    <a:pt x="14816" y="5283"/>
                  </a:lnTo>
                  <a:lnTo>
                    <a:pt x="14785" y="5033"/>
                  </a:lnTo>
                  <a:lnTo>
                    <a:pt x="14691" y="4814"/>
                  </a:lnTo>
                  <a:lnTo>
                    <a:pt x="14566" y="4626"/>
                  </a:lnTo>
                  <a:lnTo>
                    <a:pt x="14347" y="4470"/>
                  </a:lnTo>
                  <a:lnTo>
                    <a:pt x="7064" y="313"/>
                  </a:lnTo>
                  <a:lnTo>
                    <a:pt x="6814" y="188"/>
                  </a:lnTo>
                  <a:lnTo>
                    <a:pt x="6564" y="94"/>
                  </a:lnTo>
                  <a:lnTo>
                    <a:pt x="6314" y="31"/>
                  </a:lnTo>
                  <a:lnTo>
                    <a:pt x="6033" y="0"/>
                  </a:lnTo>
                  <a:close/>
                </a:path>
              </a:pathLst>
            </a:custGeom>
            <a:solidFill>
              <a:srgbClr val="0C26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
            <p:cNvSpPr/>
            <p:nvPr/>
          </p:nvSpPr>
          <p:spPr>
            <a:xfrm>
              <a:off x="3240710" y="1883744"/>
              <a:ext cx="3266514" cy="1980935"/>
            </a:xfrm>
            <a:custGeom>
              <a:rect b="b" l="l" r="r" t="t"/>
              <a:pathLst>
                <a:path extrusionOk="0" h="21913" w="36135">
                  <a:moveTo>
                    <a:pt x="36134" y="1"/>
                  </a:moveTo>
                  <a:lnTo>
                    <a:pt x="26632" y="5908"/>
                  </a:lnTo>
                  <a:lnTo>
                    <a:pt x="22162" y="8690"/>
                  </a:lnTo>
                  <a:lnTo>
                    <a:pt x="20287" y="9847"/>
                  </a:lnTo>
                  <a:lnTo>
                    <a:pt x="19506" y="10816"/>
                  </a:lnTo>
                  <a:lnTo>
                    <a:pt x="19412" y="10878"/>
                  </a:lnTo>
                  <a:lnTo>
                    <a:pt x="19130" y="11066"/>
                  </a:lnTo>
                  <a:lnTo>
                    <a:pt x="18630" y="11347"/>
                  </a:lnTo>
                  <a:lnTo>
                    <a:pt x="18349" y="11472"/>
                  </a:lnTo>
                  <a:lnTo>
                    <a:pt x="17974" y="11628"/>
                  </a:lnTo>
                  <a:lnTo>
                    <a:pt x="17599" y="11753"/>
                  </a:lnTo>
                  <a:lnTo>
                    <a:pt x="17161" y="11878"/>
                  </a:lnTo>
                  <a:lnTo>
                    <a:pt x="16692" y="11972"/>
                  </a:lnTo>
                  <a:lnTo>
                    <a:pt x="16161" y="12066"/>
                  </a:lnTo>
                  <a:lnTo>
                    <a:pt x="15598" y="12097"/>
                  </a:lnTo>
                  <a:lnTo>
                    <a:pt x="15004" y="12129"/>
                  </a:lnTo>
                  <a:lnTo>
                    <a:pt x="14379" y="12097"/>
                  </a:lnTo>
                  <a:lnTo>
                    <a:pt x="13692" y="12004"/>
                  </a:lnTo>
                  <a:lnTo>
                    <a:pt x="13067" y="11910"/>
                  </a:lnTo>
                  <a:lnTo>
                    <a:pt x="12379" y="11785"/>
                  </a:lnTo>
                  <a:lnTo>
                    <a:pt x="11660" y="11628"/>
                  </a:lnTo>
                  <a:lnTo>
                    <a:pt x="10910" y="11410"/>
                  </a:lnTo>
                  <a:lnTo>
                    <a:pt x="10128" y="11191"/>
                  </a:lnTo>
                  <a:lnTo>
                    <a:pt x="9316" y="10878"/>
                  </a:lnTo>
                  <a:lnTo>
                    <a:pt x="8534" y="10503"/>
                  </a:lnTo>
                  <a:lnTo>
                    <a:pt x="7721" y="10097"/>
                  </a:lnTo>
                  <a:lnTo>
                    <a:pt x="6940" y="9565"/>
                  </a:lnTo>
                  <a:lnTo>
                    <a:pt x="6565" y="9284"/>
                  </a:lnTo>
                  <a:lnTo>
                    <a:pt x="6190" y="9003"/>
                  </a:lnTo>
                  <a:lnTo>
                    <a:pt x="5784" y="8659"/>
                  </a:lnTo>
                  <a:lnTo>
                    <a:pt x="5440" y="8315"/>
                  </a:lnTo>
                  <a:lnTo>
                    <a:pt x="5065" y="7940"/>
                  </a:lnTo>
                  <a:lnTo>
                    <a:pt x="4721" y="7565"/>
                  </a:lnTo>
                  <a:lnTo>
                    <a:pt x="4377" y="7127"/>
                  </a:lnTo>
                  <a:lnTo>
                    <a:pt x="4033" y="6690"/>
                  </a:lnTo>
                  <a:lnTo>
                    <a:pt x="3721" y="6221"/>
                  </a:lnTo>
                  <a:lnTo>
                    <a:pt x="3408" y="5690"/>
                  </a:lnTo>
                  <a:lnTo>
                    <a:pt x="3095" y="5158"/>
                  </a:lnTo>
                  <a:lnTo>
                    <a:pt x="2814" y="4596"/>
                  </a:lnTo>
                  <a:lnTo>
                    <a:pt x="2564" y="4002"/>
                  </a:lnTo>
                  <a:lnTo>
                    <a:pt x="2314" y="3376"/>
                  </a:lnTo>
                  <a:lnTo>
                    <a:pt x="2033" y="3720"/>
                  </a:lnTo>
                  <a:lnTo>
                    <a:pt x="188" y="8096"/>
                  </a:lnTo>
                  <a:lnTo>
                    <a:pt x="157" y="8284"/>
                  </a:lnTo>
                  <a:lnTo>
                    <a:pt x="95" y="8847"/>
                  </a:lnTo>
                  <a:lnTo>
                    <a:pt x="32" y="9722"/>
                  </a:lnTo>
                  <a:lnTo>
                    <a:pt x="1" y="10847"/>
                  </a:lnTo>
                  <a:lnTo>
                    <a:pt x="1" y="11503"/>
                  </a:lnTo>
                  <a:lnTo>
                    <a:pt x="63" y="12191"/>
                  </a:lnTo>
                  <a:lnTo>
                    <a:pt x="126" y="12941"/>
                  </a:lnTo>
                  <a:lnTo>
                    <a:pt x="220" y="13723"/>
                  </a:lnTo>
                  <a:lnTo>
                    <a:pt x="376" y="14535"/>
                  </a:lnTo>
                  <a:lnTo>
                    <a:pt x="564" y="15348"/>
                  </a:lnTo>
                  <a:lnTo>
                    <a:pt x="814" y="16192"/>
                  </a:lnTo>
                  <a:lnTo>
                    <a:pt x="1095" y="17067"/>
                  </a:lnTo>
                  <a:lnTo>
                    <a:pt x="9472" y="21912"/>
                  </a:lnTo>
                  <a:lnTo>
                    <a:pt x="9566" y="21725"/>
                  </a:lnTo>
                  <a:lnTo>
                    <a:pt x="9878" y="21256"/>
                  </a:lnTo>
                  <a:lnTo>
                    <a:pt x="10410" y="20599"/>
                  </a:lnTo>
                  <a:lnTo>
                    <a:pt x="10753" y="20193"/>
                  </a:lnTo>
                  <a:lnTo>
                    <a:pt x="11129" y="19787"/>
                  </a:lnTo>
                  <a:lnTo>
                    <a:pt x="11597" y="19349"/>
                  </a:lnTo>
                  <a:lnTo>
                    <a:pt x="12066" y="18943"/>
                  </a:lnTo>
                  <a:lnTo>
                    <a:pt x="12598" y="18505"/>
                  </a:lnTo>
                  <a:lnTo>
                    <a:pt x="13192" y="18130"/>
                  </a:lnTo>
                  <a:lnTo>
                    <a:pt x="13848" y="17755"/>
                  </a:lnTo>
                  <a:lnTo>
                    <a:pt x="14536" y="17442"/>
                  </a:lnTo>
                  <a:lnTo>
                    <a:pt x="15255" y="17161"/>
                  </a:lnTo>
                  <a:lnTo>
                    <a:pt x="15630" y="17036"/>
                  </a:lnTo>
                  <a:lnTo>
                    <a:pt x="16036" y="16942"/>
                  </a:lnTo>
                  <a:lnTo>
                    <a:pt x="16411" y="16848"/>
                  </a:lnTo>
                  <a:lnTo>
                    <a:pt x="16786" y="16786"/>
                  </a:lnTo>
                  <a:lnTo>
                    <a:pt x="17505" y="16755"/>
                  </a:lnTo>
                  <a:lnTo>
                    <a:pt x="18130" y="16755"/>
                  </a:lnTo>
                  <a:lnTo>
                    <a:pt x="18724" y="16848"/>
                  </a:lnTo>
                  <a:lnTo>
                    <a:pt x="19224" y="16973"/>
                  </a:lnTo>
                  <a:lnTo>
                    <a:pt x="19693" y="17130"/>
                  </a:lnTo>
                  <a:lnTo>
                    <a:pt x="20099" y="17349"/>
                  </a:lnTo>
                  <a:lnTo>
                    <a:pt x="20475" y="17567"/>
                  </a:lnTo>
                  <a:lnTo>
                    <a:pt x="20756" y="17786"/>
                  </a:lnTo>
                  <a:lnTo>
                    <a:pt x="21037" y="18036"/>
                  </a:lnTo>
                  <a:lnTo>
                    <a:pt x="21225" y="18255"/>
                  </a:lnTo>
                  <a:lnTo>
                    <a:pt x="21412" y="18474"/>
                  </a:lnTo>
                  <a:lnTo>
                    <a:pt x="21631" y="18786"/>
                  </a:lnTo>
                  <a:lnTo>
                    <a:pt x="21694" y="18911"/>
                  </a:lnTo>
                  <a:lnTo>
                    <a:pt x="34790" y="11347"/>
                  </a:lnTo>
                  <a:lnTo>
                    <a:pt x="3613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
            <p:cNvSpPr/>
            <p:nvPr/>
          </p:nvSpPr>
          <p:spPr>
            <a:xfrm>
              <a:off x="4647882" y="3494309"/>
              <a:ext cx="584962" cy="847771"/>
            </a:xfrm>
            <a:custGeom>
              <a:rect b="b" l="l" r="r" t="t"/>
              <a:pathLst>
                <a:path extrusionOk="0" h="9378" w="6471">
                  <a:moveTo>
                    <a:pt x="4189" y="0"/>
                  </a:moveTo>
                  <a:lnTo>
                    <a:pt x="3876" y="94"/>
                  </a:lnTo>
                  <a:lnTo>
                    <a:pt x="3563" y="219"/>
                  </a:lnTo>
                  <a:lnTo>
                    <a:pt x="3220" y="376"/>
                  </a:lnTo>
                  <a:lnTo>
                    <a:pt x="2907" y="594"/>
                  </a:lnTo>
                  <a:lnTo>
                    <a:pt x="2563" y="844"/>
                  </a:lnTo>
                  <a:lnTo>
                    <a:pt x="2251" y="1126"/>
                  </a:lnTo>
                  <a:lnTo>
                    <a:pt x="1969" y="1438"/>
                  </a:lnTo>
                  <a:lnTo>
                    <a:pt x="1688" y="1782"/>
                  </a:lnTo>
                  <a:lnTo>
                    <a:pt x="1407" y="2157"/>
                  </a:lnTo>
                  <a:lnTo>
                    <a:pt x="1157" y="2564"/>
                  </a:lnTo>
                  <a:lnTo>
                    <a:pt x="938" y="2970"/>
                  </a:lnTo>
                  <a:lnTo>
                    <a:pt x="719" y="3376"/>
                  </a:lnTo>
                  <a:lnTo>
                    <a:pt x="531" y="3814"/>
                  </a:lnTo>
                  <a:lnTo>
                    <a:pt x="375" y="4283"/>
                  </a:lnTo>
                  <a:lnTo>
                    <a:pt x="250" y="4720"/>
                  </a:lnTo>
                  <a:lnTo>
                    <a:pt x="125" y="5189"/>
                  </a:lnTo>
                  <a:lnTo>
                    <a:pt x="63" y="5658"/>
                  </a:lnTo>
                  <a:lnTo>
                    <a:pt x="0" y="6096"/>
                  </a:lnTo>
                  <a:lnTo>
                    <a:pt x="0" y="6564"/>
                  </a:lnTo>
                  <a:lnTo>
                    <a:pt x="0" y="7002"/>
                  </a:lnTo>
                  <a:lnTo>
                    <a:pt x="63" y="7377"/>
                  </a:lnTo>
                  <a:lnTo>
                    <a:pt x="125" y="7752"/>
                  </a:lnTo>
                  <a:lnTo>
                    <a:pt x="250" y="8096"/>
                  </a:lnTo>
                  <a:lnTo>
                    <a:pt x="375" y="8377"/>
                  </a:lnTo>
                  <a:lnTo>
                    <a:pt x="531" y="8659"/>
                  </a:lnTo>
                  <a:lnTo>
                    <a:pt x="719" y="8878"/>
                  </a:lnTo>
                  <a:lnTo>
                    <a:pt x="938" y="9065"/>
                  </a:lnTo>
                  <a:lnTo>
                    <a:pt x="1157" y="9221"/>
                  </a:lnTo>
                  <a:lnTo>
                    <a:pt x="1407" y="9315"/>
                  </a:lnTo>
                  <a:lnTo>
                    <a:pt x="1688" y="9378"/>
                  </a:lnTo>
                  <a:lnTo>
                    <a:pt x="2251" y="9378"/>
                  </a:lnTo>
                  <a:lnTo>
                    <a:pt x="2563" y="9284"/>
                  </a:lnTo>
                  <a:lnTo>
                    <a:pt x="2907" y="9159"/>
                  </a:lnTo>
                  <a:lnTo>
                    <a:pt x="3220" y="9003"/>
                  </a:lnTo>
                  <a:lnTo>
                    <a:pt x="3563" y="8784"/>
                  </a:lnTo>
                  <a:lnTo>
                    <a:pt x="3876" y="8534"/>
                  </a:lnTo>
                  <a:lnTo>
                    <a:pt x="4189" y="8252"/>
                  </a:lnTo>
                  <a:lnTo>
                    <a:pt x="4470" y="7940"/>
                  </a:lnTo>
                  <a:lnTo>
                    <a:pt x="4751" y="7596"/>
                  </a:lnTo>
                  <a:lnTo>
                    <a:pt x="5033" y="7221"/>
                  </a:lnTo>
                  <a:lnTo>
                    <a:pt x="5283" y="6815"/>
                  </a:lnTo>
                  <a:lnTo>
                    <a:pt x="5501" y="6408"/>
                  </a:lnTo>
                  <a:lnTo>
                    <a:pt x="5720" y="6002"/>
                  </a:lnTo>
                  <a:lnTo>
                    <a:pt x="5908" y="5564"/>
                  </a:lnTo>
                  <a:lnTo>
                    <a:pt x="6064" y="5095"/>
                  </a:lnTo>
                  <a:lnTo>
                    <a:pt x="6220" y="4658"/>
                  </a:lnTo>
                  <a:lnTo>
                    <a:pt x="6314" y="4189"/>
                  </a:lnTo>
                  <a:lnTo>
                    <a:pt x="6408" y="3720"/>
                  </a:lnTo>
                  <a:lnTo>
                    <a:pt x="6439" y="3282"/>
                  </a:lnTo>
                  <a:lnTo>
                    <a:pt x="6470" y="2814"/>
                  </a:lnTo>
                  <a:lnTo>
                    <a:pt x="6439" y="2376"/>
                  </a:lnTo>
                  <a:lnTo>
                    <a:pt x="6408" y="2001"/>
                  </a:lnTo>
                  <a:lnTo>
                    <a:pt x="6314" y="1626"/>
                  </a:lnTo>
                  <a:lnTo>
                    <a:pt x="6220" y="1282"/>
                  </a:lnTo>
                  <a:lnTo>
                    <a:pt x="6064" y="1001"/>
                  </a:lnTo>
                  <a:lnTo>
                    <a:pt x="5908" y="719"/>
                  </a:lnTo>
                  <a:lnTo>
                    <a:pt x="5720" y="501"/>
                  </a:lnTo>
                  <a:lnTo>
                    <a:pt x="5501" y="313"/>
                  </a:lnTo>
                  <a:lnTo>
                    <a:pt x="5283" y="157"/>
                  </a:lnTo>
                  <a:lnTo>
                    <a:pt x="5033" y="63"/>
                  </a:lnTo>
                  <a:lnTo>
                    <a:pt x="4751" y="0"/>
                  </a:lnTo>
                  <a:close/>
                </a:path>
              </a:pathLst>
            </a:custGeom>
            <a:solidFill>
              <a:srgbClr val="133D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
            <p:cNvSpPr/>
            <p:nvPr/>
          </p:nvSpPr>
          <p:spPr>
            <a:xfrm>
              <a:off x="4755181" y="3652500"/>
              <a:ext cx="367466" cy="531371"/>
            </a:xfrm>
            <a:custGeom>
              <a:rect b="b" l="l" r="r" t="t"/>
              <a:pathLst>
                <a:path extrusionOk="0" h="5878" w="4065">
                  <a:moveTo>
                    <a:pt x="2626" y="1"/>
                  </a:moveTo>
                  <a:lnTo>
                    <a:pt x="2439" y="63"/>
                  </a:lnTo>
                  <a:lnTo>
                    <a:pt x="2251" y="126"/>
                  </a:lnTo>
                  <a:lnTo>
                    <a:pt x="2033" y="251"/>
                  </a:lnTo>
                  <a:lnTo>
                    <a:pt x="1814" y="376"/>
                  </a:lnTo>
                  <a:lnTo>
                    <a:pt x="1626" y="532"/>
                  </a:lnTo>
                  <a:lnTo>
                    <a:pt x="1439" y="720"/>
                  </a:lnTo>
                  <a:lnTo>
                    <a:pt x="1251" y="907"/>
                  </a:lnTo>
                  <a:lnTo>
                    <a:pt x="907" y="1345"/>
                  </a:lnTo>
                  <a:lnTo>
                    <a:pt x="595" y="1845"/>
                  </a:lnTo>
                  <a:lnTo>
                    <a:pt x="345" y="2408"/>
                  </a:lnTo>
                  <a:lnTo>
                    <a:pt x="157" y="2970"/>
                  </a:lnTo>
                  <a:lnTo>
                    <a:pt x="63" y="3533"/>
                  </a:lnTo>
                  <a:lnTo>
                    <a:pt x="32" y="3814"/>
                  </a:lnTo>
                  <a:lnTo>
                    <a:pt x="1" y="4096"/>
                  </a:lnTo>
                  <a:lnTo>
                    <a:pt x="32" y="4377"/>
                  </a:lnTo>
                  <a:lnTo>
                    <a:pt x="63" y="4627"/>
                  </a:lnTo>
                  <a:lnTo>
                    <a:pt x="95" y="4877"/>
                  </a:lnTo>
                  <a:lnTo>
                    <a:pt x="157" y="5065"/>
                  </a:lnTo>
                  <a:lnTo>
                    <a:pt x="251" y="5252"/>
                  </a:lnTo>
                  <a:lnTo>
                    <a:pt x="345" y="5408"/>
                  </a:lnTo>
                  <a:lnTo>
                    <a:pt x="470" y="5565"/>
                  </a:lnTo>
                  <a:lnTo>
                    <a:pt x="595" y="5690"/>
                  </a:lnTo>
                  <a:lnTo>
                    <a:pt x="751" y="5783"/>
                  </a:lnTo>
                  <a:lnTo>
                    <a:pt x="907" y="5846"/>
                  </a:lnTo>
                  <a:lnTo>
                    <a:pt x="1064" y="5877"/>
                  </a:lnTo>
                  <a:lnTo>
                    <a:pt x="1439" y="5877"/>
                  </a:lnTo>
                  <a:lnTo>
                    <a:pt x="1626" y="5815"/>
                  </a:lnTo>
                  <a:lnTo>
                    <a:pt x="1814" y="5752"/>
                  </a:lnTo>
                  <a:lnTo>
                    <a:pt x="2033" y="5658"/>
                  </a:lnTo>
                  <a:lnTo>
                    <a:pt x="2251" y="5502"/>
                  </a:lnTo>
                  <a:lnTo>
                    <a:pt x="2439" y="5346"/>
                  </a:lnTo>
                  <a:lnTo>
                    <a:pt x="2626" y="5158"/>
                  </a:lnTo>
                  <a:lnTo>
                    <a:pt x="2814" y="4971"/>
                  </a:lnTo>
                  <a:lnTo>
                    <a:pt x="3158" y="4533"/>
                  </a:lnTo>
                  <a:lnTo>
                    <a:pt x="3470" y="4033"/>
                  </a:lnTo>
                  <a:lnTo>
                    <a:pt x="3721" y="3470"/>
                  </a:lnTo>
                  <a:lnTo>
                    <a:pt x="3908" y="2908"/>
                  </a:lnTo>
                  <a:lnTo>
                    <a:pt x="4033" y="2345"/>
                  </a:lnTo>
                  <a:lnTo>
                    <a:pt x="4064" y="2064"/>
                  </a:lnTo>
                  <a:lnTo>
                    <a:pt x="4064" y="1783"/>
                  </a:lnTo>
                  <a:lnTo>
                    <a:pt x="4064" y="1501"/>
                  </a:lnTo>
                  <a:lnTo>
                    <a:pt x="4033" y="1251"/>
                  </a:lnTo>
                  <a:lnTo>
                    <a:pt x="3971" y="1032"/>
                  </a:lnTo>
                  <a:lnTo>
                    <a:pt x="3908" y="814"/>
                  </a:lnTo>
                  <a:lnTo>
                    <a:pt x="3814" y="626"/>
                  </a:lnTo>
                  <a:lnTo>
                    <a:pt x="3721" y="470"/>
                  </a:lnTo>
                  <a:lnTo>
                    <a:pt x="3595" y="313"/>
                  </a:lnTo>
                  <a:lnTo>
                    <a:pt x="3470" y="188"/>
                  </a:lnTo>
                  <a:lnTo>
                    <a:pt x="3314" y="95"/>
                  </a:lnTo>
                  <a:lnTo>
                    <a:pt x="3158" y="32"/>
                  </a:lnTo>
                  <a:lnTo>
                    <a:pt x="300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
            <p:cNvSpPr/>
            <p:nvPr/>
          </p:nvSpPr>
          <p:spPr>
            <a:xfrm>
              <a:off x="4780672" y="3686398"/>
              <a:ext cx="316572" cy="463571"/>
            </a:xfrm>
            <a:custGeom>
              <a:rect b="b" l="l" r="r" t="t"/>
              <a:pathLst>
                <a:path extrusionOk="0" h="5128" w="3502">
                  <a:moveTo>
                    <a:pt x="2438" y="1"/>
                  </a:moveTo>
                  <a:lnTo>
                    <a:pt x="2282" y="32"/>
                  </a:lnTo>
                  <a:lnTo>
                    <a:pt x="2094" y="63"/>
                  </a:lnTo>
                  <a:lnTo>
                    <a:pt x="1938" y="126"/>
                  </a:lnTo>
                  <a:lnTo>
                    <a:pt x="1751" y="220"/>
                  </a:lnTo>
                  <a:lnTo>
                    <a:pt x="1563" y="345"/>
                  </a:lnTo>
                  <a:lnTo>
                    <a:pt x="1407" y="470"/>
                  </a:lnTo>
                  <a:lnTo>
                    <a:pt x="1063" y="814"/>
                  </a:lnTo>
                  <a:lnTo>
                    <a:pt x="782" y="1189"/>
                  </a:lnTo>
                  <a:lnTo>
                    <a:pt x="500" y="1626"/>
                  </a:lnTo>
                  <a:lnTo>
                    <a:pt x="313" y="2095"/>
                  </a:lnTo>
                  <a:lnTo>
                    <a:pt x="125" y="2595"/>
                  </a:lnTo>
                  <a:lnTo>
                    <a:pt x="31" y="3095"/>
                  </a:lnTo>
                  <a:lnTo>
                    <a:pt x="0" y="3564"/>
                  </a:lnTo>
                  <a:lnTo>
                    <a:pt x="0" y="3814"/>
                  </a:lnTo>
                  <a:lnTo>
                    <a:pt x="31" y="4033"/>
                  </a:lnTo>
                  <a:lnTo>
                    <a:pt x="63" y="4221"/>
                  </a:lnTo>
                  <a:lnTo>
                    <a:pt x="125" y="4408"/>
                  </a:lnTo>
                  <a:lnTo>
                    <a:pt x="219" y="4565"/>
                  </a:lnTo>
                  <a:lnTo>
                    <a:pt x="313" y="4721"/>
                  </a:lnTo>
                  <a:lnTo>
                    <a:pt x="407" y="4846"/>
                  </a:lnTo>
                  <a:lnTo>
                    <a:pt x="500" y="4940"/>
                  </a:lnTo>
                  <a:lnTo>
                    <a:pt x="625" y="5002"/>
                  </a:lnTo>
                  <a:lnTo>
                    <a:pt x="782" y="5065"/>
                  </a:lnTo>
                  <a:lnTo>
                    <a:pt x="907" y="5096"/>
                  </a:lnTo>
                  <a:lnTo>
                    <a:pt x="1063" y="5127"/>
                  </a:lnTo>
                  <a:lnTo>
                    <a:pt x="1219" y="5096"/>
                  </a:lnTo>
                  <a:lnTo>
                    <a:pt x="1407" y="5065"/>
                  </a:lnTo>
                  <a:lnTo>
                    <a:pt x="1563" y="5002"/>
                  </a:lnTo>
                  <a:lnTo>
                    <a:pt x="1751" y="4908"/>
                  </a:lnTo>
                  <a:lnTo>
                    <a:pt x="1938" y="4783"/>
                  </a:lnTo>
                  <a:lnTo>
                    <a:pt x="2094" y="4658"/>
                  </a:lnTo>
                  <a:lnTo>
                    <a:pt x="2438" y="4314"/>
                  </a:lnTo>
                  <a:lnTo>
                    <a:pt x="2751" y="3939"/>
                  </a:lnTo>
                  <a:lnTo>
                    <a:pt x="3001" y="3502"/>
                  </a:lnTo>
                  <a:lnTo>
                    <a:pt x="3220" y="3033"/>
                  </a:lnTo>
                  <a:lnTo>
                    <a:pt x="3376" y="2533"/>
                  </a:lnTo>
                  <a:lnTo>
                    <a:pt x="3470" y="2033"/>
                  </a:lnTo>
                  <a:lnTo>
                    <a:pt x="3501" y="1564"/>
                  </a:lnTo>
                  <a:lnTo>
                    <a:pt x="3501" y="1314"/>
                  </a:lnTo>
                  <a:lnTo>
                    <a:pt x="3470" y="1095"/>
                  </a:lnTo>
                  <a:lnTo>
                    <a:pt x="3439" y="907"/>
                  </a:lnTo>
                  <a:lnTo>
                    <a:pt x="3376" y="720"/>
                  </a:lnTo>
                  <a:lnTo>
                    <a:pt x="3282" y="564"/>
                  </a:lnTo>
                  <a:lnTo>
                    <a:pt x="3220" y="407"/>
                  </a:lnTo>
                  <a:lnTo>
                    <a:pt x="3095" y="282"/>
                  </a:lnTo>
                  <a:lnTo>
                    <a:pt x="3001" y="188"/>
                  </a:lnTo>
                  <a:lnTo>
                    <a:pt x="2876" y="126"/>
                  </a:lnTo>
                  <a:lnTo>
                    <a:pt x="2751" y="63"/>
                  </a:lnTo>
                  <a:lnTo>
                    <a:pt x="2595" y="32"/>
                  </a:lnTo>
                  <a:lnTo>
                    <a:pt x="2438" y="1"/>
                  </a:lnTo>
                  <a:close/>
                </a:path>
              </a:pathLst>
            </a:custGeom>
            <a:solidFill>
              <a:srgbClr val="133D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
            <p:cNvSpPr/>
            <p:nvPr/>
          </p:nvSpPr>
          <p:spPr>
            <a:xfrm>
              <a:off x="4766480" y="3672297"/>
              <a:ext cx="344866" cy="491776"/>
            </a:xfrm>
            <a:custGeom>
              <a:rect b="b" l="l" r="r" t="t"/>
              <a:pathLst>
                <a:path extrusionOk="0" h="5440" w="3815">
                  <a:moveTo>
                    <a:pt x="3095" y="1"/>
                  </a:moveTo>
                  <a:lnTo>
                    <a:pt x="2439" y="1251"/>
                  </a:lnTo>
                  <a:lnTo>
                    <a:pt x="2345" y="1345"/>
                  </a:lnTo>
                  <a:lnTo>
                    <a:pt x="2251" y="1376"/>
                  </a:lnTo>
                  <a:lnTo>
                    <a:pt x="2220" y="1376"/>
                  </a:lnTo>
                  <a:lnTo>
                    <a:pt x="2189" y="1345"/>
                  </a:lnTo>
                  <a:lnTo>
                    <a:pt x="2158" y="1251"/>
                  </a:lnTo>
                  <a:lnTo>
                    <a:pt x="2158" y="32"/>
                  </a:lnTo>
                  <a:lnTo>
                    <a:pt x="1658" y="313"/>
                  </a:lnTo>
                  <a:lnTo>
                    <a:pt x="1658" y="1532"/>
                  </a:lnTo>
                  <a:lnTo>
                    <a:pt x="1626" y="1689"/>
                  </a:lnTo>
                  <a:lnTo>
                    <a:pt x="1564" y="1782"/>
                  </a:lnTo>
                  <a:lnTo>
                    <a:pt x="1470" y="1845"/>
                  </a:lnTo>
                  <a:lnTo>
                    <a:pt x="1439" y="1876"/>
                  </a:lnTo>
                  <a:lnTo>
                    <a:pt x="1376" y="1845"/>
                  </a:lnTo>
                  <a:lnTo>
                    <a:pt x="751" y="1345"/>
                  </a:lnTo>
                  <a:lnTo>
                    <a:pt x="376" y="2032"/>
                  </a:lnTo>
                  <a:lnTo>
                    <a:pt x="1032" y="2532"/>
                  </a:lnTo>
                  <a:lnTo>
                    <a:pt x="1064" y="2564"/>
                  </a:lnTo>
                  <a:lnTo>
                    <a:pt x="1064" y="2626"/>
                  </a:lnTo>
                  <a:lnTo>
                    <a:pt x="1064" y="2751"/>
                  </a:lnTo>
                  <a:lnTo>
                    <a:pt x="1001" y="2876"/>
                  </a:lnTo>
                  <a:lnTo>
                    <a:pt x="907" y="2970"/>
                  </a:lnTo>
                  <a:lnTo>
                    <a:pt x="1" y="3470"/>
                  </a:lnTo>
                  <a:lnTo>
                    <a:pt x="1" y="4158"/>
                  </a:lnTo>
                  <a:lnTo>
                    <a:pt x="907" y="3627"/>
                  </a:lnTo>
                  <a:lnTo>
                    <a:pt x="1001" y="3627"/>
                  </a:lnTo>
                  <a:lnTo>
                    <a:pt x="1064" y="3689"/>
                  </a:lnTo>
                  <a:lnTo>
                    <a:pt x="1064" y="3783"/>
                  </a:lnTo>
                  <a:lnTo>
                    <a:pt x="1032" y="3939"/>
                  </a:lnTo>
                  <a:lnTo>
                    <a:pt x="376" y="5158"/>
                  </a:lnTo>
                  <a:lnTo>
                    <a:pt x="751" y="5439"/>
                  </a:lnTo>
                  <a:lnTo>
                    <a:pt x="1376" y="4189"/>
                  </a:lnTo>
                  <a:lnTo>
                    <a:pt x="1470" y="4095"/>
                  </a:lnTo>
                  <a:lnTo>
                    <a:pt x="1564" y="4064"/>
                  </a:lnTo>
                  <a:lnTo>
                    <a:pt x="1595" y="4064"/>
                  </a:lnTo>
                  <a:lnTo>
                    <a:pt x="1626" y="4095"/>
                  </a:lnTo>
                  <a:lnTo>
                    <a:pt x="1658" y="4189"/>
                  </a:lnTo>
                  <a:lnTo>
                    <a:pt x="1658" y="5408"/>
                  </a:lnTo>
                  <a:lnTo>
                    <a:pt x="2158" y="5127"/>
                  </a:lnTo>
                  <a:lnTo>
                    <a:pt x="2158" y="3908"/>
                  </a:lnTo>
                  <a:lnTo>
                    <a:pt x="2189" y="3752"/>
                  </a:lnTo>
                  <a:lnTo>
                    <a:pt x="2251" y="3658"/>
                  </a:lnTo>
                  <a:lnTo>
                    <a:pt x="2345" y="3595"/>
                  </a:lnTo>
                  <a:lnTo>
                    <a:pt x="2408" y="3564"/>
                  </a:lnTo>
                  <a:lnTo>
                    <a:pt x="2439" y="3595"/>
                  </a:lnTo>
                  <a:lnTo>
                    <a:pt x="3095" y="4095"/>
                  </a:lnTo>
                  <a:lnTo>
                    <a:pt x="3439" y="3408"/>
                  </a:lnTo>
                  <a:lnTo>
                    <a:pt x="2783" y="2908"/>
                  </a:lnTo>
                  <a:lnTo>
                    <a:pt x="2752" y="2876"/>
                  </a:lnTo>
                  <a:lnTo>
                    <a:pt x="2752" y="2814"/>
                  </a:lnTo>
                  <a:lnTo>
                    <a:pt x="2752" y="2689"/>
                  </a:lnTo>
                  <a:lnTo>
                    <a:pt x="2814" y="2564"/>
                  </a:lnTo>
                  <a:lnTo>
                    <a:pt x="2908" y="2470"/>
                  </a:lnTo>
                  <a:lnTo>
                    <a:pt x="3814" y="1970"/>
                  </a:lnTo>
                  <a:lnTo>
                    <a:pt x="3814" y="1282"/>
                  </a:lnTo>
                  <a:lnTo>
                    <a:pt x="2908" y="1814"/>
                  </a:lnTo>
                  <a:lnTo>
                    <a:pt x="2814" y="1814"/>
                  </a:lnTo>
                  <a:lnTo>
                    <a:pt x="2752" y="1751"/>
                  </a:lnTo>
                  <a:lnTo>
                    <a:pt x="2752" y="1657"/>
                  </a:lnTo>
                  <a:lnTo>
                    <a:pt x="2783" y="1501"/>
                  </a:lnTo>
                  <a:lnTo>
                    <a:pt x="3439" y="282"/>
                  </a:lnTo>
                  <a:lnTo>
                    <a:pt x="309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
            <p:cNvSpPr/>
            <p:nvPr/>
          </p:nvSpPr>
          <p:spPr>
            <a:xfrm>
              <a:off x="4896467" y="3858781"/>
              <a:ext cx="84883" cy="118786"/>
            </a:xfrm>
            <a:custGeom>
              <a:rect b="b" l="l" r="r" t="t"/>
              <a:pathLst>
                <a:path extrusionOk="0" h="1314" w="939">
                  <a:moveTo>
                    <a:pt x="563" y="1"/>
                  </a:moveTo>
                  <a:lnTo>
                    <a:pt x="470" y="32"/>
                  </a:lnTo>
                  <a:lnTo>
                    <a:pt x="376" y="94"/>
                  </a:lnTo>
                  <a:lnTo>
                    <a:pt x="282" y="188"/>
                  </a:lnTo>
                  <a:lnTo>
                    <a:pt x="157" y="407"/>
                  </a:lnTo>
                  <a:lnTo>
                    <a:pt x="63" y="657"/>
                  </a:lnTo>
                  <a:lnTo>
                    <a:pt x="1" y="938"/>
                  </a:lnTo>
                  <a:lnTo>
                    <a:pt x="32" y="1032"/>
                  </a:lnTo>
                  <a:lnTo>
                    <a:pt x="63" y="1157"/>
                  </a:lnTo>
                  <a:lnTo>
                    <a:pt x="95" y="1220"/>
                  </a:lnTo>
                  <a:lnTo>
                    <a:pt x="157" y="1282"/>
                  </a:lnTo>
                  <a:lnTo>
                    <a:pt x="220" y="1313"/>
                  </a:lnTo>
                  <a:lnTo>
                    <a:pt x="376" y="1313"/>
                  </a:lnTo>
                  <a:lnTo>
                    <a:pt x="470" y="1282"/>
                  </a:lnTo>
                  <a:lnTo>
                    <a:pt x="563" y="1220"/>
                  </a:lnTo>
                  <a:lnTo>
                    <a:pt x="657" y="1126"/>
                  </a:lnTo>
                  <a:lnTo>
                    <a:pt x="813" y="907"/>
                  </a:lnTo>
                  <a:lnTo>
                    <a:pt x="907" y="657"/>
                  </a:lnTo>
                  <a:lnTo>
                    <a:pt x="938" y="376"/>
                  </a:lnTo>
                  <a:lnTo>
                    <a:pt x="938" y="282"/>
                  </a:lnTo>
                  <a:lnTo>
                    <a:pt x="907" y="157"/>
                  </a:lnTo>
                  <a:lnTo>
                    <a:pt x="845" y="94"/>
                  </a:lnTo>
                  <a:lnTo>
                    <a:pt x="813" y="32"/>
                  </a:lnTo>
                  <a:lnTo>
                    <a:pt x="720" y="1"/>
                  </a:lnTo>
                  <a:close/>
                </a:path>
              </a:pathLst>
            </a:custGeom>
            <a:solidFill>
              <a:srgbClr val="133D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
            <p:cNvSpPr/>
            <p:nvPr/>
          </p:nvSpPr>
          <p:spPr>
            <a:xfrm>
              <a:off x="3353794" y="3047849"/>
              <a:ext cx="624556" cy="477674"/>
            </a:xfrm>
            <a:custGeom>
              <a:rect b="b" l="l" r="r" t="t"/>
              <a:pathLst>
                <a:path extrusionOk="0" h="5284" w="6909">
                  <a:moveTo>
                    <a:pt x="438" y="1"/>
                  </a:moveTo>
                  <a:lnTo>
                    <a:pt x="313" y="32"/>
                  </a:lnTo>
                  <a:lnTo>
                    <a:pt x="219" y="63"/>
                  </a:lnTo>
                  <a:lnTo>
                    <a:pt x="125" y="126"/>
                  </a:lnTo>
                  <a:lnTo>
                    <a:pt x="63" y="220"/>
                  </a:lnTo>
                  <a:lnTo>
                    <a:pt x="0" y="313"/>
                  </a:lnTo>
                  <a:lnTo>
                    <a:pt x="0" y="438"/>
                  </a:lnTo>
                  <a:lnTo>
                    <a:pt x="0" y="938"/>
                  </a:lnTo>
                  <a:lnTo>
                    <a:pt x="63" y="1501"/>
                  </a:lnTo>
                  <a:lnTo>
                    <a:pt x="188" y="2095"/>
                  </a:lnTo>
                  <a:lnTo>
                    <a:pt x="282" y="2376"/>
                  </a:lnTo>
                  <a:lnTo>
                    <a:pt x="375" y="2689"/>
                  </a:lnTo>
                  <a:lnTo>
                    <a:pt x="500" y="2939"/>
                  </a:lnTo>
                  <a:lnTo>
                    <a:pt x="657" y="3189"/>
                  </a:lnTo>
                  <a:lnTo>
                    <a:pt x="844" y="3408"/>
                  </a:lnTo>
                  <a:lnTo>
                    <a:pt x="1063" y="3627"/>
                  </a:lnTo>
                  <a:lnTo>
                    <a:pt x="1282" y="3877"/>
                  </a:lnTo>
                  <a:lnTo>
                    <a:pt x="1532" y="4064"/>
                  </a:lnTo>
                  <a:lnTo>
                    <a:pt x="2094" y="4471"/>
                  </a:lnTo>
                  <a:lnTo>
                    <a:pt x="2688" y="4783"/>
                  </a:lnTo>
                  <a:lnTo>
                    <a:pt x="3282" y="5033"/>
                  </a:lnTo>
                  <a:lnTo>
                    <a:pt x="3564" y="5127"/>
                  </a:lnTo>
                  <a:lnTo>
                    <a:pt x="3876" y="5189"/>
                  </a:lnTo>
                  <a:lnTo>
                    <a:pt x="4157" y="5252"/>
                  </a:lnTo>
                  <a:lnTo>
                    <a:pt x="4408" y="5283"/>
                  </a:lnTo>
                  <a:lnTo>
                    <a:pt x="4720" y="5283"/>
                  </a:lnTo>
                  <a:lnTo>
                    <a:pt x="5033" y="5221"/>
                  </a:lnTo>
                  <a:lnTo>
                    <a:pt x="5345" y="5158"/>
                  </a:lnTo>
                  <a:lnTo>
                    <a:pt x="5627" y="5033"/>
                  </a:lnTo>
                  <a:lnTo>
                    <a:pt x="5908" y="4908"/>
                  </a:lnTo>
                  <a:lnTo>
                    <a:pt x="6189" y="4783"/>
                  </a:lnTo>
                  <a:lnTo>
                    <a:pt x="6658" y="4502"/>
                  </a:lnTo>
                  <a:lnTo>
                    <a:pt x="6783" y="4377"/>
                  </a:lnTo>
                  <a:lnTo>
                    <a:pt x="6846" y="4252"/>
                  </a:lnTo>
                  <a:lnTo>
                    <a:pt x="6908" y="4127"/>
                  </a:lnTo>
                  <a:lnTo>
                    <a:pt x="6908" y="4002"/>
                  </a:lnTo>
                  <a:lnTo>
                    <a:pt x="6877" y="3845"/>
                  </a:lnTo>
                  <a:lnTo>
                    <a:pt x="6814" y="3720"/>
                  </a:lnTo>
                  <a:lnTo>
                    <a:pt x="6752" y="3595"/>
                  </a:lnTo>
                  <a:lnTo>
                    <a:pt x="6627" y="3502"/>
                  </a:lnTo>
                  <a:lnTo>
                    <a:pt x="657" y="63"/>
                  </a:lnTo>
                  <a:lnTo>
                    <a:pt x="532" y="32"/>
                  </a:lnTo>
                  <a:lnTo>
                    <a:pt x="438" y="1"/>
                  </a:lnTo>
                  <a:close/>
                </a:path>
              </a:pathLst>
            </a:custGeom>
            <a:solidFill>
              <a:srgbClr val="0C26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
            <p:cNvSpPr/>
            <p:nvPr/>
          </p:nvSpPr>
          <p:spPr>
            <a:xfrm>
              <a:off x="5074454" y="1276291"/>
              <a:ext cx="1480711" cy="1497657"/>
            </a:xfrm>
            <a:custGeom>
              <a:rect b="b" l="l" r="r" t="t"/>
              <a:pathLst>
                <a:path extrusionOk="0" h="16567" w="16380">
                  <a:moveTo>
                    <a:pt x="15536" y="0"/>
                  </a:moveTo>
                  <a:lnTo>
                    <a:pt x="15286" y="32"/>
                  </a:lnTo>
                  <a:lnTo>
                    <a:pt x="15161" y="63"/>
                  </a:lnTo>
                  <a:lnTo>
                    <a:pt x="15036" y="125"/>
                  </a:lnTo>
                  <a:lnTo>
                    <a:pt x="8941" y="3657"/>
                  </a:lnTo>
                  <a:lnTo>
                    <a:pt x="8128" y="4158"/>
                  </a:lnTo>
                  <a:lnTo>
                    <a:pt x="7378" y="4689"/>
                  </a:lnTo>
                  <a:lnTo>
                    <a:pt x="6659" y="5314"/>
                  </a:lnTo>
                  <a:lnTo>
                    <a:pt x="6002" y="5970"/>
                  </a:lnTo>
                  <a:lnTo>
                    <a:pt x="5377" y="6658"/>
                  </a:lnTo>
                  <a:lnTo>
                    <a:pt x="4815" y="7408"/>
                  </a:lnTo>
                  <a:lnTo>
                    <a:pt x="4314" y="8190"/>
                  </a:lnTo>
                  <a:lnTo>
                    <a:pt x="3846" y="9002"/>
                  </a:lnTo>
                  <a:lnTo>
                    <a:pt x="1" y="16567"/>
                  </a:lnTo>
                  <a:lnTo>
                    <a:pt x="15848" y="6721"/>
                  </a:lnTo>
                  <a:lnTo>
                    <a:pt x="16380" y="969"/>
                  </a:lnTo>
                  <a:lnTo>
                    <a:pt x="16380" y="844"/>
                  </a:lnTo>
                  <a:lnTo>
                    <a:pt x="16349" y="719"/>
                  </a:lnTo>
                  <a:lnTo>
                    <a:pt x="16286" y="500"/>
                  </a:lnTo>
                  <a:lnTo>
                    <a:pt x="16161" y="282"/>
                  </a:lnTo>
                  <a:lnTo>
                    <a:pt x="15973" y="157"/>
                  </a:lnTo>
                  <a:lnTo>
                    <a:pt x="15755" y="32"/>
                  </a:lnTo>
                  <a:lnTo>
                    <a:pt x="15536" y="0"/>
                  </a:lnTo>
                  <a:close/>
                </a:path>
              </a:pathLst>
            </a:custGeom>
            <a:solidFill>
              <a:srgbClr val="0C26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
            <p:cNvSpPr/>
            <p:nvPr/>
          </p:nvSpPr>
          <p:spPr>
            <a:xfrm>
              <a:off x="5147945" y="1883744"/>
              <a:ext cx="1359217" cy="1709645"/>
            </a:xfrm>
            <a:custGeom>
              <a:rect b="b" l="l" r="r" t="t"/>
              <a:pathLst>
                <a:path extrusionOk="0" h="18912" w="15036">
                  <a:moveTo>
                    <a:pt x="15035" y="1"/>
                  </a:moveTo>
                  <a:lnTo>
                    <a:pt x="14160" y="595"/>
                  </a:lnTo>
                  <a:lnTo>
                    <a:pt x="12941" y="10659"/>
                  </a:lnTo>
                  <a:lnTo>
                    <a:pt x="1" y="18099"/>
                  </a:lnTo>
                  <a:lnTo>
                    <a:pt x="282" y="18411"/>
                  </a:lnTo>
                  <a:lnTo>
                    <a:pt x="438" y="18661"/>
                  </a:lnTo>
                  <a:lnTo>
                    <a:pt x="595" y="18911"/>
                  </a:lnTo>
                  <a:lnTo>
                    <a:pt x="13691" y="11347"/>
                  </a:lnTo>
                  <a:lnTo>
                    <a:pt x="15035"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
            <p:cNvSpPr/>
            <p:nvPr/>
          </p:nvSpPr>
          <p:spPr>
            <a:xfrm>
              <a:off x="5116849" y="2412102"/>
              <a:ext cx="1096431" cy="661366"/>
            </a:xfrm>
            <a:custGeom>
              <a:rect b="b" l="l" r="r" t="t"/>
              <a:pathLst>
                <a:path extrusionOk="0" h="7316" w="12129">
                  <a:moveTo>
                    <a:pt x="12129" y="1"/>
                  </a:moveTo>
                  <a:lnTo>
                    <a:pt x="563" y="6033"/>
                  </a:lnTo>
                  <a:lnTo>
                    <a:pt x="1" y="7002"/>
                  </a:lnTo>
                  <a:lnTo>
                    <a:pt x="563" y="7315"/>
                  </a:lnTo>
                  <a:lnTo>
                    <a:pt x="12129"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
            <p:cNvSpPr/>
            <p:nvPr/>
          </p:nvSpPr>
          <p:spPr>
            <a:xfrm>
              <a:off x="5023652" y="2954652"/>
              <a:ext cx="189383" cy="180890"/>
            </a:xfrm>
            <a:custGeom>
              <a:rect b="b" l="l" r="r" t="t"/>
              <a:pathLst>
                <a:path extrusionOk="0" h="2001" w="2095">
                  <a:moveTo>
                    <a:pt x="1657" y="0"/>
                  </a:moveTo>
                  <a:lnTo>
                    <a:pt x="1563" y="63"/>
                  </a:lnTo>
                  <a:lnTo>
                    <a:pt x="282" y="813"/>
                  </a:lnTo>
                  <a:lnTo>
                    <a:pt x="157" y="875"/>
                  </a:lnTo>
                  <a:lnTo>
                    <a:pt x="63" y="1000"/>
                  </a:lnTo>
                  <a:lnTo>
                    <a:pt x="32" y="1126"/>
                  </a:lnTo>
                  <a:lnTo>
                    <a:pt x="0" y="1282"/>
                  </a:lnTo>
                  <a:lnTo>
                    <a:pt x="0" y="1563"/>
                  </a:lnTo>
                  <a:lnTo>
                    <a:pt x="0" y="1688"/>
                  </a:lnTo>
                  <a:lnTo>
                    <a:pt x="32" y="1813"/>
                  </a:lnTo>
                  <a:lnTo>
                    <a:pt x="94" y="1907"/>
                  </a:lnTo>
                  <a:lnTo>
                    <a:pt x="157" y="1969"/>
                  </a:lnTo>
                  <a:lnTo>
                    <a:pt x="219" y="2001"/>
                  </a:lnTo>
                  <a:lnTo>
                    <a:pt x="407" y="2001"/>
                  </a:lnTo>
                  <a:lnTo>
                    <a:pt x="532" y="1938"/>
                  </a:lnTo>
                  <a:lnTo>
                    <a:pt x="1813" y="1219"/>
                  </a:lnTo>
                  <a:lnTo>
                    <a:pt x="1907" y="1126"/>
                  </a:lnTo>
                  <a:lnTo>
                    <a:pt x="2001" y="1000"/>
                  </a:lnTo>
                  <a:lnTo>
                    <a:pt x="2063" y="875"/>
                  </a:lnTo>
                  <a:lnTo>
                    <a:pt x="2095" y="719"/>
                  </a:lnTo>
                  <a:lnTo>
                    <a:pt x="2095" y="438"/>
                  </a:lnTo>
                  <a:lnTo>
                    <a:pt x="2063" y="313"/>
                  </a:lnTo>
                  <a:lnTo>
                    <a:pt x="2032" y="188"/>
                  </a:lnTo>
                  <a:lnTo>
                    <a:pt x="2001" y="125"/>
                  </a:lnTo>
                  <a:lnTo>
                    <a:pt x="1938" y="31"/>
                  </a:lnTo>
                  <a:lnTo>
                    <a:pt x="1845" y="0"/>
                  </a:lnTo>
                  <a:close/>
                </a:path>
              </a:pathLst>
            </a:custGeom>
            <a:solidFill>
              <a:srgbClr val="F3E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
            <p:cNvSpPr/>
            <p:nvPr/>
          </p:nvSpPr>
          <p:spPr>
            <a:xfrm>
              <a:off x="3353794" y="2807670"/>
              <a:ext cx="822346" cy="488974"/>
            </a:xfrm>
            <a:custGeom>
              <a:rect b="b" l="l" r="r" t="t"/>
              <a:pathLst>
                <a:path extrusionOk="0" h="5409" w="9097">
                  <a:moveTo>
                    <a:pt x="313" y="1"/>
                  </a:moveTo>
                  <a:lnTo>
                    <a:pt x="0" y="220"/>
                  </a:lnTo>
                  <a:lnTo>
                    <a:pt x="94" y="407"/>
                  </a:lnTo>
                  <a:lnTo>
                    <a:pt x="469" y="876"/>
                  </a:lnTo>
                  <a:lnTo>
                    <a:pt x="750" y="1189"/>
                  </a:lnTo>
                  <a:lnTo>
                    <a:pt x="1125" y="1564"/>
                  </a:lnTo>
                  <a:lnTo>
                    <a:pt x="1532" y="1939"/>
                  </a:lnTo>
                  <a:lnTo>
                    <a:pt x="2032" y="2376"/>
                  </a:lnTo>
                  <a:lnTo>
                    <a:pt x="2626" y="2783"/>
                  </a:lnTo>
                  <a:lnTo>
                    <a:pt x="3282" y="3220"/>
                  </a:lnTo>
                  <a:lnTo>
                    <a:pt x="4032" y="3658"/>
                  </a:lnTo>
                  <a:lnTo>
                    <a:pt x="4845" y="4096"/>
                  </a:lnTo>
                  <a:lnTo>
                    <a:pt x="5752" y="4471"/>
                  </a:lnTo>
                  <a:lnTo>
                    <a:pt x="6752" y="4846"/>
                  </a:lnTo>
                  <a:lnTo>
                    <a:pt x="7846" y="5158"/>
                  </a:lnTo>
                  <a:lnTo>
                    <a:pt x="8408" y="5283"/>
                  </a:lnTo>
                  <a:lnTo>
                    <a:pt x="9034" y="5408"/>
                  </a:lnTo>
                  <a:lnTo>
                    <a:pt x="9096" y="5033"/>
                  </a:lnTo>
                  <a:lnTo>
                    <a:pt x="8502" y="4908"/>
                  </a:lnTo>
                  <a:lnTo>
                    <a:pt x="7940" y="4783"/>
                  </a:lnTo>
                  <a:lnTo>
                    <a:pt x="6877" y="4471"/>
                  </a:lnTo>
                  <a:lnTo>
                    <a:pt x="5908" y="4127"/>
                  </a:lnTo>
                  <a:lnTo>
                    <a:pt x="5001" y="3720"/>
                  </a:lnTo>
                  <a:lnTo>
                    <a:pt x="4220" y="3314"/>
                  </a:lnTo>
                  <a:lnTo>
                    <a:pt x="3501" y="2908"/>
                  </a:lnTo>
                  <a:lnTo>
                    <a:pt x="2845" y="2470"/>
                  </a:lnTo>
                  <a:lnTo>
                    <a:pt x="2282" y="2064"/>
                  </a:lnTo>
                  <a:lnTo>
                    <a:pt x="1813" y="1657"/>
                  </a:lnTo>
                  <a:lnTo>
                    <a:pt x="1376" y="1282"/>
                  </a:lnTo>
                  <a:lnTo>
                    <a:pt x="1063" y="907"/>
                  </a:lnTo>
                  <a:lnTo>
                    <a:pt x="782" y="626"/>
                  </a:lnTo>
                  <a:lnTo>
                    <a:pt x="438" y="157"/>
                  </a:lnTo>
                  <a:lnTo>
                    <a:pt x="344" y="63"/>
                  </a:lnTo>
                  <a:lnTo>
                    <a:pt x="313" y="32"/>
                  </a:lnTo>
                  <a:lnTo>
                    <a:pt x="313"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
            <p:cNvSpPr/>
            <p:nvPr/>
          </p:nvSpPr>
          <p:spPr>
            <a:xfrm>
              <a:off x="5060353" y="2621185"/>
              <a:ext cx="316572" cy="226181"/>
            </a:xfrm>
            <a:custGeom>
              <a:rect b="b" l="l" r="r" t="t"/>
              <a:pathLst>
                <a:path extrusionOk="0" h="2502" w="3502">
                  <a:moveTo>
                    <a:pt x="1345" y="1"/>
                  </a:moveTo>
                  <a:lnTo>
                    <a:pt x="1157" y="32"/>
                  </a:lnTo>
                  <a:lnTo>
                    <a:pt x="1001" y="63"/>
                  </a:lnTo>
                  <a:lnTo>
                    <a:pt x="813" y="126"/>
                  </a:lnTo>
                  <a:lnTo>
                    <a:pt x="657" y="188"/>
                  </a:lnTo>
                  <a:lnTo>
                    <a:pt x="532" y="282"/>
                  </a:lnTo>
                  <a:lnTo>
                    <a:pt x="407" y="407"/>
                  </a:lnTo>
                  <a:lnTo>
                    <a:pt x="282" y="532"/>
                  </a:lnTo>
                  <a:lnTo>
                    <a:pt x="188" y="657"/>
                  </a:lnTo>
                  <a:lnTo>
                    <a:pt x="94" y="845"/>
                  </a:lnTo>
                  <a:lnTo>
                    <a:pt x="32" y="1001"/>
                  </a:lnTo>
                  <a:lnTo>
                    <a:pt x="1" y="1189"/>
                  </a:lnTo>
                  <a:lnTo>
                    <a:pt x="1" y="1376"/>
                  </a:lnTo>
                  <a:lnTo>
                    <a:pt x="1" y="1501"/>
                  </a:lnTo>
                  <a:lnTo>
                    <a:pt x="63" y="1626"/>
                  </a:lnTo>
                  <a:lnTo>
                    <a:pt x="126" y="1751"/>
                  </a:lnTo>
                  <a:lnTo>
                    <a:pt x="251" y="1814"/>
                  </a:lnTo>
                  <a:lnTo>
                    <a:pt x="813" y="2158"/>
                  </a:lnTo>
                  <a:lnTo>
                    <a:pt x="1157" y="2314"/>
                  </a:lnTo>
                  <a:lnTo>
                    <a:pt x="1501" y="2439"/>
                  </a:lnTo>
                  <a:lnTo>
                    <a:pt x="1845" y="2470"/>
                  </a:lnTo>
                  <a:lnTo>
                    <a:pt x="2220" y="2501"/>
                  </a:lnTo>
                  <a:lnTo>
                    <a:pt x="2876" y="2439"/>
                  </a:lnTo>
                  <a:lnTo>
                    <a:pt x="3033" y="2408"/>
                  </a:lnTo>
                  <a:lnTo>
                    <a:pt x="3189" y="2345"/>
                  </a:lnTo>
                  <a:lnTo>
                    <a:pt x="3314" y="2251"/>
                  </a:lnTo>
                  <a:lnTo>
                    <a:pt x="3408" y="2158"/>
                  </a:lnTo>
                  <a:lnTo>
                    <a:pt x="3470" y="2001"/>
                  </a:lnTo>
                  <a:lnTo>
                    <a:pt x="3501" y="1876"/>
                  </a:lnTo>
                  <a:lnTo>
                    <a:pt x="3501" y="1720"/>
                  </a:lnTo>
                  <a:lnTo>
                    <a:pt x="3470" y="1564"/>
                  </a:lnTo>
                  <a:lnTo>
                    <a:pt x="3314" y="1220"/>
                  </a:lnTo>
                  <a:lnTo>
                    <a:pt x="3095" y="939"/>
                  </a:lnTo>
                  <a:lnTo>
                    <a:pt x="2845" y="689"/>
                  </a:lnTo>
                  <a:lnTo>
                    <a:pt x="2533" y="470"/>
                  </a:lnTo>
                  <a:lnTo>
                    <a:pt x="2032" y="188"/>
                  </a:lnTo>
                  <a:lnTo>
                    <a:pt x="1876" y="95"/>
                  </a:lnTo>
                  <a:lnTo>
                    <a:pt x="1689" y="32"/>
                  </a:lnTo>
                  <a:lnTo>
                    <a:pt x="150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
            <p:cNvSpPr/>
            <p:nvPr/>
          </p:nvSpPr>
          <p:spPr>
            <a:xfrm>
              <a:off x="6676517" y="1115208"/>
              <a:ext cx="353364" cy="573678"/>
            </a:xfrm>
            <a:custGeom>
              <a:rect b="b" l="l" r="r" t="t"/>
              <a:pathLst>
                <a:path extrusionOk="0" h="6346" w="3909">
                  <a:moveTo>
                    <a:pt x="501" y="1"/>
                  </a:moveTo>
                  <a:lnTo>
                    <a:pt x="1" y="4752"/>
                  </a:lnTo>
                  <a:lnTo>
                    <a:pt x="1" y="4971"/>
                  </a:lnTo>
                  <a:lnTo>
                    <a:pt x="1" y="5189"/>
                  </a:lnTo>
                  <a:lnTo>
                    <a:pt x="63" y="5377"/>
                  </a:lnTo>
                  <a:lnTo>
                    <a:pt x="126" y="5564"/>
                  </a:lnTo>
                  <a:lnTo>
                    <a:pt x="220" y="5721"/>
                  </a:lnTo>
                  <a:lnTo>
                    <a:pt x="345" y="5877"/>
                  </a:lnTo>
                  <a:lnTo>
                    <a:pt x="501" y="6002"/>
                  </a:lnTo>
                  <a:lnTo>
                    <a:pt x="657" y="6127"/>
                  </a:lnTo>
                  <a:lnTo>
                    <a:pt x="814" y="6221"/>
                  </a:lnTo>
                  <a:lnTo>
                    <a:pt x="1001" y="6283"/>
                  </a:lnTo>
                  <a:lnTo>
                    <a:pt x="1157" y="6346"/>
                  </a:lnTo>
                  <a:lnTo>
                    <a:pt x="1564" y="6346"/>
                  </a:lnTo>
                  <a:lnTo>
                    <a:pt x="1751" y="6315"/>
                  </a:lnTo>
                  <a:lnTo>
                    <a:pt x="1970" y="6252"/>
                  </a:lnTo>
                  <a:lnTo>
                    <a:pt x="2158" y="6158"/>
                  </a:lnTo>
                  <a:lnTo>
                    <a:pt x="3908" y="5158"/>
                  </a:lnTo>
                  <a:lnTo>
                    <a:pt x="3908" y="5127"/>
                  </a:lnTo>
                  <a:lnTo>
                    <a:pt x="1032" y="751"/>
                  </a:lnTo>
                  <a:lnTo>
                    <a:pt x="782" y="344"/>
                  </a:lnTo>
                  <a:lnTo>
                    <a:pt x="501" y="1"/>
                  </a:lnTo>
                  <a:close/>
                </a:path>
              </a:pathLst>
            </a:custGeom>
            <a:solidFill>
              <a:srgbClr val="0C26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
            <p:cNvSpPr/>
            <p:nvPr/>
          </p:nvSpPr>
          <p:spPr>
            <a:xfrm>
              <a:off x="4088430" y="3067646"/>
              <a:ext cx="638658" cy="299586"/>
            </a:xfrm>
            <a:custGeom>
              <a:rect b="b" l="l" r="r" t="t"/>
              <a:pathLst>
                <a:path extrusionOk="0" h="3314" w="7065">
                  <a:moveTo>
                    <a:pt x="4314" y="1"/>
                  </a:moveTo>
                  <a:lnTo>
                    <a:pt x="3595" y="63"/>
                  </a:lnTo>
                  <a:lnTo>
                    <a:pt x="2907" y="157"/>
                  </a:lnTo>
                  <a:lnTo>
                    <a:pt x="2563" y="251"/>
                  </a:lnTo>
                  <a:lnTo>
                    <a:pt x="2251" y="344"/>
                  </a:lnTo>
                  <a:lnTo>
                    <a:pt x="1938" y="469"/>
                  </a:lnTo>
                  <a:lnTo>
                    <a:pt x="1657" y="594"/>
                  </a:lnTo>
                  <a:lnTo>
                    <a:pt x="1407" y="751"/>
                  </a:lnTo>
                  <a:lnTo>
                    <a:pt x="1157" y="938"/>
                  </a:lnTo>
                  <a:lnTo>
                    <a:pt x="938" y="1095"/>
                  </a:lnTo>
                  <a:lnTo>
                    <a:pt x="750" y="1282"/>
                  </a:lnTo>
                  <a:lnTo>
                    <a:pt x="406" y="1657"/>
                  </a:lnTo>
                  <a:lnTo>
                    <a:pt x="281" y="1845"/>
                  </a:lnTo>
                  <a:lnTo>
                    <a:pt x="156" y="2032"/>
                  </a:lnTo>
                  <a:lnTo>
                    <a:pt x="63" y="2220"/>
                  </a:lnTo>
                  <a:lnTo>
                    <a:pt x="31" y="2376"/>
                  </a:lnTo>
                  <a:lnTo>
                    <a:pt x="0" y="2532"/>
                  </a:lnTo>
                  <a:lnTo>
                    <a:pt x="0" y="2689"/>
                  </a:lnTo>
                  <a:lnTo>
                    <a:pt x="31" y="2814"/>
                  </a:lnTo>
                  <a:lnTo>
                    <a:pt x="94" y="2907"/>
                  </a:lnTo>
                  <a:lnTo>
                    <a:pt x="219" y="2970"/>
                  </a:lnTo>
                  <a:lnTo>
                    <a:pt x="375" y="3064"/>
                  </a:lnTo>
                  <a:lnTo>
                    <a:pt x="594" y="3126"/>
                  </a:lnTo>
                  <a:lnTo>
                    <a:pt x="844" y="3189"/>
                  </a:lnTo>
                  <a:lnTo>
                    <a:pt x="1469" y="3251"/>
                  </a:lnTo>
                  <a:lnTo>
                    <a:pt x="2188" y="3314"/>
                  </a:lnTo>
                  <a:lnTo>
                    <a:pt x="2938" y="3283"/>
                  </a:lnTo>
                  <a:lnTo>
                    <a:pt x="3689" y="3220"/>
                  </a:lnTo>
                  <a:lnTo>
                    <a:pt x="4064" y="3158"/>
                  </a:lnTo>
                  <a:lnTo>
                    <a:pt x="4407" y="3095"/>
                  </a:lnTo>
                  <a:lnTo>
                    <a:pt x="4751" y="3001"/>
                  </a:lnTo>
                  <a:lnTo>
                    <a:pt x="5033" y="2907"/>
                  </a:lnTo>
                  <a:lnTo>
                    <a:pt x="5314" y="2782"/>
                  </a:lnTo>
                  <a:lnTo>
                    <a:pt x="5595" y="2595"/>
                  </a:lnTo>
                  <a:lnTo>
                    <a:pt x="5845" y="2407"/>
                  </a:lnTo>
                  <a:lnTo>
                    <a:pt x="6095" y="2220"/>
                  </a:lnTo>
                  <a:lnTo>
                    <a:pt x="6314" y="2001"/>
                  </a:lnTo>
                  <a:lnTo>
                    <a:pt x="6502" y="1751"/>
                  </a:lnTo>
                  <a:lnTo>
                    <a:pt x="6689" y="1532"/>
                  </a:lnTo>
                  <a:lnTo>
                    <a:pt x="6846" y="1282"/>
                  </a:lnTo>
                  <a:lnTo>
                    <a:pt x="6939" y="1063"/>
                  </a:lnTo>
                  <a:lnTo>
                    <a:pt x="7033" y="844"/>
                  </a:lnTo>
                  <a:lnTo>
                    <a:pt x="7064" y="657"/>
                  </a:lnTo>
                  <a:lnTo>
                    <a:pt x="7064" y="469"/>
                  </a:lnTo>
                  <a:lnTo>
                    <a:pt x="7002" y="313"/>
                  </a:lnTo>
                  <a:lnTo>
                    <a:pt x="6908" y="188"/>
                  </a:lnTo>
                  <a:lnTo>
                    <a:pt x="6752" y="126"/>
                  </a:lnTo>
                  <a:lnTo>
                    <a:pt x="6533" y="94"/>
                  </a:lnTo>
                  <a:lnTo>
                    <a:pt x="6095" y="32"/>
                  </a:lnTo>
                  <a:lnTo>
                    <a:pt x="559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
            <p:cNvSpPr/>
            <p:nvPr/>
          </p:nvSpPr>
          <p:spPr>
            <a:xfrm>
              <a:off x="3252009" y="2220013"/>
              <a:ext cx="172478" cy="641478"/>
            </a:xfrm>
            <a:custGeom>
              <a:rect b="b" l="l" r="r" t="t"/>
              <a:pathLst>
                <a:path extrusionOk="0" h="7096" w="1908">
                  <a:moveTo>
                    <a:pt x="1908" y="0"/>
                  </a:moveTo>
                  <a:lnTo>
                    <a:pt x="1658" y="250"/>
                  </a:lnTo>
                  <a:lnTo>
                    <a:pt x="1408" y="532"/>
                  </a:lnTo>
                  <a:lnTo>
                    <a:pt x="1095" y="938"/>
                  </a:lnTo>
                  <a:lnTo>
                    <a:pt x="782" y="1438"/>
                  </a:lnTo>
                  <a:lnTo>
                    <a:pt x="470" y="2001"/>
                  </a:lnTo>
                  <a:lnTo>
                    <a:pt x="345" y="2313"/>
                  </a:lnTo>
                  <a:lnTo>
                    <a:pt x="220" y="2657"/>
                  </a:lnTo>
                  <a:lnTo>
                    <a:pt x="126" y="3001"/>
                  </a:lnTo>
                  <a:lnTo>
                    <a:pt x="63" y="3376"/>
                  </a:lnTo>
                  <a:lnTo>
                    <a:pt x="1" y="4064"/>
                  </a:lnTo>
                  <a:lnTo>
                    <a:pt x="1" y="4689"/>
                  </a:lnTo>
                  <a:lnTo>
                    <a:pt x="32" y="5220"/>
                  </a:lnTo>
                  <a:lnTo>
                    <a:pt x="157" y="5689"/>
                  </a:lnTo>
                  <a:lnTo>
                    <a:pt x="282" y="6096"/>
                  </a:lnTo>
                  <a:lnTo>
                    <a:pt x="470" y="6439"/>
                  </a:lnTo>
                  <a:lnTo>
                    <a:pt x="657" y="6689"/>
                  </a:lnTo>
                  <a:lnTo>
                    <a:pt x="845" y="6908"/>
                  </a:lnTo>
                  <a:lnTo>
                    <a:pt x="1032" y="7033"/>
                  </a:lnTo>
                  <a:lnTo>
                    <a:pt x="1189" y="7096"/>
                  </a:lnTo>
                  <a:lnTo>
                    <a:pt x="1345" y="7096"/>
                  </a:lnTo>
                  <a:lnTo>
                    <a:pt x="1501" y="7033"/>
                  </a:lnTo>
                  <a:lnTo>
                    <a:pt x="1595" y="6908"/>
                  </a:lnTo>
                  <a:lnTo>
                    <a:pt x="1689" y="6752"/>
                  </a:lnTo>
                  <a:lnTo>
                    <a:pt x="1720" y="6564"/>
                  </a:lnTo>
                  <a:lnTo>
                    <a:pt x="1751" y="6346"/>
                  </a:lnTo>
                  <a:lnTo>
                    <a:pt x="190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
            <p:cNvSpPr/>
            <p:nvPr/>
          </p:nvSpPr>
          <p:spPr>
            <a:xfrm>
              <a:off x="6668110" y="1861146"/>
              <a:ext cx="172388" cy="231786"/>
            </a:xfrm>
            <a:custGeom>
              <a:rect b="b" l="l" r="r" t="t"/>
              <a:pathLst>
                <a:path extrusionOk="0" h="2564" w="1907">
                  <a:moveTo>
                    <a:pt x="1063" y="1"/>
                  </a:moveTo>
                  <a:lnTo>
                    <a:pt x="938" y="32"/>
                  </a:lnTo>
                  <a:lnTo>
                    <a:pt x="782" y="94"/>
                  </a:lnTo>
                  <a:lnTo>
                    <a:pt x="625" y="219"/>
                  </a:lnTo>
                  <a:lnTo>
                    <a:pt x="469" y="344"/>
                  </a:lnTo>
                  <a:lnTo>
                    <a:pt x="344" y="532"/>
                  </a:lnTo>
                  <a:lnTo>
                    <a:pt x="219" y="720"/>
                  </a:lnTo>
                  <a:lnTo>
                    <a:pt x="125" y="938"/>
                  </a:lnTo>
                  <a:lnTo>
                    <a:pt x="63" y="1157"/>
                  </a:lnTo>
                  <a:lnTo>
                    <a:pt x="0" y="1376"/>
                  </a:lnTo>
                  <a:lnTo>
                    <a:pt x="0" y="1595"/>
                  </a:lnTo>
                  <a:lnTo>
                    <a:pt x="0" y="1814"/>
                  </a:lnTo>
                  <a:lnTo>
                    <a:pt x="63" y="2001"/>
                  </a:lnTo>
                  <a:lnTo>
                    <a:pt x="156" y="2157"/>
                  </a:lnTo>
                  <a:lnTo>
                    <a:pt x="281" y="2251"/>
                  </a:lnTo>
                  <a:lnTo>
                    <a:pt x="844" y="2564"/>
                  </a:lnTo>
                  <a:lnTo>
                    <a:pt x="1907" y="438"/>
                  </a:lnTo>
                  <a:lnTo>
                    <a:pt x="1313" y="63"/>
                  </a:lnTo>
                  <a:lnTo>
                    <a:pt x="1188" y="32"/>
                  </a:lnTo>
                  <a:lnTo>
                    <a:pt x="1063" y="1"/>
                  </a:lnTo>
                  <a:close/>
                </a:path>
              </a:pathLst>
            </a:custGeom>
            <a:solidFill>
              <a:srgbClr val="0C26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
            <p:cNvSpPr/>
            <p:nvPr/>
          </p:nvSpPr>
          <p:spPr>
            <a:xfrm>
              <a:off x="6721805" y="1892242"/>
              <a:ext cx="141291" cy="206383"/>
            </a:xfrm>
            <a:custGeom>
              <a:rect b="b" l="l" r="r" t="t"/>
              <a:pathLst>
                <a:path extrusionOk="0" h="2283" w="1563">
                  <a:moveTo>
                    <a:pt x="1094" y="0"/>
                  </a:moveTo>
                  <a:lnTo>
                    <a:pt x="938" y="32"/>
                  </a:lnTo>
                  <a:lnTo>
                    <a:pt x="781" y="94"/>
                  </a:lnTo>
                  <a:lnTo>
                    <a:pt x="625" y="219"/>
                  </a:lnTo>
                  <a:lnTo>
                    <a:pt x="469" y="344"/>
                  </a:lnTo>
                  <a:lnTo>
                    <a:pt x="344" y="532"/>
                  </a:lnTo>
                  <a:lnTo>
                    <a:pt x="219" y="719"/>
                  </a:lnTo>
                  <a:lnTo>
                    <a:pt x="125" y="938"/>
                  </a:lnTo>
                  <a:lnTo>
                    <a:pt x="63" y="1157"/>
                  </a:lnTo>
                  <a:lnTo>
                    <a:pt x="0" y="1376"/>
                  </a:lnTo>
                  <a:lnTo>
                    <a:pt x="0" y="1595"/>
                  </a:lnTo>
                  <a:lnTo>
                    <a:pt x="0" y="1813"/>
                  </a:lnTo>
                  <a:lnTo>
                    <a:pt x="63" y="1970"/>
                  </a:lnTo>
                  <a:lnTo>
                    <a:pt x="125" y="2095"/>
                  </a:lnTo>
                  <a:lnTo>
                    <a:pt x="219" y="2220"/>
                  </a:lnTo>
                  <a:lnTo>
                    <a:pt x="344" y="2251"/>
                  </a:lnTo>
                  <a:lnTo>
                    <a:pt x="469" y="2282"/>
                  </a:lnTo>
                  <a:lnTo>
                    <a:pt x="625" y="2251"/>
                  </a:lnTo>
                  <a:lnTo>
                    <a:pt x="781" y="2188"/>
                  </a:lnTo>
                  <a:lnTo>
                    <a:pt x="938" y="2063"/>
                  </a:lnTo>
                  <a:lnTo>
                    <a:pt x="1094" y="1938"/>
                  </a:lnTo>
                  <a:lnTo>
                    <a:pt x="1219" y="1751"/>
                  </a:lnTo>
                  <a:lnTo>
                    <a:pt x="1344" y="1563"/>
                  </a:lnTo>
                  <a:lnTo>
                    <a:pt x="1438" y="1345"/>
                  </a:lnTo>
                  <a:lnTo>
                    <a:pt x="1500" y="1126"/>
                  </a:lnTo>
                  <a:lnTo>
                    <a:pt x="1532" y="907"/>
                  </a:lnTo>
                  <a:lnTo>
                    <a:pt x="1563" y="688"/>
                  </a:lnTo>
                  <a:lnTo>
                    <a:pt x="1532" y="501"/>
                  </a:lnTo>
                  <a:lnTo>
                    <a:pt x="1500" y="313"/>
                  </a:lnTo>
                  <a:lnTo>
                    <a:pt x="1438" y="188"/>
                  </a:lnTo>
                  <a:lnTo>
                    <a:pt x="1344" y="94"/>
                  </a:lnTo>
                  <a:lnTo>
                    <a:pt x="1219" y="32"/>
                  </a:lnTo>
                  <a:lnTo>
                    <a:pt x="1094" y="0"/>
                  </a:lnTo>
                  <a:close/>
                </a:path>
              </a:pathLst>
            </a:custGeom>
            <a:solidFill>
              <a:srgbClr val="133D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
            <p:cNvSpPr/>
            <p:nvPr/>
          </p:nvSpPr>
          <p:spPr>
            <a:xfrm>
              <a:off x="6741511" y="1923337"/>
              <a:ext cx="101878" cy="144188"/>
            </a:xfrm>
            <a:custGeom>
              <a:rect b="b" l="l" r="r" t="t"/>
              <a:pathLst>
                <a:path extrusionOk="0" h="1595" w="1127">
                  <a:moveTo>
                    <a:pt x="657" y="0"/>
                  </a:moveTo>
                  <a:lnTo>
                    <a:pt x="563" y="63"/>
                  </a:lnTo>
                  <a:lnTo>
                    <a:pt x="438" y="157"/>
                  </a:lnTo>
                  <a:lnTo>
                    <a:pt x="345" y="250"/>
                  </a:lnTo>
                  <a:lnTo>
                    <a:pt x="157" y="500"/>
                  </a:lnTo>
                  <a:lnTo>
                    <a:pt x="32" y="813"/>
                  </a:lnTo>
                  <a:lnTo>
                    <a:pt x="1" y="969"/>
                  </a:lnTo>
                  <a:lnTo>
                    <a:pt x="1" y="1126"/>
                  </a:lnTo>
                  <a:lnTo>
                    <a:pt x="1" y="1251"/>
                  </a:lnTo>
                  <a:lnTo>
                    <a:pt x="32" y="1376"/>
                  </a:lnTo>
                  <a:lnTo>
                    <a:pt x="95" y="1469"/>
                  </a:lnTo>
                  <a:lnTo>
                    <a:pt x="157" y="1563"/>
                  </a:lnTo>
                  <a:lnTo>
                    <a:pt x="251" y="1594"/>
                  </a:lnTo>
                  <a:lnTo>
                    <a:pt x="438" y="1594"/>
                  </a:lnTo>
                  <a:lnTo>
                    <a:pt x="563" y="1532"/>
                  </a:lnTo>
                  <a:lnTo>
                    <a:pt x="657" y="1469"/>
                  </a:lnTo>
                  <a:lnTo>
                    <a:pt x="782" y="1344"/>
                  </a:lnTo>
                  <a:lnTo>
                    <a:pt x="939" y="1094"/>
                  </a:lnTo>
                  <a:lnTo>
                    <a:pt x="1064" y="782"/>
                  </a:lnTo>
                  <a:lnTo>
                    <a:pt x="1095" y="625"/>
                  </a:lnTo>
                  <a:lnTo>
                    <a:pt x="1126" y="469"/>
                  </a:lnTo>
                  <a:lnTo>
                    <a:pt x="1095" y="344"/>
                  </a:lnTo>
                  <a:lnTo>
                    <a:pt x="1064" y="219"/>
                  </a:lnTo>
                  <a:lnTo>
                    <a:pt x="1032" y="125"/>
                  </a:lnTo>
                  <a:lnTo>
                    <a:pt x="939" y="63"/>
                  </a:lnTo>
                  <a:lnTo>
                    <a:pt x="876" y="0"/>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
            <p:cNvSpPr/>
            <p:nvPr/>
          </p:nvSpPr>
          <p:spPr>
            <a:xfrm>
              <a:off x="6761307" y="1948738"/>
              <a:ext cx="62284" cy="93383"/>
            </a:xfrm>
            <a:custGeom>
              <a:rect b="b" l="l" r="r" t="t"/>
              <a:pathLst>
                <a:path extrusionOk="0" h="1033" w="689">
                  <a:moveTo>
                    <a:pt x="469" y="1"/>
                  </a:moveTo>
                  <a:lnTo>
                    <a:pt x="344" y="63"/>
                  </a:lnTo>
                  <a:lnTo>
                    <a:pt x="188" y="157"/>
                  </a:lnTo>
                  <a:lnTo>
                    <a:pt x="94" y="344"/>
                  </a:lnTo>
                  <a:lnTo>
                    <a:pt x="1" y="532"/>
                  </a:lnTo>
                  <a:lnTo>
                    <a:pt x="1" y="720"/>
                  </a:lnTo>
                  <a:lnTo>
                    <a:pt x="1" y="876"/>
                  </a:lnTo>
                  <a:lnTo>
                    <a:pt x="94" y="1001"/>
                  </a:lnTo>
                  <a:lnTo>
                    <a:pt x="157" y="1032"/>
                  </a:lnTo>
                  <a:lnTo>
                    <a:pt x="188" y="1032"/>
                  </a:lnTo>
                  <a:lnTo>
                    <a:pt x="344" y="1001"/>
                  </a:lnTo>
                  <a:lnTo>
                    <a:pt x="469" y="876"/>
                  </a:lnTo>
                  <a:lnTo>
                    <a:pt x="595" y="720"/>
                  </a:lnTo>
                  <a:lnTo>
                    <a:pt x="657" y="532"/>
                  </a:lnTo>
                  <a:lnTo>
                    <a:pt x="688" y="313"/>
                  </a:lnTo>
                  <a:lnTo>
                    <a:pt x="657" y="157"/>
                  </a:lnTo>
                  <a:lnTo>
                    <a:pt x="595" y="63"/>
                  </a:lnTo>
                  <a:lnTo>
                    <a:pt x="532" y="32"/>
                  </a:lnTo>
                  <a:lnTo>
                    <a:pt x="469" y="1"/>
                  </a:lnTo>
                  <a:close/>
                </a:path>
              </a:pathLst>
            </a:custGeom>
            <a:solidFill>
              <a:srgbClr val="133D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
            <p:cNvSpPr/>
            <p:nvPr/>
          </p:nvSpPr>
          <p:spPr>
            <a:xfrm>
              <a:off x="6781104" y="1979834"/>
              <a:ext cx="19887" cy="31188"/>
            </a:xfrm>
            <a:custGeom>
              <a:rect b="b" l="l" r="r" t="t"/>
              <a:pathLst>
                <a:path extrusionOk="0" h="345" w="220">
                  <a:moveTo>
                    <a:pt x="157" y="0"/>
                  </a:moveTo>
                  <a:lnTo>
                    <a:pt x="125" y="32"/>
                  </a:lnTo>
                  <a:lnTo>
                    <a:pt x="32" y="125"/>
                  </a:lnTo>
                  <a:lnTo>
                    <a:pt x="0" y="250"/>
                  </a:lnTo>
                  <a:lnTo>
                    <a:pt x="0" y="282"/>
                  </a:lnTo>
                  <a:lnTo>
                    <a:pt x="32" y="313"/>
                  </a:lnTo>
                  <a:lnTo>
                    <a:pt x="63" y="344"/>
                  </a:lnTo>
                  <a:lnTo>
                    <a:pt x="125" y="313"/>
                  </a:lnTo>
                  <a:lnTo>
                    <a:pt x="188" y="250"/>
                  </a:lnTo>
                  <a:lnTo>
                    <a:pt x="219" y="125"/>
                  </a:lnTo>
                  <a:lnTo>
                    <a:pt x="219" y="63"/>
                  </a:lnTo>
                  <a:lnTo>
                    <a:pt x="188" y="32"/>
                  </a:lnTo>
                  <a:lnTo>
                    <a:pt x="157" y="0"/>
                  </a:lnTo>
                  <a:close/>
                </a:path>
              </a:pathLst>
            </a:custGeom>
            <a:solidFill>
              <a:srgbClr val="133D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2"/>
            <p:cNvSpPr/>
            <p:nvPr/>
          </p:nvSpPr>
          <p:spPr>
            <a:xfrm>
              <a:off x="6436429" y="1739655"/>
              <a:ext cx="1571109" cy="2133440"/>
            </a:xfrm>
            <a:custGeom>
              <a:rect b="b" l="l" r="r" t="t"/>
              <a:pathLst>
                <a:path extrusionOk="0" h="23600" w="17380">
                  <a:moveTo>
                    <a:pt x="13628" y="1"/>
                  </a:moveTo>
                  <a:lnTo>
                    <a:pt x="13441" y="32"/>
                  </a:lnTo>
                  <a:lnTo>
                    <a:pt x="13253" y="63"/>
                  </a:lnTo>
                  <a:lnTo>
                    <a:pt x="13066" y="126"/>
                  </a:lnTo>
                  <a:lnTo>
                    <a:pt x="12909" y="219"/>
                  </a:lnTo>
                  <a:lnTo>
                    <a:pt x="12753" y="313"/>
                  </a:lnTo>
                  <a:lnTo>
                    <a:pt x="12597" y="438"/>
                  </a:lnTo>
                  <a:lnTo>
                    <a:pt x="12472" y="594"/>
                  </a:lnTo>
                  <a:lnTo>
                    <a:pt x="12378" y="751"/>
                  </a:lnTo>
                  <a:lnTo>
                    <a:pt x="12284" y="907"/>
                  </a:lnTo>
                  <a:lnTo>
                    <a:pt x="12222" y="1095"/>
                  </a:lnTo>
                  <a:lnTo>
                    <a:pt x="12190" y="1282"/>
                  </a:lnTo>
                  <a:lnTo>
                    <a:pt x="12159" y="1470"/>
                  </a:lnTo>
                  <a:lnTo>
                    <a:pt x="12159" y="20599"/>
                  </a:lnTo>
                  <a:lnTo>
                    <a:pt x="12159" y="20881"/>
                  </a:lnTo>
                  <a:lnTo>
                    <a:pt x="12097" y="21162"/>
                  </a:lnTo>
                  <a:lnTo>
                    <a:pt x="12003" y="21443"/>
                  </a:lnTo>
                  <a:lnTo>
                    <a:pt x="11878" y="21724"/>
                  </a:lnTo>
                  <a:lnTo>
                    <a:pt x="11690" y="21943"/>
                  </a:lnTo>
                  <a:lnTo>
                    <a:pt x="11503" y="22162"/>
                  </a:lnTo>
                  <a:lnTo>
                    <a:pt x="11284" y="22381"/>
                  </a:lnTo>
                  <a:lnTo>
                    <a:pt x="11034" y="22537"/>
                  </a:lnTo>
                  <a:lnTo>
                    <a:pt x="10784" y="22662"/>
                  </a:lnTo>
                  <a:lnTo>
                    <a:pt x="10534" y="22756"/>
                  </a:lnTo>
                  <a:lnTo>
                    <a:pt x="10284" y="22787"/>
                  </a:lnTo>
                  <a:lnTo>
                    <a:pt x="10002" y="22818"/>
                  </a:lnTo>
                  <a:lnTo>
                    <a:pt x="9721" y="22787"/>
                  </a:lnTo>
                  <a:lnTo>
                    <a:pt x="9471" y="22756"/>
                  </a:lnTo>
                  <a:lnTo>
                    <a:pt x="9190" y="22662"/>
                  </a:lnTo>
                  <a:lnTo>
                    <a:pt x="8940" y="22537"/>
                  </a:lnTo>
                  <a:lnTo>
                    <a:pt x="8252" y="22131"/>
                  </a:lnTo>
                  <a:lnTo>
                    <a:pt x="8158" y="22037"/>
                  </a:lnTo>
                  <a:lnTo>
                    <a:pt x="8064" y="21943"/>
                  </a:lnTo>
                  <a:lnTo>
                    <a:pt x="8002" y="21787"/>
                  </a:lnTo>
                  <a:lnTo>
                    <a:pt x="7971" y="21631"/>
                  </a:lnTo>
                  <a:lnTo>
                    <a:pt x="8002" y="21506"/>
                  </a:lnTo>
                  <a:lnTo>
                    <a:pt x="8064" y="21349"/>
                  </a:lnTo>
                  <a:lnTo>
                    <a:pt x="8158" y="21224"/>
                  </a:lnTo>
                  <a:lnTo>
                    <a:pt x="8252" y="21131"/>
                  </a:lnTo>
                  <a:lnTo>
                    <a:pt x="9002" y="20724"/>
                  </a:lnTo>
                  <a:lnTo>
                    <a:pt x="9127" y="20630"/>
                  </a:lnTo>
                  <a:lnTo>
                    <a:pt x="9252" y="20505"/>
                  </a:lnTo>
                  <a:lnTo>
                    <a:pt x="9377" y="20412"/>
                  </a:lnTo>
                  <a:lnTo>
                    <a:pt x="9471" y="20255"/>
                  </a:lnTo>
                  <a:lnTo>
                    <a:pt x="9534" y="20130"/>
                  </a:lnTo>
                  <a:lnTo>
                    <a:pt x="9565" y="19974"/>
                  </a:lnTo>
                  <a:lnTo>
                    <a:pt x="9627" y="19787"/>
                  </a:lnTo>
                  <a:lnTo>
                    <a:pt x="9627" y="19630"/>
                  </a:lnTo>
                  <a:lnTo>
                    <a:pt x="9627" y="19474"/>
                  </a:lnTo>
                  <a:lnTo>
                    <a:pt x="9565" y="19286"/>
                  </a:lnTo>
                  <a:lnTo>
                    <a:pt x="9534" y="19161"/>
                  </a:lnTo>
                  <a:lnTo>
                    <a:pt x="9471" y="19005"/>
                  </a:lnTo>
                  <a:lnTo>
                    <a:pt x="9377" y="18880"/>
                  </a:lnTo>
                  <a:lnTo>
                    <a:pt x="9252" y="18755"/>
                  </a:lnTo>
                  <a:lnTo>
                    <a:pt x="9127" y="18630"/>
                  </a:lnTo>
                  <a:lnTo>
                    <a:pt x="9002" y="18536"/>
                  </a:lnTo>
                  <a:lnTo>
                    <a:pt x="8721" y="18411"/>
                  </a:lnTo>
                  <a:lnTo>
                    <a:pt x="8440" y="18317"/>
                  </a:lnTo>
                  <a:lnTo>
                    <a:pt x="8158" y="18255"/>
                  </a:lnTo>
                  <a:lnTo>
                    <a:pt x="7846" y="18224"/>
                  </a:lnTo>
                  <a:lnTo>
                    <a:pt x="7564" y="18255"/>
                  </a:lnTo>
                  <a:lnTo>
                    <a:pt x="7252" y="18317"/>
                  </a:lnTo>
                  <a:lnTo>
                    <a:pt x="6970" y="18411"/>
                  </a:lnTo>
                  <a:lnTo>
                    <a:pt x="6689" y="18536"/>
                  </a:lnTo>
                  <a:lnTo>
                    <a:pt x="3407" y="20443"/>
                  </a:lnTo>
                  <a:lnTo>
                    <a:pt x="3126" y="20568"/>
                  </a:lnTo>
                  <a:lnTo>
                    <a:pt x="2844" y="20662"/>
                  </a:lnTo>
                  <a:lnTo>
                    <a:pt x="2532" y="20724"/>
                  </a:lnTo>
                  <a:lnTo>
                    <a:pt x="2219" y="20755"/>
                  </a:lnTo>
                  <a:lnTo>
                    <a:pt x="1907" y="20724"/>
                  </a:lnTo>
                  <a:lnTo>
                    <a:pt x="1625" y="20662"/>
                  </a:lnTo>
                  <a:lnTo>
                    <a:pt x="1313" y="20568"/>
                  </a:lnTo>
                  <a:lnTo>
                    <a:pt x="1032" y="20443"/>
                  </a:lnTo>
                  <a:lnTo>
                    <a:pt x="906" y="20349"/>
                  </a:lnTo>
                  <a:lnTo>
                    <a:pt x="844" y="20255"/>
                  </a:lnTo>
                  <a:lnTo>
                    <a:pt x="781" y="20130"/>
                  </a:lnTo>
                  <a:lnTo>
                    <a:pt x="781" y="19974"/>
                  </a:lnTo>
                  <a:lnTo>
                    <a:pt x="781" y="19849"/>
                  </a:lnTo>
                  <a:lnTo>
                    <a:pt x="844" y="19724"/>
                  </a:lnTo>
                  <a:lnTo>
                    <a:pt x="906" y="19599"/>
                  </a:lnTo>
                  <a:lnTo>
                    <a:pt x="1032" y="19536"/>
                  </a:lnTo>
                  <a:lnTo>
                    <a:pt x="4345" y="17630"/>
                  </a:lnTo>
                  <a:lnTo>
                    <a:pt x="4626" y="17442"/>
                  </a:lnTo>
                  <a:lnTo>
                    <a:pt x="4876" y="17223"/>
                  </a:lnTo>
                  <a:lnTo>
                    <a:pt x="5095" y="16973"/>
                  </a:lnTo>
                  <a:lnTo>
                    <a:pt x="5251" y="16692"/>
                  </a:lnTo>
                  <a:lnTo>
                    <a:pt x="5408" y="16411"/>
                  </a:lnTo>
                  <a:lnTo>
                    <a:pt x="5501" y="16098"/>
                  </a:lnTo>
                  <a:lnTo>
                    <a:pt x="5595" y="15754"/>
                  </a:lnTo>
                  <a:lnTo>
                    <a:pt x="5595" y="15442"/>
                  </a:lnTo>
                  <a:lnTo>
                    <a:pt x="5595" y="4377"/>
                  </a:lnTo>
                  <a:lnTo>
                    <a:pt x="5595" y="4127"/>
                  </a:lnTo>
                  <a:lnTo>
                    <a:pt x="5533" y="3908"/>
                  </a:lnTo>
                  <a:lnTo>
                    <a:pt x="5470" y="3689"/>
                  </a:lnTo>
                  <a:lnTo>
                    <a:pt x="5376" y="3470"/>
                  </a:lnTo>
                  <a:lnTo>
                    <a:pt x="5220" y="3283"/>
                  </a:lnTo>
                  <a:lnTo>
                    <a:pt x="5095" y="3095"/>
                  </a:lnTo>
                  <a:lnTo>
                    <a:pt x="4907" y="2939"/>
                  </a:lnTo>
                  <a:lnTo>
                    <a:pt x="4720" y="2814"/>
                  </a:lnTo>
                  <a:lnTo>
                    <a:pt x="4314" y="2564"/>
                  </a:lnTo>
                  <a:lnTo>
                    <a:pt x="4157" y="2532"/>
                  </a:lnTo>
                  <a:lnTo>
                    <a:pt x="4001" y="2532"/>
                  </a:lnTo>
                  <a:lnTo>
                    <a:pt x="3876" y="2595"/>
                  </a:lnTo>
                  <a:lnTo>
                    <a:pt x="3782" y="2720"/>
                  </a:lnTo>
                  <a:lnTo>
                    <a:pt x="3720" y="2876"/>
                  </a:lnTo>
                  <a:lnTo>
                    <a:pt x="3720" y="3001"/>
                  </a:lnTo>
                  <a:lnTo>
                    <a:pt x="3782" y="3158"/>
                  </a:lnTo>
                  <a:lnTo>
                    <a:pt x="3907" y="3251"/>
                  </a:lnTo>
                  <a:lnTo>
                    <a:pt x="4314" y="3501"/>
                  </a:lnTo>
                  <a:lnTo>
                    <a:pt x="4532" y="3658"/>
                  </a:lnTo>
                  <a:lnTo>
                    <a:pt x="4689" y="3845"/>
                  </a:lnTo>
                  <a:lnTo>
                    <a:pt x="4782" y="4095"/>
                  </a:lnTo>
                  <a:lnTo>
                    <a:pt x="4814" y="4377"/>
                  </a:lnTo>
                  <a:lnTo>
                    <a:pt x="4814" y="15442"/>
                  </a:lnTo>
                  <a:lnTo>
                    <a:pt x="4814" y="15661"/>
                  </a:lnTo>
                  <a:lnTo>
                    <a:pt x="4751" y="15879"/>
                  </a:lnTo>
                  <a:lnTo>
                    <a:pt x="4689" y="16098"/>
                  </a:lnTo>
                  <a:lnTo>
                    <a:pt x="4595" y="16317"/>
                  </a:lnTo>
                  <a:lnTo>
                    <a:pt x="4470" y="16504"/>
                  </a:lnTo>
                  <a:lnTo>
                    <a:pt x="4314" y="16661"/>
                  </a:lnTo>
                  <a:lnTo>
                    <a:pt x="4157" y="16817"/>
                  </a:lnTo>
                  <a:lnTo>
                    <a:pt x="3938" y="16942"/>
                  </a:lnTo>
                  <a:lnTo>
                    <a:pt x="656" y="18849"/>
                  </a:lnTo>
                  <a:lnTo>
                    <a:pt x="500" y="18943"/>
                  </a:lnTo>
                  <a:lnTo>
                    <a:pt x="375" y="19068"/>
                  </a:lnTo>
                  <a:lnTo>
                    <a:pt x="250" y="19193"/>
                  </a:lnTo>
                  <a:lnTo>
                    <a:pt x="156" y="19318"/>
                  </a:lnTo>
                  <a:lnTo>
                    <a:pt x="94" y="19474"/>
                  </a:lnTo>
                  <a:lnTo>
                    <a:pt x="31" y="19630"/>
                  </a:lnTo>
                  <a:lnTo>
                    <a:pt x="0" y="19818"/>
                  </a:lnTo>
                  <a:lnTo>
                    <a:pt x="0" y="19974"/>
                  </a:lnTo>
                  <a:lnTo>
                    <a:pt x="0" y="20162"/>
                  </a:lnTo>
                  <a:lnTo>
                    <a:pt x="31" y="20318"/>
                  </a:lnTo>
                  <a:lnTo>
                    <a:pt x="94" y="20474"/>
                  </a:lnTo>
                  <a:lnTo>
                    <a:pt x="156" y="20630"/>
                  </a:lnTo>
                  <a:lnTo>
                    <a:pt x="250" y="20787"/>
                  </a:lnTo>
                  <a:lnTo>
                    <a:pt x="375" y="20912"/>
                  </a:lnTo>
                  <a:lnTo>
                    <a:pt x="500" y="21006"/>
                  </a:lnTo>
                  <a:lnTo>
                    <a:pt x="656" y="21099"/>
                  </a:lnTo>
                  <a:lnTo>
                    <a:pt x="1032" y="21287"/>
                  </a:lnTo>
                  <a:lnTo>
                    <a:pt x="1407" y="21412"/>
                  </a:lnTo>
                  <a:lnTo>
                    <a:pt x="1813" y="21506"/>
                  </a:lnTo>
                  <a:lnTo>
                    <a:pt x="2219" y="21537"/>
                  </a:lnTo>
                  <a:lnTo>
                    <a:pt x="2626" y="21506"/>
                  </a:lnTo>
                  <a:lnTo>
                    <a:pt x="3032" y="21412"/>
                  </a:lnTo>
                  <a:lnTo>
                    <a:pt x="3438" y="21287"/>
                  </a:lnTo>
                  <a:lnTo>
                    <a:pt x="3813" y="21099"/>
                  </a:lnTo>
                  <a:lnTo>
                    <a:pt x="7095" y="19224"/>
                  </a:lnTo>
                  <a:lnTo>
                    <a:pt x="7283" y="19130"/>
                  </a:lnTo>
                  <a:lnTo>
                    <a:pt x="7471" y="19068"/>
                  </a:lnTo>
                  <a:lnTo>
                    <a:pt x="7658" y="19036"/>
                  </a:lnTo>
                  <a:lnTo>
                    <a:pt x="7846" y="19005"/>
                  </a:lnTo>
                  <a:lnTo>
                    <a:pt x="8033" y="19036"/>
                  </a:lnTo>
                  <a:lnTo>
                    <a:pt x="8252" y="19068"/>
                  </a:lnTo>
                  <a:lnTo>
                    <a:pt x="8440" y="19130"/>
                  </a:lnTo>
                  <a:lnTo>
                    <a:pt x="8596" y="19224"/>
                  </a:lnTo>
                  <a:lnTo>
                    <a:pt x="8721" y="19318"/>
                  </a:lnTo>
                  <a:lnTo>
                    <a:pt x="8815" y="19443"/>
                  </a:lnTo>
                  <a:lnTo>
                    <a:pt x="8846" y="19536"/>
                  </a:lnTo>
                  <a:lnTo>
                    <a:pt x="8846" y="19630"/>
                  </a:lnTo>
                  <a:lnTo>
                    <a:pt x="8846" y="19724"/>
                  </a:lnTo>
                  <a:lnTo>
                    <a:pt x="8815" y="19818"/>
                  </a:lnTo>
                  <a:lnTo>
                    <a:pt x="8721" y="19943"/>
                  </a:lnTo>
                  <a:lnTo>
                    <a:pt x="8596" y="20037"/>
                  </a:lnTo>
                  <a:lnTo>
                    <a:pt x="7877" y="20474"/>
                  </a:lnTo>
                  <a:lnTo>
                    <a:pt x="7721" y="20568"/>
                  </a:lnTo>
                  <a:lnTo>
                    <a:pt x="7596" y="20693"/>
                  </a:lnTo>
                  <a:lnTo>
                    <a:pt x="7471" y="20818"/>
                  </a:lnTo>
                  <a:lnTo>
                    <a:pt x="7377" y="20974"/>
                  </a:lnTo>
                  <a:lnTo>
                    <a:pt x="7314" y="21131"/>
                  </a:lnTo>
                  <a:lnTo>
                    <a:pt x="7252" y="21287"/>
                  </a:lnTo>
                  <a:lnTo>
                    <a:pt x="7220" y="21474"/>
                  </a:lnTo>
                  <a:lnTo>
                    <a:pt x="7189" y="21631"/>
                  </a:lnTo>
                  <a:lnTo>
                    <a:pt x="7220" y="21818"/>
                  </a:lnTo>
                  <a:lnTo>
                    <a:pt x="7252" y="22006"/>
                  </a:lnTo>
                  <a:lnTo>
                    <a:pt x="7314" y="22162"/>
                  </a:lnTo>
                  <a:lnTo>
                    <a:pt x="7377" y="22318"/>
                  </a:lnTo>
                  <a:lnTo>
                    <a:pt x="7471" y="22475"/>
                  </a:lnTo>
                  <a:lnTo>
                    <a:pt x="7596" y="22600"/>
                  </a:lnTo>
                  <a:lnTo>
                    <a:pt x="7721" y="22725"/>
                  </a:lnTo>
                  <a:lnTo>
                    <a:pt x="7877" y="22818"/>
                  </a:lnTo>
                  <a:lnTo>
                    <a:pt x="8565" y="23194"/>
                  </a:lnTo>
                  <a:lnTo>
                    <a:pt x="8908" y="23381"/>
                  </a:lnTo>
                  <a:lnTo>
                    <a:pt x="9252" y="23506"/>
                  </a:lnTo>
                  <a:lnTo>
                    <a:pt x="9627" y="23569"/>
                  </a:lnTo>
                  <a:lnTo>
                    <a:pt x="10002" y="23600"/>
                  </a:lnTo>
                  <a:lnTo>
                    <a:pt x="10377" y="23569"/>
                  </a:lnTo>
                  <a:lnTo>
                    <a:pt x="10721" y="23506"/>
                  </a:lnTo>
                  <a:lnTo>
                    <a:pt x="11096" y="23381"/>
                  </a:lnTo>
                  <a:lnTo>
                    <a:pt x="11440" y="23194"/>
                  </a:lnTo>
                  <a:lnTo>
                    <a:pt x="11753" y="22975"/>
                  </a:lnTo>
                  <a:lnTo>
                    <a:pt x="12065" y="22725"/>
                  </a:lnTo>
                  <a:lnTo>
                    <a:pt x="12315" y="22412"/>
                  </a:lnTo>
                  <a:lnTo>
                    <a:pt x="12534" y="22100"/>
                  </a:lnTo>
                  <a:lnTo>
                    <a:pt x="12722" y="21756"/>
                  </a:lnTo>
                  <a:lnTo>
                    <a:pt x="12847" y="21381"/>
                  </a:lnTo>
                  <a:lnTo>
                    <a:pt x="12909" y="20974"/>
                  </a:lnTo>
                  <a:lnTo>
                    <a:pt x="12941" y="20599"/>
                  </a:lnTo>
                  <a:lnTo>
                    <a:pt x="12941" y="1470"/>
                  </a:lnTo>
                  <a:lnTo>
                    <a:pt x="12972" y="1282"/>
                  </a:lnTo>
                  <a:lnTo>
                    <a:pt x="13034" y="1126"/>
                  </a:lnTo>
                  <a:lnTo>
                    <a:pt x="13159" y="1001"/>
                  </a:lnTo>
                  <a:lnTo>
                    <a:pt x="13284" y="876"/>
                  </a:lnTo>
                  <a:lnTo>
                    <a:pt x="13472" y="813"/>
                  </a:lnTo>
                  <a:lnTo>
                    <a:pt x="13628" y="782"/>
                  </a:lnTo>
                  <a:lnTo>
                    <a:pt x="13816" y="813"/>
                  </a:lnTo>
                  <a:lnTo>
                    <a:pt x="13972" y="876"/>
                  </a:lnTo>
                  <a:lnTo>
                    <a:pt x="16785" y="2501"/>
                  </a:lnTo>
                  <a:lnTo>
                    <a:pt x="16942" y="2564"/>
                  </a:lnTo>
                  <a:lnTo>
                    <a:pt x="17098" y="2532"/>
                  </a:lnTo>
                  <a:lnTo>
                    <a:pt x="17223" y="2470"/>
                  </a:lnTo>
                  <a:lnTo>
                    <a:pt x="17317" y="2376"/>
                  </a:lnTo>
                  <a:lnTo>
                    <a:pt x="17379" y="2220"/>
                  </a:lnTo>
                  <a:lnTo>
                    <a:pt x="17348" y="2064"/>
                  </a:lnTo>
                  <a:lnTo>
                    <a:pt x="17285" y="1938"/>
                  </a:lnTo>
                  <a:lnTo>
                    <a:pt x="17192" y="1845"/>
                  </a:lnTo>
                  <a:lnTo>
                    <a:pt x="14378" y="219"/>
                  </a:lnTo>
                  <a:lnTo>
                    <a:pt x="14191" y="126"/>
                  </a:lnTo>
                  <a:lnTo>
                    <a:pt x="14003" y="63"/>
                  </a:lnTo>
                  <a:lnTo>
                    <a:pt x="13816" y="32"/>
                  </a:lnTo>
                  <a:lnTo>
                    <a:pt x="13628" y="1"/>
                  </a:lnTo>
                  <a:close/>
                </a:path>
              </a:pathLst>
            </a:custGeom>
            <a:solidFill>
              <a:srgbClr val="0C26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
            <p:cNvSpPr/>
            <p:nvPr/>
          </p:nvSpPr>
          <p:spPr>
            <a:xfrm>
              <a:off x="7659829" y="1033310"/>
              <a:ext cx="1616307" cy="3583004"/>
            </a:xfrm>
            <a:custGeom>
              <a:rect b="b" l="l" r="r" t="t"/>
              <a:pathLst>
                <a:path extrusionOk="0" h="39635" w="17880">
                  <a:moveTo>
                    <a:pt x="4189" y="0"/>
                  </a:moveTo>
                  <a:lnTo>
                    <a:pt x="3908" y="63"/>
                  </a:lnTo>
                  <a:lnTo>
                    <a:pt x="3626" y="156"/>
                  </a:lnTo>
                  <a:lnTo>
                    <a:pt x="3345" y="313"/>
                  </a:lnTo>
                  <a:lnTo>
                    <a:pt x="2970" y="532"/>
                  </a:lnTo>
                  <a:lnTo>
                    <a:pt x="2595" y="782"/>
                  </a:lnTo>
                  <a:lnTo>
                    <a:pt x="2251" y="1063"/>
                  </a:lnTo>
                  <a:lnTo>
                    <a:pt x="1938" y="1375"/>
                  </a:lnTo>
                  <a:lnTo>
                    <a:pt x="1657" y="1688"/>
                  </a:lnTo>
                  <a:lnTo>
                    <a:pt x="1376" y="2032"/>
                  </a:lnTo>
                  <a:lnTo>
                    <a:pt x="1126" y="2376"/>
                  </a:lnTo>
                  <a:lnTo>
                    <a:pt x="907" y="2751"/>
                  </a:lnTo>
                  <a:lnTo>
                    <a:pt x="688" y="3126"/>
                  </a:lnTo>
                  <a:lnTo>
                    <a:pt x="532" y="3501"/>
                  </a:lnTo>
                  <a:lnTo>
                    <a:pt x="376" y="3907"/>
                  </a:lnTo>
                  <a:lnTo>
                    <a:pt x="251" y="4345"/>
                  </a:lnTo>
                  <a:lnTo>
                    <a:pt x="125" y="4751"/>
                  </a:lnTo>
                  <a:lnTo>
                    <a:pt x="63" y="5189"/>
                  </a:lnTo>
                  <a:lnTo>
                    <a:pt x="32" y="5627"/>
                  </a:lnTo>
                  <a:lnTo>
                    <a:pt x="0" y="6064"/>
                  </a:lnTo>
                  <a:lnTo>
                    <a:pt x="0" y="32539"/>
                  </a:lnTo>
                  <a:lnTo>
                    <a:pt x="12253" y="39635"/>
                  </a:lnTo>
                  <a:lnTo>
                    <a:pt x="17880" y="7408"/>
                  </a:lnTo>
                  <a:lnTo>
                    <a:pt x="5627" y="313"/>
                  </a:lnTo>
                  <a:lnTo>
                    <a:pt x="5564" y="281"/>
                  </a:lnTo>
                  <a:lnTo>
                    <a:pt x="5533" y="281"/>
                  </a:lnTo>
                  <a:lnTo>
                    <a:pt x="5283" y="156"/>
                  </a:lnTo>
                  <a:lnTo>
                    <a:pt x="5033" y="63"/>
                  </a:lnTo>
                  <a:lnTo>
                    <a:pt x="4752" y="31"/>
                  </a:lnTo>
                  <a:lnTo>
                    <a:pt x="4470" y="0"/>
                  </a:ln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
            <p:cNvSpPr/>
            <p:nvPr/>
          </p:nvSpPr>
          <p:spPr>
            <a:xfrm>
              <a:off x="8767434" y="1674661"/>
              <a:ext cx="607562" cy="2941616"/>
            </a:xfrm>
            <a:custGeom>
              <a:rect b="b" l="l" r="r" t="t"/>
              <a:pathLst>
                <a:path extrusionOk="0" h="32540" w="6721">
                  <a:moveTo>
                    <a:pt x="4189" y="1"/>
                  </a:moveTo>
                  <a:lnTo>
                    <a:pt x="3908" y="63"/>
                  </a:lnTo>
                  <a:lnTo>
                    <a:pt x="3626" y="157"/>
                  </a:lnTo>
                  <a:lnTo>
                    <a:pt x="3345" y="313"/>
                  </a:lnTo>
                  <a:lnTo>
                    <a:pt x="2939" y="532"/>
                  </a:lnTo>
                  <a:lnTo>
                    <a:pt x="2595" y="782"/>
                  </a:lnTo>
                  <a:lnTo>
                    <a:pt x="2251" y="1063"/>
                  </a:lnTo>
                  <a:lnTo>
                    <a:pt x="1938" y="1376"/>
                  </a:lnTo>
                  <a:lnTo>
                    <a:pt x="1657" y="1689"/>
                  </a:lnTo>
                  <a:lnTo>
                    <a:pt x="1376" y="2032"/>
                  </a:lnTo>
                  <a:lnTo>
                    <a:pt x="1126" y="2376"/>
                  </a:lnTo>
                  <a:lnTo>
                    <a:pt x="907" y="2751"/>
                  </a:lnTo>
                  <a:lnTo>
                    <a:pt x="688" y="3126"/>
                  </a:lnTo>
                  <a:lnTo>
                    <a:pt x="500" y="3501"/>
                  </a:lnTo>
                  <a:lnTo>
                    <a:pt x="344" y="3908"/>
                  </a:lnTo>
                  <a:lnTo>
                    <a:pt x="219" y="4345"/>
                  </a:lnTo>
                  <a:lnTo>
                    <a:pt x="125" y="4752"/>
                  </a:lnTo>
                  <a:lnTo>
                    <a:pt x="63" y="5189"/>
                  </a:lnTo>
                  <a:lnTo>
                    <a:pt x="0" y="5627"/>
                  </a:lnTo>
                  <a:lnTo>
                    <a:pt x="0" y="6065"/>
                  </a:lnTo>
                  <a:lnTo>
                    <a:pt x="0" y="32540"/>
                  </a:lnTo>
                  <a:lnTo>
                    <a:pt x="6721" y="28664"/>
                  </a:lnTo>
                  <a:lnTo>
                    <a:pt x="6721" y="2251"/>
                  </a:lnTo>
                  <a:lnTo>
                    <a:pt x="6689" y="1939"/>
                  </a:lnTo>
                  <a:lnTo>
                    <a:pt x="6627" y="1626"/>
                  </a:lnTo>
                  <a:lnTo>
                    <a:pt x="6533" y="1345"/>
                  </a:lnTo>
                  <a:lnTo>
                    <a:pt x="6408" y="1095"/>
                  </a:lnTo>
                  <a:lnTo>
                    <a:pt x="6221" y="845"/>
                  </a:lnTo>
                  <a:lnTo>
                    <a:pt x="6033" y="657"/>
                  </a:lnTo>
                  <a:lnTo>
                    <a:pt x="5814" y="469"/>
                  </a:lnTo>
                  <a:lnTo>
                    <a:pt x="5595" y="313"/>
                  </a:lnTo>
                  <a:lnTo>
                    <a:pt x="5345" y="188"/>
                  </a:lnTo>
                  <a:lnTo>
                    <a:pt x="5064" y="94"/>
                  </a:lnTo>
                  <a:lnTo>
                    <a:pt x="4783" y="32"/>
                  </a:lnTo>
                  <a:lnTo>
                    <a:pt x="4501" y="1"/>
                  </a:lnTo>
                  <a:close/>
                </a:path>
              </a:pathLst>
            </a:cu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
            <p:cNvSpPr/>
            <p:nvPr/>
          </p:nvSpPr>
          <p:spPr>
            <a:xfrm>
              <a:off x="7744619" y="1640763"/>
              <a:ext cx="957942" cy="1528754"/>
            </a:xfrm>
            <a:custGeom>
              <a:rect b="b" l="l" r="r" t="t"/>
              <a:pathLst>
                <a:path extrusionOk="0" h="16911" w="10597">
                  <a:moveTo>
                    <a:pt x="0" y="1"/>
                  </a:moveTo>
                  <a:lnTo>
                    <a:pt x="0" y="10878"/>
                  </a:lnTo>
                  <a:lnTo>
                    <a:pt x="10596" y="16911"/>
                  </a:lnTo>
                  <a:lnTo>
                    <a:pt x="10596" y="6064"/>
                  </a:lnTo>
                  <a:lnTo>
                    <a:pt x="0" y="1"/>
                  </a:lnTo>
                  <a:close/>
                </a:path>
              </a:pathLst>
            </a:custGeom>
            <a:solidFill>
              <a:srgbClr val="0C26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
            <p:cNvSpPr/>
            <p:nvPr/>
          </p:nvSpPr>
          <p:spPr>
            <a:xfrm>
              <a:off x="8402963" y="2092828"/>
              <a:ext cx="254379" cy="189388"/>
            </a:xfrm>
            <a:custGeom>
              <a:rect b="b" l="l" r="r" t="t"/>
              <a:pathLst>
                <a:path extrusionOk="0" h="2095" w="2814">
                  <a:moveTo>
                    <a:pt x="281" y="1"/>
                  </a:moveTo>
                  <a:lnTo>
                    <a:pt x="156" y="63"/>
                  </a:lnTo>
                  <a:lnTo>
                    <a:pt x="63" y="157"/>
                  </a:lnTo>
                  <a:lnTo>
                    <a:pt x="31" y="220"/>
                  </a:lnTo>
                  <a:lnTo>
                    <a:pt x="0" y="282"/>
                  </a:lnTo>
                  <a:lnTo>
                    <a:pt x="31" y="470"/>
                  </a:lnTo>
                  <a:lnTo>
                    <a:pt x="94" y="626"/>
                  </a:lnTo>
                  <a:lnTo>
                    <a:pt x="219" y="751"/>
                  </a:lnTo>
                  <a:lnTo>
                    <a:pt x="344" y="876"/>
                  </a:lnTo>
                  <a:lnTo>
                    <a:pt x="2407" y="2064"/>
                  </a:lnTo>
                  <a:lnTo>
                    <a:pt x="2501" y="2095"/>
                  </a:lnTo>
                  <a:lnTo>
                    <a:pt x="2563" y="2095"/>
                  </a:lnTo>
                  <a:lnTo>
                    <a:pt x="2688" y="2064"/>
                  </a:lnTo>
                  <a:lnTo>
                    <a:pt x="2782" y="1970"/>
                  </a:lnTo>
                  <a:lnTo>
                    <a:pt x="2813" y="1907"/>
                  </a:lnTo>
                  <a:lnTo>
                    <a:pt x="2813" y="1845"/>
                  </a:lnTo>
                  <a:lnTo>
                    <a:pt x="2813" y="1657"/>
                  </a:lnTo>
                  <a:lnTo>
                    <a:pt x="2720" y="1501"/>
                  </a:lnTo>
                  <a:lnTo>
                    <a:pt x="2626" y="1345"/>
                  </a:lnTo>
                  <a:lnTo>
                    <a:pt x="2469" y="1251"/>
                  </a:lnTo>
                  <a:lnTo>
                    <a:pt x="406" y="63"/>
                  </a:lnTo>
                  <a:lnTo>
                    <a:pt x="344" y="32"/>
                  </a:lnTo>
                  <a:lnTo>
                    <a:pt x="28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7987600" y="2595785"/>
              <a:ext cx="412574" cy="276986"/>
            </a:xfrm>
            <a:custGeom>
              <a:rect b="b" l="l" r="r" t="t"/>
              <a:pathLst>
                <a:path extrusionOk="0" h="3064" w="4564">
                  <a:moveTo>
                    <a:pt x="250" y="1"/>
                  </a:moveTo>
                  <a:lnTo>
                    <a:pt x="125" y="32"/>
                  </a:lnTo>
                  <a:lnTo>
                    <a:pt x="32" y="126"/>
                  </a:lnTo>
                  <a:lnTo>
                    <a:pt x="0" y="188"/>
                  </a:lnTo>
                  <a:lnTo>
                    <a:pt x="0" y="251"/>
                  </a:lnTo>
                  <a:lnTo>
                    <a:pt x="0" y="438"/>
                  </a:lnTo>
                  <a:lnTo>
                    <a:pt x="94" y="594"/>
                  </a:lnTo>
                  <a:lnTo>
                    <a:pt x="188" y="751"/>
                  </a:lnTo>
                  <a:lnTo>
                    <a:pt x="344" y="844"/>
                  </a:lnTo>
                  <a:lnTo>
                    <a:pt x="4158" y="3033"/>
                  </a:lnTo>
                  <a:lnTo>
                    <a:pt x="4251" y="3033"/>
                  </a:lnTo>
                  <a:lnTo>
                    <a:pt x="4314" y="3064"/>
                  </a:lnTo>
                  <a:lnTo>
                    <a:pt x="4439" y="3033"/>
                  </a:lnTo>
                  <a:lnTo>
                    <a:pt x="4533" y="2907"/>
                  </a:lnTo>
                  <a:lnTo>
                    <a:pt x="4564" y="2845"/>
                  </a:lnTo>
                  <a:lnTo>
                    <a:pt x="4564" y="2782"/>
                  </a:lnTo>
                  <a:lnTo>
                    <a:pt x="4564" y="2595"/>
                  </a:lnTo>
                  <a:lnTo>
                    <a:pt x="4470" y="2439"/>
                  </a:lnTo>
                  <a:lnTo>
                    <a:pt x="4376" y="2314"/>
                  </a:lnTo>
                  <a:lnTo>
                    <a:pt x="4220" y="2189"/>
                  </a:lnTo>
                  <a:lnTo>
                    <a:pt x="375" y="32"/>
                  </a:lnTo>
                  <a:lnTo>
                    <a:pt x="313"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7798314" y="2824664"/>
              <a:ext cx="788357" cy="488883"/>
            </a:xfrm>
            <a:custGeom>
              <a:rect b="b" l="l" r="r" t="t"/>
              <a:pathLst>
                <a:path extrusionOk="0" h="5408" w="8721">
                  <a:moveTo>
                    <a:pt x="281" y="0"/>
                  </a:moveTo>
                  <a:lnTo>
                    <a:pt x="156" y="32"/>
                  </a:lnTo>
                  <a:lnTo>
                    <a:pt x="63" y="125"/>
                  </a:lnTo>
                  <a:lnTo>
                    <a:pt x="31" y="188"/>
                  </a:lnTo>
                  <a:lnTo>
                    <a:pt x="0" y="250"/>
                  </a:lnTo>
                  <a:lnTo>
                    <a:pt x="31" y="438"/>
                  </a:lnTo>
                  <a:lnTo>
                    <a:pt x="94" y="594"/>
                  </a:lnTo>
                  <a:lnTo>
                    <a:pt x="219" y="751"/>
                  </a:lnTo>
                  <a:lnTo>
                    <a:pt x="344" y="844"/>
                  </a:lnTo>
                  <a:lnTo>
                    <a:pt x="8346" y="5377"/>
                  </a:lnTo>
                  <a:lnTo>
                    <a:pt x="8408" y="5377"/>
                  </a:lnTo>
                  <a:lnTo>
                    <a:pt x="8471" y="5408"/>
                  </a:lnTo>
                  <a:lnTo>
                    <a:pt x="8596" y="5377"/>
                  </a:lnTo>
                  <a:lnTo>
                    <a:pt x="8690" y="5283"/>
                  </a:lnTo>
                  <a:lnTo>
                    <a:pt x="8721" y="5189"/>
                  </a:lnTo>
                  <a:lnTo>
                    <a:pt x="8721" y="5127"/>
                  </a:lnTo>
                  <a:lnTo>
                    <a:pt x="8721" y="4939"/>
                  </a:lnTo>
                  <a:lnTo>
                    <a:pt x="8658" y="4783"/>
                  </a:lnTo>
                  <a:lnTo>
                    <a:pt x="8533" y="4658"/>
                  </a:lnTo>
                  <a:lnTo>
                    <a:pt x="8408" y="4533"/>
                  </a:lnTo>
                  <a:lnTo>
                    <a:pt x="406" y="32"/>
                  </a:lnTo>
                  <a:lnTo>
                    <a:pt x="344"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2"/>
            <p:cNvSpPr/>
            <p:nvPr/>
          </p:nvSpPr>
          <p:spPr>
            <a:xfrm>
              <a:off x="8018696" y="2217211"/>
              <a:ext cx="350471" cy="257188"/>
            </a:xfrm>
            <a:custGeom>
              <a:rect b="b" l="l" r="r" t="t"/>
              <a:pathLst>
                <a:path extrusionOk="0" h="2845" w="3877">
                  <a:moveTo>
                    <a:pt x="3876" y="0"/>
                  </a:moveTo>
                  <a:lnTo>
                    <a:pt x="813" y="781"/>
                  </a:lnTo>
                  <a:lnTo>
                    <a:pt x="1719" y="1282"/>
                  </a:lnTo>
                  <a:lnTo>
                    <a:pt x="0" y="2844"/>
                  </a:lnTo>
                  <a:lnTo>
                    <a:pt x="3032" y="2063"/>
                  </a:lnTo>
                  <a:lnTo>
                    <a:pt x="2157" y="1532"/>
                  </a:lnTo>
                  <a:lnTo>
                    <a:pt x="3876" y="0"/>
                  </a:lnTo>
                  <a:close/>
                </a:path>
              </a:pathLst>
            </a:custGeom>
            <a:solidFill>
              <a:srgbClr val="F3E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
            <p:cNvSpPr/>
            <p:nvPr/>
          </p:nvSpPr>
          <p:spPr>
            <a:xfrm>
              <a:off x="7809613" y="1753757"/>
              <a:ext cx="96093" cy="158381"/>
            </a:xfrm>
            <a:custGeom>
              <a:rect b="b" l="l" r="r" t="t"/>
              <a:pathLst>
                <a:path extrusionOk="0" h="1752" w="1063">
                  <a:moveTo>
                    <a:pt x="94" y="1"/>
                  </a:moveTo>
                  <a:lnTo>
                    <a:pt x="31" y="63"/>
                  </a:lnTo>
                  <a:lnTo>
                    <a:pt x="0" y="157"/>
                  </a:lnTo>
                  <a:lnTo>
                    <a:pt x="0" y="939"/>
                  </a:lnTo>
                  <a:lnTo>
                    <a:pt x="31" y="1095"/>
                  </a:lnTo>
                  <a:lnTo>
                    <a:pt x="94" y="1220"/>
                  </a:lnTo>
                  <a:lnTo>
                    <a:pt x="156" y="1314"/>
                  </a:lnTo>
                  <a:lnTo>
                    <a:pt x="281" y="1407"/>
                  </a:lnTo>
                  <a:lnTo>
                    <a:pt x="813" y="1720"/>
                  </a:lnTo>
                  <a:lnTo>
                    <a:pt x="907" y="1751"/>
                  </a:lnTo>
                  <a:lnTo>
                    <a:pt x="969" y="1720"/>
                  </a:lnTo>
                  <a:lnTo>
                    <a:pt x="1032" y="1657"/>
                  </a:lnTo>
                  <a:lnTo>
                    <a:pt x="1063" y="1595"/>
                  </a:lnTo>
                  <a:lnTo>
                    <a:pt x="1063" y="782"/>
                  </a:lnTo>
                  <a:lnTo>
                    <a:pt x="1032" y="657"/>
                  </a:lnTo>
                  <a:lnTo>
                    <a:pt x="969" y="501"/>
                  </a:lnTo>
                  <a:lnTo>
                    <a:pt x="907" y="407"/>
                  </a:lnTo>
                  <a:lnTo>
                    <a:pt x="782" y="313"/>
                  </a:lnTo>
                  <a:lnTo>
                    <a:pt x="25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
            <p:cNvSpPr/>
            <p:nvPr/>
          </p:nvSpPr>
          <p:spPr>
            <a:xfrm>
              <a:off x="7809613" y="1934637"/>
              <a:ext cx="96093" cy="158290"/>
            </a:xfrm>
            <a:custGeom>
              <a:rect b="b" l="l" r="r" t="t"/>
              <a:pathLst>
                <a:path extrusionOk="0" h="1751" w="1063">
                  <a:moveTo>
                    <a:pt x="156" y="0"/>
                  </a:moveTo>
                  <a:lnTo>
                    <a:pt x="94" y="32"/>
                  </a:lnTo>
                  <a:lnTo>
                    <a:pt x="31" y="94"/>
                  </a:lnTo>
                  <a:lnTo>
                    <a:pt x="0" y="157"/>
                  </a:lnTo>
                  <a:lnTo>
                    <a:pt x="0" y="969"/>
                  </a:lnTo>
                  <a:lnTo>
                    <a:pt x="31" y="1126"/>
                  </a:lnTo>
                  <a:lnTo>
                    <a:pt x="94" y="1251"/>
                  </a:lnTo>
                  <a:lnTo>
                    <a:pt x="156" y="1344"/>
                  </a:lnTo>
                  <a:lnTo>
                    <a:pt x="281" y="1438"/>
                  </a:lnTo>
                  <a:lnTo>
                    <a:pt x="813" y="1751"/>
                  </a:lnTo>
                  <a:lnTo>
                    <a:pt x="969" y="1751"/>
                  </a:lnTo>
                  <a:lnTo>
                    <a:pt x="1032" y="1688"/>
                  </a:lnTo>
                  <a:lnTo>
                    <a:pt x="1063" y="1594"/>
                  </a:lnTo>
                  <a:lnTo>
                    <a:pt x="1063" y="813"/>
                  </a:lnTo>
                  <a:lnTo>
                    <a:pt x="1032" y="657"/>
                  </a:lnTo>
                  <a:lnTo>
                    <a:pt x="969" y="532"/>
                  </a:lnTo>
                  <a:lnTo>
                    <a:pt x="907" y="438"/>
                  </a:lnTo>
                  <a:lnTo>
                    <a:pt x="782" y="344"/>
                  </a:lnTo>
                  <a:lnTo>
                    <a:pt x="250" y="32"/>
                  </a:lnTo>
                  <a:lnTo>
                    <a:pt x="156"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4" name="Google Shape;184;p2"/>
          <p:cNvSpPr txBox="1"/>
          <p:nvPr/>
        </p:nvSpPr>
        <p:spPr>
          <a:xfrm>
            <a:off x="560974" y="2046257"/>
            <a:ext cx="3636717" cy="238851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NL" sz="1200" u="none" cap="none" strike="noStrike">
                <a:solidFill>
                  <a:srgbClr val="000000"/>
                </a:solidFill>
                <a:latin typeface="Arial"/>
                <a:ea typeface="Arial"/>
                <a:cs typeface="Arial"/>
                <a:sym typeface="Arial"/>
              </a:rPr>
              <a:t>EcoCharge Mobility Solutions S.L. is a leading EV charging infrastructure provider specializing in the design, deployment, and operation of public charging networks across Europe. Established over a decade ago, the company has successfully expanded its charging infrastructure across several European markets, including Germany, France, Netherlands, and Portugal.</a:t>
            </a:r>
            <a:endParaRPr/>
          </a:p>
        </p:txBody>
      </p:sp>
      <p:sp>
        <p:nvSpPr>
          <p:cNvPr id="185" name="Google Shape;185;p2"/>
          <p:cNvSpPr txBox="1"/>
          <p:nvPr/>
        </p:nvSpPr>
        <p:spPr>
          <a:xfrm>
            <a:off x="3904021" y="1179818"/>
            <a:ext cx="791791" cy="21389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NL" sz="1200" u="none" cap="none" strike="noStrike">
                <a:solidFill>
                  <a:srgbClr val="000000"/>
                </a:solidFill>
                <a:latin typeface="Roboto"/>
                <a:ea typeface="Roboto"/>
                <a:cs typeface="Roboto"/>
                <a:sym typeface="Roboto"/>
              </a:rPr>
              <a:t>Madrid</a:t>
            </a:r>
            <a:endParaRPr b="0" i="0" sz="1200" u="none" cap="none" strike="noStrike">
              <a:solidFill>
                <a:srgbClr val="000000"/>
              </a:solidFill>
              <a:latin typeface="Roboto"/>
              <a:ea typeface="Roboto"/>
              <a:cs typeface="Roboto"/>
              <a:sym typeface="Roboto"/>
            </a:endParaRPr>
          </a:p>
        </p:txBody>
      </p:sp>
      <p:pic>
        <p:nvPicPr>
          <p:cNvPr id="186" name="Google Shape;186;p2"/>
          <p:cNvPicPr preferRelativeResize="0"/>
          <p:nvPr/>
        </p:nvPicPr>
        <p:blipFill rotWithShape="1">
          <a:blip r:embed="rId3">
            <a:alphaModFix/>
          </a:blip>
          <a:srcRect b="0" l="0" r="0" t="0"/>
          <a:stretch/>
        </p:blipFill>
        <p:spPr>
          <a:xfrm>
            <a:off x="3877605" y="460996"/>
            <a:ext cx="667688" cy="66508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cxnSp>
        <p:nvCxnSpPr>
          <p:cNvPr id="191" name="Google Shape;191;p3"/>
          <p:cNvCxnSpPr>
            <a:stCxn id="192" idx="1"/>
          </p:cNvCxnSpPr>
          <p:nvPr/>
        </p:nvCxnSpPr>
        <p:spPr>
          <a:xfrm flipH="1">
            <a:off x="6164900" y="3187877"/>
            <a:ext cx="1090500" cy="491400"/>
          </a:xfrm>
          <a:prstGeom prst="bentConnector3">
            <a:avLst>
              <a:gd fmla="val 38512" name="adj1"/>
            </a:avLst>
          </a:prstGeom>
          <a:noFill/>
          <a:ln cap="flat" cmpd="sng" w="9525">
            <a:solidFill>
              <a:schemeClr val="accent6"/>
            </a:solidFill>
            <a:prstDash val="solid"/>
            <a:round/>
            <a:headEnd len="sm" w="sm" type="none"/>
            <a:tailEnd len="med" w="med" type="oval"/>
          </a:ln>
        </p:spPr>
      </p:cxnSp>
      <p:sp>
        <p:nvSpPr>
          <p:cNvPr id="193" name="Google Shape;193;p3"/>
          <p:cNvSpPr/>
          <p:nvPr/>
        </p:nvSpPr>
        <p:spPr>
          <a:xfrm>
            <a:off x="2555400" y="2592300"/>
            <a:ext cx="4033200" cy="4125300"/>
          </a:xfrm>
          <a:prstGeom prst="arc">
            <a:avLst>
              <a:gd fmla="val 10810440" name="adj1"/>
              <a:gd fmla="val 0"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
          <p:cNvSpPr txBox="1"/>
          <p:nvPr>
            <p:ph type="title"/>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lang="en-NL"/>
              <a:t>What Drives Us</a:t>
            </a:r>
            <a:endParaRPr/>
          </a:p>
        </p:txBody>
      </p:sp>
      <p:sp>
        <p:nvSpPr>
          <p:cNvPr id="195" name="Google Shape;195;p3"/>
          <p:cNvSpPr/>
          <p:nvPr/>
        </p:nvSpPr>
        <p:spPr>
          <a:xfrm>
            <a:off x="2834748" y="2795748"/>
            <a:ext cx="3528798" cy="1697663"/>
          </a:xfrm>
          <a:custGeom>
            <a:rect b="b" l="l" r="r" t="t"/>
            <a:pathLst>
              <a:path extrusionOk="0" h="25007" w="51982">
                <a:moveTo>
                  <a:pt x="26007" y="1"/>
                </a:moveTo>
                <a:lnTo>
                  <a:pt x="24694" y="32"/>
                </a:lnTo>
                <a:lnTo>
                  <a:pt x="23412" y="126"/>
                </a:lnTo>
                <a:lnTo>
                  <a:pt x="22131" y="282"/>
                </a:lnTo>
                <a:lnTo>
                  <a:pt x="20881" y="501"/>
                </a:lnTo>
                <a:lnTo>
                  <a:pt x="19630" y="782"/>
                </a:lnTo>
                <a:lnTo>
                  <a:pt x="18442" y="1126"/>
                </a:lnTo>
                <a:lnTo>
                  <a:pt x="17255" y="1501"/>
                </a:lnTo>
                <a:lnTo>
                  <a:pt x="16098" y="1970"/>
                </a:lnTo>
                <a:lnTo>
                  <a:pt x="14973" y="2439"/>
                </a:lnTo>
                <a:lnTo>
                  <a:pt x="13848" y="3001"/>
                </a:lnTo>
                <a:lnTo>
                  <a:pt x="12785" y="3595"/>
                </a:lnTo>
                <a:lnTo>
                  <a:pt x="11753" y="4252"/>
                </a:lnTo>
                <a:lnTo>
                  <a:pt x="10753" y="4939"/>
                </a:lnTo>
                <a:lnTo>
                  <a:pt x="9784" y="5689"/>
                </a:lnTo>
                <a:lnTo>
                  <a:pt x="8846" y="6471"/>
                </a:lnTo>
                <a:lnTo>
                  <a:pt x="7940" y="7284"/>
                </a:lnTo>
                <a:lnTo>
                  <a:pt x="7096" y="8159"/>
                </a:lnTo>
                <a:lnTo>
                  <a:pt x="6252" y="9065"/>
                </a:lnTo>
                <a:lnTo>
                  <a:pt x="5502" y="10003"/>
                </a:lnTo>
                <a:lnTo>
                  <a:pt x="4752" y="11003"/>
                </a:lnTo>
                <a:lnTo>
                  <a:pt x="4095" y="12003"/>
                </a:lnTo>
                <a:lnTo>
                  <a:pt x="3439" y="13066"/>
                </a:lnTo>
                <a:lnTo>
                  <a:pt x="2845" y="14129"/>
                </a:lnTo>
                <a:lnTo>
                  <a:pt x="2314" y="15254"/>
                </a:lnTo>
                <a:lnTo>
                  <a:pt x="1845" y="16380"/>
                </a:lnTo>
                <a:lnTo>
                  <a:pt x="1407" y="17536"/>
                </a:lnTo>
                <a:lnTo>
                  <a:pt x="1032" y="18724"/>
                </a:lnTo>
                <a:lnTo>
                  <a:pt x="720" y="19943"/>
                </a:lnTo>
                <a:lnTo>
                  <a:pt x="438" y="21193"/>
                </a:lnTo>
                <a:lnTo>
                  <a:pt x="251" y="22443"/>
                </a:lnTo>
                <a:lnTo>
                  <a:pt x="94" y="23725"/>
                </a:lnTo>
                <a:lnTo>
                  <a:pt x="1" y="25007"/>
                </a:lnTo>
                <a:lnTo>
                  <a:pt x="51982" y="25007"/>
                </a:lnTo>
                <a:lnTo>
                  <a:pt x="51919" y="23725"/>
                </a:lnTo>
                <a:lnTo>
                  <a:pt x="51763" y="22443"/>
                </a:lnTo>
                <a:lnTo>
                  <a:pt x="51544" y="21193"/>
                </a:lnTo>
                <a:lnTo>
                  <a:pt x="51294" y="19943"/>
                </a:lnTo>
                <a:lnTo>
                  <a:pt x="50981" y="18724"/>
                </a:lnTo>
                <a:lnTo>
                  <a:pt x="50606" y="17536"/>
                </a:lnTo>
                <a:lnTo>
                  <a:pt x="50169" y="16380"/>
                </a:lnTo>
                <a:lnTo>
                  <a:pt x="49669" y="15254"/>
                </a:lnTo>
                <a:lnTo>
                  <a:pt x="49137" y="14129"/>
                </a:lnTo>
                <a:lnTo>
                  <a:pt x="48543" y="13066"/>
                </a:lnTo>
                <a:lnTo>
                  <a:pt x="47918" y="12003"/>
                </a:lnTo>
                <a:lnTo>
                  <a:pt x="47230" y="11003"/>
                </a:lnTo>
                <a:lnTo>
                  <a:pt x="46512" y="10003"/>
                </a:lnTo>
                <a:lnTo>
                  <a:pt x="45730" y="9065"/>
                </a:lnTo>
                <a:lnTo>
                  <a:pt x="44917" y="8159"/>
                </a:lnTo>
                <a:lnTo>
                  <a:pt x="44074" y="7284"/>
                </a:lnTo>
                <a:lnTo>
                  <a:pt x="43167" y="6471"/>
                </a:lnTo>
                <a:lnTo>
                  <a:pt x="42229" y="5689"/>
                </a:lnTo>
                <a:lnTo>
                  <a:pt x="41260" y="4939"/>
                </a:lnTo>
                <a:lnTo>
                  <a:pt x="40260" y="4252"/>
                </a:lnTo>
                <a:lnTo>
                  <a:pt x="39197" y="3595"/>
                </a:lnTo>
                <a:lnTo>
                  <a:pt x="38135" y="3001"/>
                </a:lnTo>
                <a:lnTo>
                  <a:pt x="37041" y="2439"/>
                </a:lnTo>
                <a:lnTo>
                  <a:pt x="35915" y="1970"/>
                </a:lnTo>
                <a:lnTo>
                  <a:pt x="34759" y="1501"/>
                </a:lnTo>
                <a:lnTo>
                  <a:pt x="33571" y="1126"/>
                </a:lnTo>
                <a:lnTo>
                  <a:pt x="32352" y="782"/>
                </a:lnTo>
                <a:lnTo>
                  <a:pt x="31133" y="501"/>
                </a:lnTo>
                <a:lnTo>
                  <a:pt x="29883" y="282"/>
                </a:lnTo>
                <a:lnTo>
                  <a:pt x="28601" y="126"/>
                </a:lnTo>
                <a:lnTo>
                  <a:pt x="27320" y="32"/>
                </a:lnTo>
                <a:lnTo>
                  <a:pt x="26007" y="1"/>
                </a:lnTo>
                <a:close/>
              </a:path>
            </a:pathLst>
          </a:cu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
          <p:cNvSpPr/>
          <p:nvPr/>
        </p:nvSpPr>
        <p:spPr>
          <a:xfrm>
            <a:off x="2042500" y="4496299"/>
            <a:ext cx="5079375" cy="201153"/>
          </a:xfrm>
          <a:custGeom>
            <a:rect b="b" l="l" r="r" t="t"/>
            <a:pathLst>
              <a:path extrusionOk="0" h="2407" w="65016">
                <a:moveTo>
                  <a:pt x="1001" y="0"/>
                </a:moveTo>
                <a:lnTo>
                  <a:pt x="782" y="31"/>
                </a:lnTo>
                <a:lnTo>
                  <a:pt x="625" y="94"/>
                </a:lnTo>
                <a:lnTo>
                  <a:pt x="438" y="188"/>
                </a:lnTo>
                <a:lnTo>
                  <a:pt x="282" y="313"/>
                </a:lnTo>
                <a:lnTo>
                  <a:pt x="188" y="438"/>
                </a:lnTo>
                <a:lnTo>
                  <a:pt x="94" y="625"/>
                </a:lnTo>
                <a:lnTo>
                  <a:pt x="32" y="813"/>
                </a:lnTo>
                <a:lnTo>
                  <a:pt x="0" y="1000"/>
                </a:lnTo>
                <a:lnTo>
                  <a:pt x="0" y="1407"/>
                </a:lnTo>
                <a:lnTo>
                  <a:pt x="32" y="1626"/>
                </a:lnTo>
                <a:lnTo>
                  <a:pt x="94" y="1813"/>
                </a:lnTo>
                <a:lnTo>
                  <a:pt x="188" y="1969"/>
                </a:lnTo>
                <a:lnTo>
                  <a:pt x="282" y="2126"/>
                </a:lnTo>
                <a:lnTo>
                  <a:pt x="438" y="2251"/>
                </a:lnTo>
                <a:lnTo>
                  <a:pt x="625" y="2344"/>
                </a:lnTo>
                <a:lnTo>
                  <a:pt x="782" y="2376"/>
                </a:lnTo>
                <a:lnTo>
                  <a:pt x="1001" y="2407"/>
                </a:lnTo>
                <a:lnTo>
                  <a:pt x="64015" y="2407"/>
                </a:lnTo>
                <a:lnTo>
                  <a:pt x="64234" y="2376"/>
                </a:lnTo>
                <a:lnTo>
                  <a:pt x="64422" y="2344"/>
                </a:lnTo>
                <a:lnTo>
                  <a:pt x="64578" y="2251"/>
                </a:lnTo>
                <a:lnTo>
                  <a:pt x="64734" y="2126"/>
                </a:lnTo>
                <a:lnTo>
                  <a:pt x="64859" y="1969"/>
                </a:lnTo>
                <a:lnTo>
                  <a:pt x="64953" y="1813"/>
                </a:lnTo>
                <a:lnTo>
                  <a:pt x="65016" y="1626"/>
                </a:lnTo>
                <a:lnTo>
                  <a:pt x="65016" y="1407"/>
                </a:lnTo>
                <a:lnTo>
                  <a:pt x="65016" y="1000"/>
                </a:lnTo>
                <a:lnTo>
                  <a:pt x="65016" y="813"/>
                </a:lnTo>
                <a:lnTo>
                  <a:pt x="64953" y="625"/>
                </a:lnTo>
                <a:lnTo>
                  <a:pt x="64859" y="438"/>
                </a:lnTo>
                <a:lnTo>
                  <a:pt x="64734" y="313"/>
                </a:lnTo>
                <a:lnTo>
                  <a:pt x="64578" y="188"/>
                </a:lnTo>
                <a:lnTo>
                  <a:pt x="64422" y="94"/>
                </a:lnTo>
                <a:lnTo>
                  <a:pt x="64234" y="31"/>
                </a:lnTo>
                <a:lnTo>
                  <a:pt x="6401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
          <p:cNvSpPr/>
          <p:nvPr/>
        </p:nvSpPr>
        <p:spPr>
          <a:xfrm>
            <a:off x="2654696" y="3294802"/>
            <a:ext cx="2556943" cy="1123214"/>
          </a:xfrm>
          <a:custGeom>
            <a:rect b="b" l="l" r="r" t="t"/>
            <a:pathLst>
              <a:path extrusionOk="0" h="13442" w="30601">
                <a:moveTo>
                  <a:pt x="18848" y="1"/>
                </a:moveTo>
                <a:lnTo>
                  <a:pt x="18192" y="32"/>
                </a:lnTo>
                <a:lnTo>
                  <a:pt x="17535" y="95"/>
                </a:lnTo>
                <a:lnTo>
                  <a:pt x="16879" y="188"/>
                </a:lnTo>
                <a:lnTo>
                  <a:pt x="16848" y="188"/>
                </a:lnTo>
                <a:lnTo>
                  <a:pt x="15597" y="407"/>
                </a:lnTo>
                <a:lnTo>
                  <a:pt x="14410" y="657"/>
                </a:lnTo>
                <a:lnTo>
                  <a:pt x="13284" y="970"/>
                </a:lnTo>
                <a:lnTo>
                  <a:pt x="12253" y="1314"/>
                </a:lnTo>
                <a:lnTo>
                  <a:pt x="11284" y="1689"/>
                </a:lnTo>
                <a:lnTo>
                  <a:pt x="10377" y="2064"/>
                </a:lnTo>
                <a:lnTo>
                  <a:pt x="9533" y="2470"/>
                </a:lnTo>
                <a:lnTo>
                  <a:pt x="8783" y="2845"/>
                </a:lnTo>
                <a:lnTo>
                  <a:pt x="8127" y="3252"/>
                </a:lnTo>
                <a:lnTo>
                  <a:pt x="7533" y="3595"/>
                </a:lnTo>
                <a:lnTo>
                  <a:pt x="6595" y="4221"/>
                </a:lnTo>
                <a:lnTo>
                  <a:pt x="6033" y="4627"/>
                </a:lnTo>
                <a:lnTo>
                  <a:pt x="5845" y="4783"/>
                </a:lnTo>
                <a:lnTo>
                  <a:pt x="5345" y="4908"/>
                </a:lnTo>
                <a:lnTo>
                  <a:pt x="4876" y="5033"/>
                </a:lnTo>
                <a:lnTo>
                  <a:pt x="4439" y="5189"/>
                </a:lnTo>
                <a:lnTo>
                  <a:pt x="4032" y="5377"/>
                </a:lnTo>
                <a:lnTo>
                  <a:pt x="3657" y="5565"/>
                </a:lnTo>
                <a:lnTo>
                  <a:pt x="3282" y="5815"/>
                </a:lnTo>
                <a:lnTo>
                  <a:pt x="2969" y="6065"/>
                </a:lnTo>
                <a:lnTo>
                  <a:pt x="2657" y="6315"/>
                </a:lnTo>
                <a:lnTo>
                  <a:pt x="2344" y="6596"/>
                </a:lnTo>
                <a:lnTo>
                  <a:pt x="2094" y="6877"/>
                </a:lnTo>
                <a:lnTo>
                  <a:pt x="1844" y="7190"/>
                </a:lnTo>
                <a:lnTo>
                  <a:pt x="1625" y="7503"/>
                </a:lnTo>
                <a:lnTo>
                  <a:pt x="1219" y="8159"/>
                </a:lnTo>
                <a:lnTo>
                  <a:pt x="906" y="8784"/>
                </a:lnTo>
                <a:lnTo>
                  <a:pt x="625" y="9441"/>
                </a:lnTo>
                <a:lnTo>
                  <a:pt x="438" y="10034"/>
                </a:lnTo>
                <a:lnTo>
                  <a:pt x="281" y="10597"/>
                </a:lnTo>
                <a:lnTo>
                  <a:pt x="156" y="11097"/>
                </a:lnTo>
                <a:lnTo>
                  <a:pt x="31" y="11847"/>
                </a:lnTo>
                <a:lnTo>
                  <a:pt x="0" y="12129"/>
                </a:lnTo>
                <a:lnTo>
                  <a:pt x="31" y="12347"/>
                </a:lnTo>
                <a:lnTo>
                  <a:pt x="125" y="12566"/>
                </a:lnTo>
                <a:lnTo>
                  <a:pt x="219" y="12723"/>
                </a:lnTo>
                <a:lnTo>
                  <a:pt x="375" y="12879"/>
                </a:lnTo>
                <a:lnTo>
                  <a:pt x="563" y="13004"/>
                </a:lnTo>
                <a:lnTo>
                  <a:pt x="781" y="13129"/>
                </a:lnTo>
                <a:lnTo>
                  <a:pt x="1000" y="13191"/>
                </a:lnTo>
                <a:lnTo>
                  <a:pt x="1219" y="13285"/>
                </a:lnTo>
                <a:lnTo>
                  <a:pt x="1657" y="13379"/>
                </a:lnTo>
                <a:lnTo>
                  <a:pt x="2032" y="13410"/>
                </a:lnTo>
                <a:lnTo>
                  <a:pt x="2407" y="13441"/>
                </a:lnTo>
                <a:lnTo>
                  <a:pt x="2376" y="13160"/>
                </a:lnTo>
                <a:lnTo>
                  <a:pt x="2376" y="12879"/>
                </a:lnTo>
                <a:lnTo>
                  <a:pt x="2376" y="12504"/>
                </a:lnTo>
                <a:lnTo>
                  <a:pt x="2438" y="12129"/>
                </a:lnTo>
                <a:lnTo>
                  <a:pt x="2532" y="11754"/>
                </a:lnTo>
                <a:lnTo>
                  <a:pt x="2626" y="11410"/>
                </a:lnTo>
                <a:lnTo>
                  <a:pt x="2782" y="11066"/>
                </a:lnTo>
                <a:lnTo>
                  <a:pt x="2969" y="10722"/>
                </a:lnTo>
                <a:lnTo>
                  <a:pt x="3157" y="10441"/>
                </a:lnTo>
                <a:lnTo>
                  <a:pt x="3407" y="10128"/>
                </a:lnTo>
                <a:lnTo>
                  <a:pt x="3657" y="9878"/>
                </a:lnTo>
                <a:lnTo>
                  <a:pt x="3938" y="9628"/>
                </a:lnTo>
                <a:lnTo>
                  <a:pt x="4220" y="9441"/>
                </a:lnTo>
                <a:lnTo>
                  <a:pt x="4532" y="9253"/>
                </a:lnTo>
                <a:lnTo>
                  <a:pt x="4876" y="9097"/>
                </a:lnTo>
                <a:lnTo>
                  <a:pt x="5220" y="8972"/>
                </a:lnTo>
                <a:lnTo>
                  <a:pt x="5595" y="8878"/>
                </a:lnTo>
                <a:lnTo>
                  <a:pt x="5970" y="8815"/>
                </a:lnTo>
                <a:lnTo>
                  <a:pt x="6439" y="8784"/>
                </a:lnTo>
                <a:lnTo>
                  <a:pt x="6877" y="8815"/>
                </a:lnTo>
                <a:lnTo>
                  <a:pt x="7283" y="8878"/>
                </a:lnTo>
                <a:lnTo>
                  <a:pt x="7689" y="9003"/>
                </a:lnTo>
                <a:lnTo>
                  <a:pt x="8096" y="9159"/>
                </a:lnTo>
                <a:lnTo>
                  <a:pt x="8439" y="9347"/>
                </a:lnTo>
                <a:lnTo>
                  <a:pt x="8783" y="9566"/>
                </a:lnTo>
                <a:lnTo>
                  <a:pt x="9127" y="9847"/>
                </a:lnTo>
                <a:lnTo>
                  <a:pt x="9408" y="10128"/>
                </a:lnTo>
                <a:lnTo>
                  <a:pt x="9659" y="10441"/>
                </a:lnTo>
                <a:lnTo>
                  <a:pt x="9877" y="10785"/>
                </a:lnTo>
                <a:lnTo>
                  <a:pt x="10096" y="11160"/>
                </a:lnTo>
                <a:lnTo>
                  <a:pt x="10221" y="11535"/>
                </a:lnTo>
                <a:lnTo>
                  <a:pt x="10346" y="11972"/>
                </a:lnTo>
                <a:lnTo>
                  <a:pt x="10409" y="12379"/>
                </a:lnTo>
                <a:lnTo>
                  <a:pt x="10440" y="12816"/>
                </a:lnTo>
                <a:lnTo>
                  <a:pt x="10440" y="12910"/>
                </a:lnTo>
                <a:lnTo>
                  <a:pt x="10440" y="13004"/>
                </a:lnTo>
                <a:lnTo>
                  <a:pt x="10471" y="13129"/>
                </a:lnTo>
                <a:lnTo>
                  <a:pt x="10534" y="13191"/>
                </a:lnTo>
                <a:lnTo>
                  <a:pt x="10596" y="13285"/>
                </a:lnTo>
                <a:lnTo>
                  <a:pt x="10659" y="13348"/>
                </a:lnTo>
                <a:lnTo>
                  <a:pt x="10753" y="13379"/>
                </a:lnTo>
                <a:lnTo>
                  <a:pt x="10846" y="13410"/>
                </a:lnTo>
                <a:lnTo>
                  <a:pt x="10940" y="13441"/>
                </a:lnTo>
                <a:lnTo>
                  <a:pt x="19161" y="13441"/>
                </a:lnTo>
                <a:lnTo>
                  <a:pt x="19255" y="13410"/>
                </a:lnTo>
                <a:lnTo>
                  <a:pt x="19348" y="13379"/>
                </a:lnTo>
                <a:lnTo>
                  <a:pt x="19442" y="13348"/>
                </a:lnTo>
                <a:lnTo>
                  <a:pt x="19505" y="13285"/>
                </a:lnTo>
                <a:lnTo>
                  <a:pt x="19567" y="13191"/>
                </a:lnTo>
                <a:lnTo>
                  <a:pt x="19630" y="13098"/>
                </a:lnTo>
                <a:lnTo>
                  <a:pt x="19661" y="13004"/>
                </a:lnTo>
                <a:lnTo>
                  <a:pt x="19661" y="12910"/>
                </a:lnTo>
                <a:lnTo>
                  <a:pt x="19661" y="12879"/>
                </a:lnTo>
                <a:lnTo>
                  <a:pt x="19661" y="12504"/>
                </a:lnTo>
                <a:lnTo>
                  <a:pt x="19723" y="12129"/>
                </a:lnTo>
                <a:lnTo>
                  <a:pt x="19817" y="11754"/>
                </a:lnTo>
                <a:lnTo>
                  <a:pt x="19911" y="11410"/>
                </a:lnTo>
                <a:lnTo>
                  <a:pt x="20067" y="11066"/>
                </a:lnTo>
                <a:lnTo>
                  <a:pt x="20255" y="10722"/>
                </a:lnTo>
                <a:lnTo>
                  <a:pt x="20442" y="10441"/>
                </a:lnTo>
                <a:lnTo>
                  <a:pt x="20692" y="10128"/>
                </a:lnTo>
                <a:lnTo>
                  <a:pt x="20942" y="9878"/>
                </a:lnTo>
                <a:lnTo>
                  <a:pt x="21224" y="9628"/>
                </a:lnTo>
                <a:lnTo>
                  <a:pt x="21505" y="9441"/>
                </a:lnTo>
                <a:lnTo>
                  <a:pt x="21818" y="9253"/>
                </a:lnTo>
                <a:lnTo>
                  <a:pt x="22161" y="9097"/>
                </a:lnTo>
                <a:lnTo>
                  <a:pt x="22505" y="8972"/>
                </a:lnTo>
                <a:lnTo>
                  <a:pt x="22880" y="8878"/>
                </a:lnTo>
                <a:lnTo>
                  <a:pt x="23255" y="8815"/>
                </a:lnTo>
                <a:lnTo>
                  <a:pt x="23724" y="8784"/>
                </a:lnTo>
                <a:lnTo>
                  <a:pt x="24162" y="8815"/>
                </a:lnTo>
                <a:lnTo>
                  <a:pt x="24568" y="8878"/>
                </a:lnTo>
                <a:lnTo>
                  <a:pt x="24975" y="9003"/>
                </a:lnTo>
                <a:lnTo>
                  <a:pt x="25381" y="9159"/>
                </a:lnTo>
                <a:lnTo>
                  <a:pt x="25756" y="9347"/>
                </a:lnTo>
                <a:lnTo>
                  <a:pt x="26100" y="9566"/>
                </a:lnTo>
                <a:lnTo>
                  <a:pt x="26412" y="9847"/>
                </a:lnTo>
                <a:lnTo>
                  <a:pt x="26694" y="10128"/>
                </a:lnTo>
                <a:lnTo>
                  <a:pt x="26944" y="10441"/>
                </a:lnTo>
                <a:lnTo>
                  <a:pt x="27194" y="10785"/>
                </a:lnTo>
                <a:lnTo>
                  <a:pt x="27381" y="11160"/>
                </a:lnTo>
                <a:lnTo>
                  <a:pt x="27538" y="11535"/>
                </a:lnTo>
                <a:lnTo>
                  <a:pt x="27632" y="11972"/>
                </a:lnTo>
                <a:lnTo>
                  <a:pt x="27694" y="12379"/>
                </a:lnTo>
                <a:lnTo>
                  <a:pt x="27725" y="12816"/>
                </a:lnTo>
                <a:lnTo>
                  <a:pt x="27725" y="13129"/>
                </a:lnTo>
                <a:lnTo>
                  <a:pt x="27694" y="13441"/>
                </a:lnTo>
                <a:lnTo>
                  <a:pt x="28257" y="13441"/>
                </a:lnTo>
                <a:lnTo>
                  <a:pt x="28382" y="13316"/>
                </a:lnTo>
                <a:lnTo>
                  <a:pt x="28694" y="12973"/>
                </a:lnTo>
                <a:lnTo>
                  <a:pt x="29101" y="12410"/>
                </a:lnTo>
                <a:lnTo>
                  <a:pt x="29351" y="12066"/>
                </a:lnTo>
                <a:lnTo>
                  <a:pt x="29569" y="11660"/>
                </a:lnTo>
                <a:lnTo>
                  <a:pt x="29820" y="11222"/>
                </a:lnTo>
                <a:lnTo>
                  <a:pt x="30038" y="10753"/>
                </a:lnTo>
                <a:lnTo>
                  <a:pt x="30226" y="10222"/>
                </a:lnTo>
                <a:lnTo>
                  <a:pt x="30382" y="9659"/>
                </a:lnTo>
                <a:lnTo>
                  <a:pt x="30507" y="9065"/>
                </a:lnTo>
                <a:lnTo>
                  <a:pt x="30601" y="8409"/>
                </a:lnTo>
                <a:lnTo>
                  <a:pt x="30601" y="7753"/>
                </a:lnTo>
                <a:lnTo>
                  <a:pt x="30570" y="7065"/>
                </a:lnTo>
                <a:lnTo>
                  <a:pt x="30445" y="6346"/>
                </a:lnTo>
                <a:lnTo>
                  <a:pt x="30320" y="5721"/>
                </a:lnTo>
                <a:lnTo>
                  <a:pt x="30132" y="5127"/>
                </a:lnTo>
                <a:lnTo>
                  <a:pt x="29913" y="4564"/>
                </a:lnTo>
                <a:lnTo>
                  <a:pt x="29695" y="4064"/>
                </a:lnTo>
                <a:lnTo>
                  <a:pt x="29444" y="3627"/>
                </a:lnTo>
                <a:lnTo>
                  <a:pt x="29194" y="3220"/>
                </a:lnTo>
                <a:lnTo>
                  <a:pt x="28944" y="2845"/>
                </a:lnTo>
                <a:lnTo>
                  <a:pt x="28726" y="2533"/>
                </a:lnTo>
                <a:lnTo>
                  <a:pt x="28475" y="2251"/>
                </a:lnTo>
                <a:lnTo>
                  <a:pt x="28069" y="1845"/>
                </a:lnTo>
                <a:lnTo>
                  <a:pt x="27788" y="1595"/>
                </a:lnTo>
                <a:lnTo>
                  <a:pt x="27694" y="1501"/>
                </a:lnTo>
                <a:lnTo>
                  <a:pt x="27850" y="1001"/>
                </a:lnTo>
                <a:lnTo>
                  <a:pt x="27850" y="813"/>
                </a:lnTo>
                <a:lnTo>
                  <a:pt x="27850" y="626"/>
                </a:lnTo>
                <a:lnTo>
                  <a:pt x="27788" y="470"/>
                </a:lnTo>
                <a:lnTo>
                  <a:pt x="27694" y="313"/>
                </a:lnTo>
                <a:lnTo>
                  <a:pt x="27569" y="188"/>
                </a:lnTo>
                <a:lnTo>
                  <a:pt x="27444" y="95"/>
                </a:lnTo>
                <a:lnTo>
                  <a:pt x="27256" y="32"/>
                </a:lnTo>
                <a:lnTo>
                  <a:pt x="27069"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
          <p:cNvSpPr/>
          <p:nvPr/>
        </p:nvSpPr>
        <p:spPr>
          <a:xfrm>
            <a:off x="2654696" y="4303034"/>
            <a:ext cx="203797" cy="114979"/>
          </a:xfrm>
          <a:custGeom>
            <a:rect b="b" l="l" r="r" t="t"/>
            <a:pathLst>
              <a:path extrusionOk="0" h="1376" w="2439">
                <a:moveTo>
                  <a:pt x="31" y="0"/>
                </a:moveTo>
                <a:lnTo>
                  <a:pt x="0" y="63"/>
                </a:lnTo>
                <a:lnTo>
                  <a:pt x="31" y="281"/>
                </a:lnTo>
                <a:lnTo>
                  <a:pt x="125" y="500"/>
                </a:lnTo>
                <a:lnTo>
                  <a:pt x="219" y="657"/>
                </a:lnTo>
                <a:lnTo>
                  <a:pt x="375" y="813"/>
                </a:lnTo>
                <a:lnTo>
                  <a:pt x="563" y="938"/>
                </a:lnTo>
                <a:lnTo>
                  <a:pt x="781" y="1063"/>
                </a:lnTo>
                <a:lnTo>
                  <a:pt x="1000" y="1125"/>
                </a:lnTo>
                <a:lnTo>
                  <a:pt x="1219" y="1219"/>
                </a:lnTo>
                <a:lnTo>
                  <a:pt x="1657" y="1313"/>
                </a:lnTo>
                <a:lnTo>
                  <a:pt x="2032" y="1344"/>
                </a:lnTo>
                <a:lnTo>
                  <a:pt x="2407" y="1375"/>
                </a:lnTo>
                <a:lnTo>
                  <a:pt x="2376" y="1094"/>
                </a:lnTo>
                <a:lnTo>
                  <a:pt x="2376" y="813"/>
                </a:lnTo>
                <a:lnTo>
                  <a:pt x="2376" y="406"/>
                </a:lnTo>
                <a:lnTo>
                  <a:pt x="2438" y="0"/>
                </a:lnTo>
                <a:close/>
              </a:path>
            </a:pathLst>
          </a:custGeom>
          <a:solidFill>
            <a:srgbClr val="0091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
          <p:cNvSpPr/>
          <p:nvPr/>
        </p:nvSpPr>
        <p:spPr>
          <a:xfrm>
            <a:off x="4966107" y="4303034"/>
            <a:ext cx="141129" cy="114979"/>
          </a:xfrm>
          <a:custGeom>
            <a:rect b="b" l="l" r="r" t="t"/>
            <a:pathLst>
              <a:path extrusionOk="0" h="1376" w="1689">
                <a:moveTo>
                  <a:pt x="1" y="0"/>
                </a:moveTo>
                <a:lnTo>
                  <a:pt x="32" y="375"/>
                </a:lnTo>
                <a:lnTo>
                  <a:pt x="63" y="750"/>
                </a:lnTo>
                <a:lnTo>
                  <a:pt x="63" y="1063"/>
                </a:lnTo>
                <a:lnTo>
                  <a:pt x="32" y="1375"/>
                </a:lnTo>
                <a:lnTo>
                  <a:pt x="595" y="1375"/>
                </a:lnTo>
                <a:lnTo>
                  <a:pt x="938" y="1000"/>
                </a:lnTo>
                <a:lnTo>
                  <a:pt x="1282" y="594"/>
                </a:lnTo>
                <a:lnTo>
                  <a:pt x="1689" y="0"/>
                </a:lnTo>
                <a:close/>
              </a:path>
            </a:pathLst>
          </a:custGeom>
          <a:solidFill>
            <a:srgbClr val="0091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
          <p:cNvSpPr/>
          <p:nvPr/>
        </p:nvSpPr>
        <p:spPr>
          <a:xfrm>
            <a:off x="3521789" y="4303034"/>
            <a:ext cx="781012" cy="114979"/>
          </a:xfrm>
          <a:custGeom>
            <a:rect b="b" l="l" r="r" t="t"/>
            <a:pathLst>
              <a:path extrusionOk="0" h="1376" w="9347">
                <a:moveTo>
                  <a:pt x="0" y="0"/>
                </a:moveTo>
                <a:lnTo>
                  <a:pt x="32" y="375"/>
                </a:lnTo>
                <a:lnTo>
                  <a:pt x="63" y="750"/>
                </a:lnTo>
                <a:lnTo>
                  <a:pt x="63" y="844"/>
                </a:lnTo>
                <a:lnTo>
                  <a:pt x="63" y="969"/>
                </a:lnTo>
                <a:lnTo>
                  <a:pt x="94" y="1063"/>
                </a:lnTo>
                <a:lnTo>
                  <a:pt x="157" y="1125"/>
                </a:lnTo>
                <a:lnTo>
                  <a:pt x="219" y="1219"/>
                </a:lnTo>
                <a:lnTo>
                  <a:pt x="282" y="1282"/>
                </a:lnTo>
                <a:lnTo>
                  <a:pt x="376" y="1313"/>
                </a:lnTo>
                <a:lnTo>
                  <a:pt x="469" y="1344"/>
                </a:lnTo>
                <a:lnTo>
                  <a:pt x="563" y="1375"/>
                </a:lnTo>
                <a:lnTo>
                  <a:pt x="8784" y="1375"/>
                </a:lnTo>
                <a:lnTo>
                  <a:pt x="8878" y="1344"/>
                </a:lnTo>
                <a:lnTo>
                  <a:pt x="8971" y="1313"/>
                </a:lnTo>
                <a:lnTo>
                  <a:pt x="9065" y="1282"/>
                </a:lnTo>
                <a:lnTo>
                  <a:pt x="9128" y="1219"/>
                </a:lnTo>
                <a:lnTo>
                  <a:pt x="9190" y="1125"/>
                </a:lnTo>
                <a:lnTo>
                  <a:pt x="9253" y="1032"/>
                </a:lnTo>
                <a:lnTo>
                  <a:pt x="9284" y="938"/>
                </a:lnTo>
                <a:lnTo>
                  <a:pt x="9284" y="844"/>
                </a:lnTo>
                <a:lnTo>
                  <a:pt x="9284" y="813"/>
                </a:lnTo>
                <a:lnTo>
                  <a:pt x="9315" y="406"/>
                </a:lnTo>
                <a:lnTo>
                  <a:pt x="9346" y="0"/>
                </a:lnTo>
                <a:close/>
              </a:path>
            </a:pathLst>
          </a:custGeom>
          <a:solidFill>
            <a:srgbClr val="0091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3"/>
          <p:cNvSpPr/>
          <p:nvPr/>
        </p:nvSpPr>
        <p:spPr>
          <a:xfrm>
            <a:off x="2853149" y="4028791"/>
            <a:ext cx="673891" cy="334407"/>
          </a:xfrm>
          <a:custGeom>
            <a:rect b="b" l="l" r="r" t="t"/>
            <a:pathLst>
              <a:path extrusionOk="0" h="4002" w="8065">
                <a:moveTo>
                  <a:pt x="4033" y="0"/>
                </a:moveTo>
                <a:lnTo>
                  <a:pt x="3626" y="31"/>
                </a:lnTo>
                <a:lnTo>
                  <a:pt x="3220" y="94"/>
                </a:lnTo>
                <a:lnTo>
                  <a:pt x="2845" y="188"/>
                </a:lnTo>
                <a:lnTo>
                  <a:pt x="2470" y="313"/>
                </a:lnTo>
                <a:lnTo>
                  <a:pt x="2126" y="500"/>
                </a:lnTo>
                <a:lnTo>
                  <a:pt x="1782" y="688"/>
                </a:lnTo>
                <a:lnTo>
                  <a:pt x="1470" y="907"/>
                </a:lnTo>
                <a:lnTo>
                  <a:pt x="1188" y="1188"/>
                </a:lnTo>
                <a:lnTo>
                  <a:pt x="938" y="1469"/>
                </a:lnTo>
                <a:lnTo>
                  <a:pt x="688" y="1782"/>
                </a:lnTo>
                <a:lnTo>
                  <a:pt x="501" y="2094"/>
                </a:lnTo>
                <a:lnTo>
                  <a:pt x="313" y="2438"/>
                </a:lnTo>
                <a:lnTo>
                  <a:pt x="188" y="2813"/>
                </a:lnTo>
                <a:lnTo>
                  <a:pt x="94" y="3220"/>
                </a:lnTo>
                <a:lnTo>
                  <a:pt x="32" y="3595"/>
                </a:lnTo>
                <a:lnTo>
                  <a:pt x="1" y="4001"/>
                </a:lnTo>
                <a:lnTo>
                  <a:pt x="8065" y="4001"/>
                </a:lnTo>
                <a:lnTo>
                  <a:pt x="8034" y="3595"/>
                </a:lnTo>
                <a:lnTo>
                  <a:pt x="7971" y="3220"/>
                </a:lnTo>
                <a:lnTo>
                  <a:pt x="7877" y="2813"/>
                </a:lnTo>
                <a:lnTo>
                  <a:pt x="7752" y="2438"/>
                </a:lnTo>
                <a:lnTo>
                  <a:pt x="7565" y="2094"/>
                </a:lnTo>
                <a:lnTo>
                  <a:pt x="7377" y="1782"/>
                </a:lnTo>
                <a:lnTo>
                  <a:pt x="7127" y="1469"/>
                </a:lnTo>
                <a:lnTo>
                  <a:pt x="6877" y="1188"/>
                </a:lnTo>
                <a:lnTo>
                  <a:pt x="6596" y="907"/>
                </a:lnTo>
                <a:lnTo>
                  <a:pt x="6283" y="688"/>
                </a:lnTo>
                <a:lnTo>
                  <a:pt x="5939" y="500"/>
                </a:lnTo>
                <a:lnTo>
                  <a:pt x="5596" y="313"/>
                </a:lnTo>
                <a:lnTo>
                  <a:pt x="5221" y="188"/>
                </a:lnTo>
                <a:lnTo>
                  <a:pt x="4845" y="94"/>
                </a:lnTo>
                <a:lnTo>
                  <a:pt x="4439" y="31"/>
                </a:lnTo>
                <a:lnTo>
                  <a:pt x="4033" y="0"/>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
          <p:cNvSpPr/>
          <p:nvPr/>
        </p:nvSpPr>
        <p:spPr>
          <a:xfrm>
            <a:off x="4297467" y="4028791"/>
            <a:ext cx="673975" cy="334407"/>
          </a:xfrm>
          <a:custGeom>
            <a:rect b="b" l="l" r="r" t="t"/>
            <a:pathLst>
              <a:path extrusionOk="0" h="4002" w="8066">
                <a:moveTo>
                  <a:pt x="4033" y="0"/>
                </a:moveTo>
                <a:lnTo>
                  <a:pt x="3627" y="31"/>
                </a:lnTo>
                <a:lnTo>
                  <a:pt x="3220" y="94"/>
                </a:lnTo>
                <a:lnTo>
                  <a:pt x="2845" y="188"/>
                </a:lnTo>
                <a:lnTo>
                  <a:pt x="2470" y="313"/>
                </a:lnTo>
                <a:lnTo>
                  <a:pt x="2126" y="500"/>
                </a:lnTo>
                <a:lnTo>
                  <a:pt x="1783" y="688"/>
                </a:lnTo>
                <a:lnTo>
                  <a:pt x="1470" y="907"/>
                </a:lnTo>
                <a:lnTo>
                  <a:pt x="1189" y="1188"/>
                </a:lnTo>
                <a:lnTo>
                  <a:pt x="939" y="1469"/>
                </a:lnTo>
                <a:lnTo>
                  <a:pt x="689" y="1782"/>
                </a:lnTo>
                <a:lnTo>
                  <a:pt x="501" y="2094"/>
                </a:lnTo>
                <a:lnTo>
                  <a:pt x="313" y="2438"/>
                </a:lnTo>
                <a:lnTo>
                  <a:pt x="188" y="2813"/>
                </a:lnTo>
                <a:lnTo>
                  <a:pt x="95" y="3220"/>
                </a:lnTo>
                <a:lnTo>
                  <a:pt x="32" y="3595"/>
                </a:lnTo>
                <a:lnTo>
                  <a:pt x="1" y="4001"/>
                </a:lnTo>
                <a:lnTo>
                  <a:pt x="8065" y="4001"/>
                </a:lnTo>
                <a:lnTo>
                  <a:pt x="8034" y="3595"/>
                </a:lnTo>
                <a:lnTo>
                  <a:pt x="7972" y="3220"/>
                </a:lnTo>
                <a:lnTo>
                  <a:pt x="7878" y="2813"/>
                </a:lnTo>
                <a:lnTo>
                  <a:pt x="7753" y="2438"/>
                </a:lnTo>
                <a:lnTo>
                  <a:pt x="7565" y="2094"/>
                </a:lnTo>
                <a:lnTo>
                  <a:pt x="7378" y="1782"/>
                </a:lnTo>
                <a:lnTo>
                  <a:pt x="7128" y="1469"/>
                </a:lnTo>
                <a:lnTo>
                  <a:pt x="6878" y="1188"/>
                </a:lnTo>
                <a:lnTo>
                  <a:pt x="6596" y="907"/>
                </a:lnTo>
                <a:lnTo>
                  <a:pt x="6284" y="688"/>
                </a:lnTo>
                <a:lnTo>
                  <a:pt x="5940" y="500"/>
                </a:lnTo>
                <a:lnTo>
                  <a:pt x="5596" y="313"/>
                </a:lnTo>
                <a:lnTo>
                  <a:pt x="5221" y="188"/>
                </a:lnTo>
                <a:lnTo>
                  <a:pt x="4846" y="94"/>
                </a:lnTo>
                <a:lnTo>
                  <a:pt x="4439" y="31"/>
                </a:lnTo>
                <a:lnTo>
                  <a:pt x="4033" y="0"/>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
          <p:cNvSpPr/>
          <p:nvPr/>
        </p:nvSpPr>
        <p:spPr>
          <a:xfrm>
            <a:off x="2892338" y="4067897"/>
            <a:ext cx="595598" cy="595616"/>
          </a:xfrm>
          <a:custGeom>
            <a:rect b="b" l="l" r="r" t="t"/>
            <a:pathLst>
              <a:path extrusionOk="0" h="7128" w="7128">
                <a:moveTo>
                  <a:pt x="3564" y="1"/>
                </a:moveTo>
                <a:lnTo>
                  <a:pt x="3189" y="32"/>
                </a:lnTo>
                <a:lnTo>
                  <a:pt x="2845" y="95"/>
                </a:lnTo>
                <a:lnTo>
                  <a:pt x="2501" y="157"/>
                </a:lnTo>
                <a:lnTo>
                  <a:pt x="2188" y="282"/>
                </a:lnTo>
                <a:lnTo>
                  <a:pt x="1876" y="439"/>
                </a:lnTo>
                <a:lnTo>
                  <a:pt x="1563" y="626"/>
                </a:lnTo>
                <a:lnTo>
                  <a:pt x="1313" y="814"/>
                </a:lnTo>
                <a:lnTo>
                  <a:pt x="1063" y="1064"/>
                </a:lnTo>
                <a:lnTo>
                  <a:pt x="813" y="1314"/>
                </a:lnTo>
                <a:lnTo>
                  <a:pt x="626" y="1595"/>
                </a:lnTo>
                <a:lnTo>
                  <a:pt x="438" y="1876"/>
                </a:lnTo>
                <a:lnTo>
                  <a:pt x="282" y="2189"/>
                </a:lnTo>
                <a:lnTo>
                  <a:pt x="157" y="2502"/>
                </a:lnTo>
                <a:lnTo>
                  <a:pt x="94" y="2845"/>
                </a:lnTo>
                <a:lnTo>
                  <a:pt x="32" y="3189"/>
                </a:lnTo>
                <a:lnTo>
                  <a:pt x="0" y="3564"/>
                </a:lnTo>
                <a:lnTo>
                  <a:pt x="32" y="3939"/>
                </a:lnTo>
                <a:lnTo>
                  <a:pt x="94" y="4283"/>
                </a:lnTo>
                <a:lnTo>
                  <a:pt x="157" y="4627"/>
                </a:lnTo>
                <a:lnTo>
                  <a:pt x="282" y="4940"/>
                </a:lnTo>
                <a:lnTo>
                  <a:pt x="438" y="5252"/>
                </a:lnTo>
                <a:lnTo>
                  <a:pt x="626" y="5565"/>
                </a:lnTo>
                <a:lnTo>
                  <a:pt x="813" y="5815"/>
                </a:lnTo>
                <a:lnTo>
                  <a:pt x="1063" y="6065"/>
                </a:lnTo>
                <a:lnTo>
                  <a:pt x="1313" y="6315"/>
                </a:lnTo>
                <a:lnTo>
                  <a:pt x="1563" y="6503"/>
                </a:lnTo>
                <a:lnTo>
                  <a:pt x="1876" y="6690"/>
                </a:lnTo>
                <a:lnTo>
                  <a:pt x="2188" y="6846"/>
                </a:lnTo>
                <a:lnTo>
                  <a:pt x="2501" y="6971"/>
                </a:lnTo>
                <a:lnTo>
                  <a:pt x="2845" y="7065"/>
                </a:lnTo>
                <a:lnTo>
                  <a:pt x="3189" y="7096"/>
                </a:lnTo>
                <a:lnTo>
                  <a:pt x="3564" y="7128"/>
                </a:lnTo>
                <a:lnTo>
                  <a:pt x="3939" y="7096"/>
                </a:lnTo>
                <a:lnTo>
                  <a:pt x="4283" y="7065"/>
                </a:lnTo>
                <a:lnTo>
                  <a:pt x="4627" y="6971"/>
                </a:lnTo>
                <a:lnTo>
                  <a:pt x="4939" y="6846"/>
                </a:lnTo>
                <a:lnTo>
                  <a:pt x="5252" y="6690"/>
                </a:lnTo>
                <a:lnTo>
                  <a:pt x="5564" y="6503"/>
                </a:lnTo>
                <a:lnTo>
                  <a:pt x="5814" y="6315"/>
                </a:lnTo>
                <a:lnTo>
                  <a:pt x="6064" y="6065"/>
                </a:lnTo>
                <a:lnTo>
                  <a:pt x="6314" y="5815"/>
                </a:lnTo>
                <a:lnTo>
                  <a:pt x="6502" y="5565"/>
                </a:lnTo>
                <a:lnTo>
                  <a:pt x="6689" y="5252"/>
                </a:lnTo>
                <a:lnTo>
                  <a:pt x="6846" y="4940"/>
                </a:lnTo>
                <a:lnTo>
                  <a:pt x="6971" y="4627"/>
                </a:lnTo>
                <a:lnTo>
                  <a:pt x="7033" y="4283"/>
                </a:lnTo>
                <a:lnTo>
                  <a:pt x="7096" y="3939"/>
                </a:lnTo>
                <a:lnTo>
                  <a:pt x="7127" y="3564"/>
                </a:lnTo>
                <a:lnTo>
                  <a:pt x="7096" y="3189"/>
                </a:lnTo>
                <a:lnTo>
                  <a:pt x="7033" y="2845"/>
                </a:lnTo>
                <a:lnTo>
                  <a:pt x="6971" y="2502"/>
                </a:lnTo>
                <a:lnTo>
                  <a:pt x="6846" y="2189"/>
                </a:lnTo>
                <a:lnTo>
                  <a:pt x="6689" y="1876"/>
                </a:lnTo>
                <a:lnTo>
                  <a:pt x="6502" y="1595"/>
                </a:lnTo>
                <a:lnTo>
                  <a:pt x="6314" y="1314"/>
                </a:lnTo>
                <a:lnTo>
                  <a:pt x="6064" y="1064"/>
                </a:lnTo>
                <a:lnTo>
                  <a:pt x="5814" y="814"/>
                </a:lnTo>
                <a:lnTo>
                  <a:pt x="5564" y="626"/>
                </a:lnTo>
                <a:lnTo>
                  <a:pt x="5252" y="439"/>
                </a:lnTo>
                <a:lnTo>
                  <a:pt x="4939" y="282"/>
                </a:lnTo>
                <a:lnTo>
                  <a:pt x="4627" y="157"/>
                </a:lnTo>
                <a:lnTo>
                  <a:pt x="4283" y="95"/>
                </a:lnTo>
                <a:lnTo>
                  <a:pt x="3939" y="32"/>
                </a:lnTo>
                <a:lnTo>
                  <a:pt x="3564"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
          <p:cNvSpPr/>
          <p:nvPr/>
        </p:nvSpPr>
        <p:spPr>
          <a:xfrm>
            <a:off x="2949827" y="4125386"/>
            <a:ext cx="480623" cy="480637"/>
          </a:xfrm>
          <a:custGeom>
            <a:rect b="b" l="l" r="r" t="t"/>
            <a:pathLst>
              <a:path extrusionOk="0" h="5752" w="5752">
                <a:moveTo>
                  <a:pt x="2876" y="1"/>
                </a:moveTo>
                <a:lnTo>
                  <a:pt x="2594" y="32"/>
                </a:lnTo>
                <a:lnTo>
                  <a:pt x="2282" y="63"/>
                </a:lnTo>
                <a:lnTo>
                  <a:pt x="2032" y="126"/>
                </a:lnTo>
                <a:lnTo>
                  <a:pt x="1750" y="219"/>
                </a:lnTo>
                <a:lnTo>
                  <a:pt x="1500" y="344"/>
                </a:lnTo>
                <a:lnTo>
                  <a:pt x="1282" y="501"/>
                </a:lnTo>
                <a:lnTo>
                  <a:pt x="1032" y="657"/>
                </a:lnTo>
                <a:lnTo>
                  <a:pt x="844" y="845"/>
                </a:lnTo>
                <a:lnTo>
                  <a:pt x="656" y="1063"/>
                </a:lnTo>
                <a:lnTo>
                  <a:pt x="500" y="1282"/>
                </a:lnTo>
                <a:lnTo>
                  <a:pt x="344" y="1501"/>
                </a:lnTo>
                <a:lnTo>
                  <a:pt x="219" y="1751"/>
                </a:lnTo>
                <a:lnTo>
                  <a:pt x="125" y="2032"/>
                </a:lnTo>
                <a:lnTo>
                  <a:pt x="63" y="2314"/>
                </a:lnTo>
                <a:lnTo>
                  <a:pt x="0" y="2595"/>
                </a:lnTo>
                <a:lnTo>
                  <a:pt x="0" y="2876"/>
                </a:lnTo>
                <a:lnTo>
                  <a:pt x="0" y="3158"/>
                </a:lnTo>
                <a:lnTo>
                  <a:pt x="63" y="3470"/>
                </a:lnTo>
                <a:lnTo>
                  <a:pt x="125" y="3720"/>
                </a:lnTo>
                <a:lnTo>
                  <a:pt x="219" y="4002"/>
                </a:lnTo>
                <a:lnTo>
                  <a:pt x="344" y="4252"/>
                </a:lnTo>
                <a:lnTo>
                  <a:pt x="500" y="4502"/>
                </a:lnTo>
                <a:lnTo>
                  <a:pt x="656" y="4721"/>
                </a:lnTo>
                <a:lnTo>
                  <a:pt x="844" y="4908"/>
                </a:lnTo>
                <a:lnTo>
                  <a:pt x="1032" y="5096"/>
                </a:lnTo>
                <a:lnTo>
                  <a:pt x="1282" y="5252"/>
                </a:lnTo>
                <a:lnTo>
                  <a:pt x="1500" y="5408"/>
                </a:lnTo>
                <a:lnTo>
                  <a:pt x="1750" y="5533"/>
                </a:lnTo>
                <a:lnTo>
                  <a:pt x="2032" y="5627"/>
                </a:lnTo>
                <a:lnTo>
                  <a:pt x="2282" y="5689"/>
                </a:lnTo>
                <a:lnTo>
                  <a:pt x="2594" y="5752"/>
                </a:lnTo>
                <a:lnTo>
                  <a:pt x="3157" y="5752"/>
                </a:lnTo>
                <a:lnTo>
                  <a:pt x="3470" y="5689"/>
                </a:lnTo>
                <a:lnTo>
                  <a:pt x="3720" y="5627"/>
                </a:lnTo>
                <a:lnTo>
                  <a:pt x="4001" y="5533"/>
                </a:lnTo>
                <a:lnTo>
                  <a:pt x="4251" y="5408"/>
                </a:lnTo>
                <a:lnTo>
                  <a:pt x="4470" y="5252"/>
                </a:lnTo>
                <a:lnTo>
                  <a:pt x="4720" y="5096"/>
                </a:lnTo>
                <a:lnTo>
                  <a:pt x="4907" y="4908"/>
                </a:lnTo>
                <a:lnTo>
                  <a:pt x="5095" y="4721"/>
                </a:lnTo>
                <a:lnTo>
                  <a:pt x="5251" y="4502"/>
                </a:lnTo>
                <a:lnTo>
                  <a:pt x="5408" y="4252"/>
                </a:lnTo>
                <a:lnTo>
                  <a:pt x="5533" y="4002"/>
                </a:lnTo>
                <a:lnTo>
                  <a:pt x="5626" y="3720"/>
                </a:lnTo>
                <a:lnTo>
                  <a:pt x="5689" y="3470"/>
                </a:lnTo>
                <a:lnTo>
                  <a:pt x="5751" y="3158"/>
                </a:lnTo>
                <a:lnTo>
                  <a:pt x="5751" y="2876"/>
                </a:lnTo>
                <a:lnTo>
                  <a:pt x="5751" y="2595"/>
                </a:lnTo>
                <a:lnTo>
                  <a:pt x="5689" y="2314"/>
                </a:lnTo>
                <a:lnTo>
                  <a:pt x="5626" y="2032"/>
                </a:lnTo>
                <a:lnTo>
                  <a:pt x="5533" y="1751"/>
                </a:lnTo>
                <a:lnTo>
                  <a:pt x="5408" y="1501"/>
                </a:lnTo>
                <a:lnTo>
                  <a:pt x="5251" y="1282"/>
                </a:lnTo>
                <a:lnTo>
                  <a:pt x="5095" y="1063"/>
                </a:lnTo>
                <a:lnTo>
                  <a:pt x="4907" y="845"/>
                </a:lnTo>
                <a:lnTo>
                  <a:pt x="4720" y="657"/>
                </a:lnTo>
                <a:lnTo>
                  <a:pt x="4470" y="501"/>
                </a:lnTo>
                <a:lnTo>
                  <a:pt x="4251" y="344"/>
                </a:lnTo>
                <a:lnTo>
                  <a:pt x="4001" y="219"/>
                </a:lnTo>
                <a:lnTo>
                  <a:pt x="3720" y="126"/>
                </a:lnTo>
                <a:lnTo>
                  <a:pt x="3470" y="63"/>
                </a:lnTo>
                <a:lnTo>
                  <a:pt x="3157" y="32"/>
                </a:lnTo>
                <a:lnTo>
                  <a:pt x="2876"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
          <p:cNvSpPr/>
          <p:nvPr/>
        </p:nvSpPr>
        <p:spPr>
          <a:xfrm>
            <a:off x="2988933" y="4164575"/>
            <a:ext cx="402329" cy="402341"/>
          </a:xfrm>
          <a:custGeom>
            <a:rect b="b" l="l" r="r" t="t"/>
            <a:pathLst>
              <a:path extrusionOk="0" h="4815" w="4815">
                <a:moveTo>
                  <a:pt x="2158" y="0"/>
                </a:moveTo>
                <a:lnTo>
                  <a:pt x="1908" y="32"/>
                </a:lnTo>
                <a:lnTo>
                  <a:pt x="1689" y="94"/>
                </a:lnTo>
                <a:lnTo>
                  <a:pt x="1470" y="188"/>
                </a:lnTo>
                <a:lnTo>
                  <a:pt x="1251" y="282"/>
                </a:lnTo>
                <a:lnTo>
                  <a:pt x="1064" y="407"/>
                </a:lnTo>
                <a:lnTo>
                  <a:pt x="876" y="532"/>
                </a:lnTo>
                <a:lnTo>
                  <a:pt x="689" y="688"/>
                </a:lnTo>
                <a:lnTo>
                  <a:pt x="532" y="876"/>
                </a:lnTo>
                <a:lnTo>
                  <a:pt x="407" y="1063"/>
                </a:lnTo>
                <a:lnTo>
                  <a:pt x="282" y="1251"/>
                </a:lnTo>
                <a:lnTo>
                  <a:pt x="188" y="1470"/>
                </a:lnTo>
                <a:lnTo>
                  <a:pt x="95" y="1688"/>
                </a:lnTo>
                <a:lnTo>
                  <a:pt x="32" y="1938"/>
                </a:lnTo>
                <a:lnTo>
                  <a:pt x="1" y="2157"/>
                </a:lnTo>
                <a:lnTo>
                  <a:pt x="1" y="2407"/>
                </a:lnTo>
                <a:lnTo>
                  <a:pt x="1" y="2657"/>
                </a:lnTo>
                <a:lnTo>
                  <a:pt x="32" y="2907"/>
                </a:lnTo>
                <a:lnTo>
                  <a:pt x="95" y="3126"/>
                </a:lnTo>
                <a:lnTo>
                  <a:pt x="188" y="3345"/>
                </a:lnTo>
                <a:lnTo>
                  <a:pt x="282" y="3564"/>
                </a:lnTo>
                <a:lnTo>
                  <a:pt x="407" y="3751"/>
                </a:lnTo>
                <a:lnTo>
                  <a:pt x="532" y="3939"/>
                </a:lnTo>
                <a:lnTo>
                  <a:pt x="689" y="4126"/>
                </a:lnTo>
                <a:lnTo>
                  <a:pt x="876" y="4283"/>
                </a:lnTo>
                <a:lnTo>
                  <a:pt x="1064" y="4408"/>
                </a:lnTo>
                <a:lnTo>
                  <a:pt x="1251" y="4533"/>
                </a:lnTo>
                <a:lnTo>
                  <a:pt x="1470" y="4627"/>
                </a:lnTo>
                <a:lnTo>
                  <a:pt x="1689" y="4720"/>
                </a:lnTo>
                <a:lnTo>
                  <a:pt x="1908" y="4783"/>
                </a:lnTo>
                <a:lnTo>
                  <a:pt x="2158" y="4814"/>
                </a:lnTo>
                <a:lnTo>
                  <a:pt x="2658" y="4814"/>
                </a:lnTo>
                <a:lnTo>
                  <a:pt x="2908" y="4783"/>
                </a:lnTo>
                <a:lnTo>
                  <a:pt x="3127" y="4720"/>
                </a:lnTo>
                <a:lnTo>
                  <a:pt x="3345" y="4627"/>
                </a:lnTo>
                <a:lnTo>
                  <a:pt x="3564" y="4533"/>
                </a:lnTo>
                <a:lnTo>
                  <a:pt x="3752" y="4408"/>
                </a:lnTo>
                <a:lnTo>
                  <a:pt x="3939" y="4283"/>
                </a:lnTo>
                <a:lnTo>
                  <a:pt x="4127" y="4126"/>
                </a:lnTo>
                <a:lnTo>
                  <a:pt x="4283" y="3939"/>
                </a:lnTo>
                <a:lnTo>
                  <a:pt x="4408" y="3751"/>
                </a:lnTo>
                <a:lnTo>
                  <a:pt x="4533" y="3564"/>
                </a:lnTo>
                <a:lnTo>
                  <a:pt x="4627" y="3345"/>
                </a:lnTo>
                <a:lnTo>
                  <a:pt x="4721" y="3126"/>
                </a:lnTo>
                <a:lnTo>
                  <a:pt x="4783" y="2907"/>
                </a:lnTo>
                <a:lnTo>
                  <a:pt x="4815" y="2657"/>
                </a:lnTo>
                <a:lnTo>
                  <a:pt x="4815" y="2407"/>
                </a:lnTo>
                <a:lnTo>
                  <a:pt x="4815" y="2157"/>
                </a:lnTo>
                <a:lnTo>
                  <a:pt x="4783" y="1938"/>
                </a:lnTo>
                <a:lnTo>
                  <a:pt x="4721" y="1688"/>
                </a:lnTo>
                <a:lnTo>
                  <a:pt x="4627" y="1470"/>
                </a:lnTo>
                <a:lnTo>
                  <a:pt x="4533" y="1251"/>
                </a:lnTo>
                <a:lnTo>
                  <a:pt x="4408" y="1063"/>
                </a:lnTo>
                <a:lnTo>
                  <a:pt x="4283" y="876"/>
                </a:lnTo>
                <a:lnTo>
                  <a:pt x="4127" y="688"/>
                </a:lnTo>
                <a:lnTo>
                  <a:pt x="3939" y="532"/>
                </a:lnTo>
                <a:lnTo>
                  <a:pt x="3752" y="407"/>
                </a:lnTo>
                <a:lnTo>
                  <a:pt x="3564" y="282"/>
                </a:lnTo>
                <a:lnTo>
                  <a:pt x="3345" y="188"/>
                </a:lnTo>
                <a:lnTo>
                  <a:pt x="3127" y="94"/>
                </a:lnTo>
                <a:lnTo>
                  <a:pt x="2908" y="32"/>
                </a:lnTo>
                <a:lnTo>
                  <a:pt x="2658" y="0"/>
                </a:lnTo>
                <a:close/>
              </a:path>
            </a:pathLst>
          </a:custGeom>
          <a:solidFill>
            <a:srgbClr val="EFEE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3"/>
          <p:cNvSpPr/>
          <p:nvPr/>
        </p:nvSpPr>
        <p:spPr>
          <a:xfrm>
            <a:off x="3062130" y="4195910"/>
            <a:ext cx="130684" cy="138542"/>
          </a:xfrm>
          <a:custGeom>
            <a:rect b="b" l="l" r="r" t="t"/>
            <a:pathLst>
              <a:path extrusionOk="0" h="1658" w="1564">
                <a:moveTo>
                  <a:pt x="625" y="1"/>
                </a:moveTo>
                <a:lnTo>
                  <a:pt x="469" y="32"/>
                </a:lnTo>
                <a:lnTo>
                  <a:pt x="344" y="94"/>
                </a:lnTo>
                <a:lnTo>
                  <a:pt x="188" y="188"/>
                </a:lnTo>
                <a:lnTo>
                  <a:pt x="63" y="344"/>
                </a:lnTo>
                <a:lnTo>
                  <a:pt x="0" y="501"/>
                </a:lnTo>
                <a:lnTo>
                  <a:pt x="0" y="688"/>
                </a:lnTo>
                <a:lnTo>
                  <a:pt x="0" y="845"/>
                </a:lnTo>
                <a:lnTo>
                  <a:pt x="63" y="1001"/>
                </a:lnTo>
                <a:lnTo>
                  <a:pt x="188" y="1157"/>
                </a:lnTo>
                <a:lnTo>
                  <a:pt x="344" y="1282"/>
                </a:lnTo>
                <a:lnTo>
                  <a:pt x="907" y="1595"/>
                </a:lnTo>
                <a:lnTo>
                  <a:pt x="1000" y="1626"/>
                </a:lnTo>
                <a:lnTo>
                  <a:pt x="1094" y="1657"/>
                </a:lnTo>
                <a:lnTo>
                  <a:pt x="1219" y="1657"/>
                </a:lnTo>
                <a:lnTo>
                  <a:pt x="1313" y="1626"/>
                </a:lnTo>
                <a:lnTo>
                  <a:pt x="1375" y="1595"/>
                </a:lnTo>
                <a:lnTo>
                  <a:pt x="1438" y="1563"/>
                </a:lnTo>
                <a:lnTo>
                  <a:pt x="1501" y="1501"/>
                </a:lnTo>
                <a:lnTo>
                  <a:pt x="1532" y="1438"/>
                </a:lnTo>
                <a:lnTo>
                  <a:pt x="1563" y="1345"/>
                </a:lnTo>
                <a:lnTo>
                  <a:pt x="1563" y="1282"/>
                </a:lnTo>
                <a:lnTo>
                  <a:pt x="1563" y="1188"/>
                </a:lnTo>
                <a:lnTo>
                  <a:pt x="1313" y="469"/>
                </a:lnTo>
                <a:lnTo>
                  <a:pt x="1250" y="313"/>
                </a:lnTo>
                <a:lnTo>
                  <a:pt x="1157" y="219"/>
                </a:lnTo>
                <a:lnTo>
                  <a:pt x="1032" y="126"/>
                </a:lnTo>
                <a:lnTo>
                  <a:pt x="907" y="32"/>
                </a:lnTo>
                <a:lnTo>
                  <a:pt x="782"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
          <p:cNvSpPr/>
          <p:nvPr/>
        </p:nvSpPr>
        <p:spPr>
          <a:xfrm>
            <a:off x="3002051" y="4342140"/>
            <a:ext cx="148899" cy="112472"/>
          </a:xfrm>
          <a:custGeom>
            <a:rect b="b" l="l" r="r" t="t"/>
            <a:pathLst>
              <a:path extrusionOk="0" h="1346" w="1782">
                <a:moveTo>
                  <a:pt x="532" y="1"/>
                </a:moveTo>
                <a:lnTo>
                  <a:pt x="375" y="64"/>
                </a:lnTo>
                <a:lnTo>
                  <a:pt x="250" y="126"/>
                </a:lnTo>
                <a:lnTo>
                  <a:pt x="157" y="251"/>
                </a:lnTo>
                <a:lnTo>
                  <a:pt x="63" y="345"/>
                </a:lnTo>
                <a:lnTo>
                  <a:pt x="31" y="501"/>
                </a:lnTo>
                <a:lnTo>
                  <a:pt x="0" y="657"/>
                </a:lnTo>
                <a:lnTo>
                  <a:pt x="0" y="782"/>
                </a:lnTo>
                <a:lnTo>
                  <a:pt x="63" y="970"/>
                </a:lnTo>
                <a:lnTo>
                  <a:pt x="188" y="1126"/>
                </a:lnTo>
                <a:lnTo>
                  <a:pt x="313" y="1251"/>
                </a:lnTo>
                <a:lnTo>
                  <a:pt x="469" y="1314"/>
                </a:lnTo>
                <a:lnTo>
                  <a:pt x="625" y="1345"/>
                </a:lnTo>
                <a:lnTo>
                  <a:pt x="813" y="1345"/>
                </a:lnTo>
                <a:lnTo>
                  <a:pt x="969" y="1283"/>
                </a:lnTo>
                <a:lnTo>
                  <a:pt x="1125" y="1158"/>
                </a:lnTo>
                <a:lnTo>
                  <a:pt x="1626" y="720"/>
                </a:lnTo>
                <a:lnTo>
                  <a:pt x="1688" y="657"/>
                </a:lnTo>
                <a:lnTo>
                  <a:pt x="1719" y="564"/>
                </a:lnTo>
                <a:lnTo>
                  <a:pt x="1751" y="439"/>
                </a:lnTo>
                <a:lnTo>
                  <a:pt x="1782" y="376"/>
                </a:lnTo>
                <a:lnTo>
                  <a:pt x="1782" y="282"/>
                </a:lnTo>
                <a:lnTo>
                  <a:pt x="1751" y="189"/>
                </a:lnTo>
                <a:lnTo>
                  <a:pt x="1719" y="126"/>
                </a:lnTo>
                <a:lnTo>
                  <a:pt x="1657" y="64"/>
                </a:lnTo>
                <a:lnTo>
                  <a:pt x="1594" y="32"/>
                </a:lnTo>
                <a:lnTo>
                  <a:pt x="1501"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3"/>
          <p:cNvSpPr/>
          <p:nvPr/>
        </p:nvSpPr>
        <p:spPr>
          <a:xfrm>
            <a:off x="3122209" y="4402220"/>
            <a:ext cx="112385" cy="154252"/>
          </a:xfrm>
          <a:custGeom>
            <a:rect b="b" l="l" r="r" t="t"/>
            <a:pathLst>
              <a:path extrusionOk="0" h="1846" w="1345">
                <a:moveTo>
                  <a:pt x="500" y="1"/>
                </a:moveTo>
                <a:lnTo>
                  <a:pt x="406" y="32"/>
                </a:lnTo>
                <a:lnTo>
                  <a:pt x="344" y="95"/>
                </a:lnTo>
                <a:lnTo>
                  <a:pt x="281" y="157"/>
                </a:lnTo>
                <a:lnTo>
                  <a:pt x="250" y="251"/>
                </a:lnTo>
                <a:lnTo>
                  <a:pt x="31" y="939"/>
                </a:lnTo>
                <a:lnTo>
                  <a:pt x="0" y="1095"/>
                </a:lnTo>
                <a:lnTo>
                  <a:pt x="0" y="1251"/>
                </a:lnTo>
                <a:lnTo>
                  <a:pt x="31" y="1408"/>
                </a:lnTo>
                <a:lnTo>
                  <a:pt x="94" y="1533"/>
                </a:lnTo>
                <a:lnTo>
                  <a:pt x="188" y="1626"/>
                </a:lnTo>
                <a:lnTo>
                  <a:pt x="313" y="1720"/>
                </a:lnTo>
                <a:lnTo>
                  <a:pt x="438" y="1814"/>
                </a:lnTo>
                <a:lnTo>
                  <a:pt x="594" y="1845"/>
                </a:lnTo>
                <a:lnTo>
                  <a:pt x="782" y="1845"/>
                </a:lnTo>
                <a:lnTo>
                  <a:pt x="969" y="1783"/>
                </a:lnTo>
                <a:lnTo>
                  <a:pt x="1094" y="1689"/>
                </a:lnTo>
                <a:lnTo>
                  <a:pt x="1219" y="1564"/>
                </a:lnTo>
                <a:lnTo>
                  <a:pt x="1313" y="1408"/>
                </a:lnTo>
                <a:lnTo>
                  <a:pt x="1344" y="1251"/>
                </a:lnTo>
                <a:lnTo>
                  <a:pt x="1344" y="1064"/>
                </a:lnTo>
                <a:lnTo>
                  <a:pt x="1282" y="876"/>
                </a:lnTo>
                <a:lnTo>
                  <a:pt x="1000" y="282"/>
                </a:lnTo>
                <a:lnTo>
                  <a:pt x="969" y="188"/>
                </a:lnTo>
                <a:lnTo>
                  <a:pt x="907" y="126"/>
                </a:lnTo>
                <a:lnTo>
                  <a:pt x="813" y="63"/>
                </a:lnTo>
                <a:lnTo>
                  <a:pt x="719"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3"/>
          <p:cNvSpPr/>
          <p:nvPr/>
        </p:nvSpPr>
        <p:spPr>
          <a:xfrm>
            <a:off x="3216213" y="4360440"/>
            <a:ext cx="151573" cy="112388"/>
          </a:xfrm>
          <a:custGeom>
            <a:rect b="b" l="l" r="r" t="t"/>
            <a:pathLst>
              <a:path extrusionOk="0" h="1345" w="1814">
                <a:moveTo>
                  <a:pt x="1063" y="1"/>
                </a:moveTo>
                <a:lnTo>
                  <a:pt x="407" y="63"/>
                </a:lnTo>
                <a:lnTo>
                  <a:pt x="313" y="95"/>
                </a:lnTo>
                <a:lnTo>
                  <a:pt x="250" y="126"/>
                </a:lnTo>
                <a:lnTo>
                  <a:pt x="125" y="220"/>
                </a:lnTo>
                <a:lnTo>
                  <a:pt x="63" y="282"/>
                </a:lnTo>
                <a:lnTo>
                  <a:pt x="32" y="345"/>
                </a:lnTo>
                <a:lnTo>
                  <a:pt x="0" y="407"/>
                </a:lnTo>
                <a:lnTo>
                  <a:pt x="0" y="501"/>
                </a:lnTo>
                <a:lnTo>
                  <a:pt x="0" y="563"/>
                </a:lnTo>
                <a:lnTo>
                  <a:pt x="32" y="657"/>
                </a:lnTo>
                <a:lnTo>
                  <a:pt x="63" y="720"/>
                </a:lnTo>
                <a:lnTo>
                  <a:pt x="125" y="782"/>
                </a:lnTo>
                <a:lnTo>
                  <a:pt x="751" y="1220"/>
                </a:lnTo>
                <a:lnTo>
                  <a:pt x="876" y="1282"/>
                </a:lnTo>
                <a:lnTo>
                  <a:pt x="1032" y="1345"/>
                </a:lnTo>
                <a:lnTo>
                  <a:pt x="1188" y="1345"/>
                </a:lnTo>
                <a:lnTo>
                  <a:pt x="1313" y="1314"/>
                </a:lnTo>
                <a:lnTo>
                  <a:pt x="1469" y="1282"/>
                </a:lnTo>
                <a:lnTo>
                  <a:pt x="1563" y="1189"/>
                </a:lnTo>
                <a:lnTo>
                  <a:pt x="1688" y="1095"/>
                </a:lnTo>
                <a:lnTo>
                  <a:pt x="1751" y="970"/>
                </a:lnTo>
                <a:lnTo>
                  <a:pt x="1813" y="782"/>
                </a:lnTo>
                <a:lnTo>
                  <a:pt x="1813" y="595"/>
                </a:lnTo>
                <a:lnTo>
                  <a:pt x="1782" y="438"/>
                </a:lnTo>
                <a:lnTo>
                  <a:pt x="1688" y="282"/>
                </a:lnTo>
                <a:lnTo>
                  <a:pt x="1594" y="157"/>
                </a:lnTo>
                <a:lnTo>
                  <a:pt x="1438" y="63"/>
                </a:lnTo>
                <a:lnTo>
                  <a:pt x="1251"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
          <p:cNvSpPr/>
          <p:nvPr/>
        </p:nvSpPr>
        <p:spPr>
          <a:xfrm>
            <a:off x="3208359" y="4206355"/>
            <a:ext cx="122830" cy="146397"/>
          </a:xfrm>
          <a:custGeom>
            <a:rect b="b" l="l" r="r" t="t"/>
            <a:pathLst>
              <a:path extrusionOk="0" h="1752" w="1470">
                <a:moveTo>
                  <a:pt x="751" y="1"/>
                </a:moveTo>
                <a:lnTo>
                  <a:pt x="594" y="32"/>
                </a:lnTo>
                <a:lnTo>
                  <a:pt x="438" y="126"/>
                </a:lnTo>
                <a:lnTo>
                  <a:pt x="282" y="219"/>
                </a:lnTo>
                <a:lnTo>
                  <a:pt x="188" y="376"/>
                </a:lnTo>
                <a:lnTo>
                  <a:pt x="126" y="563"/>
                </a:lnTo>
                <a:lnTo>
                  <a:pt x="1" y="1220"/>
                </a:lnTo>
                <a:lnTo>
                  <a:pt x="1" y="1313"/>
                </a:lnTo>
                <a:lnTo>
                  <a:pt x="1" y="1376"/>
                </a:lnTo>
                <a:lnTo>
                  <a:pt x="32" y="1501"/>
                </a:lnTo>
                <a:lnTo>
                  <a:pt x="63" y="1595"/>
                </a:lnTo>
                <a:lnTo>
                  <a:pt x="126" y="1657"/>
                </a:lnTo>
                <a:lnTo>
                  <a:pt x="188" y="1689"/>
                </a:lnTo>
                <a:lnTo>
                  <a:pt x="282" y="1720"/>
                </a:lnTo>
                <a:lnTo>
                  <a:pt x="344" y="1751"/>
                </a:lnTo>
                <a:lnTo>
                  <a:pt x="438" y="1751"/>
                </a:lnTo>
                <a:lnTo>
                  <a:pt x="501" y="1720"/>
                </a:lnTo>
                <a:lnTo>
                  <a:pt x="594" y="1689"/>
                </a:lnTo>
                <a:lnTo>
                  <a:pt x="1188" y="1251"/>
                </a:lnTo>
                <a:lnTo>
                  <a:pt x="1313" y="1126"/>
                </a:lnTo>
                <a:lnTo>
                  <a:pt x="1407" y="1001"/>
                </a:lnTo>
                <a:lnTo>
                  <a:pt x="1438" y="876"/>
                </a:lnTo>
                <a:lnTo>
                  <a:pt x="1470" y="720"/>
                </a:lnTo>
                <a:lnTo>
                  <a:pt x="1470" y="595"/>
                </a:lnTo>
                <a:lnTo>
                  <a:pt x="1438" y="438"/>
                </a:lnTo>
                <a:lnTo>
                  <a:pt x="1345" y="313"/>
                </a:lnTo>
                <a:lnTo>
                  <a:pt x="1251" y="188"/>
                </a:lnTo>
                <a:lnTo>
                  <a:pt x="1095" y="94"/>
                </a:lnTo>
                <a:lnTo>
                  <a:pt x="938" y="32"/>
                </a:lnTo>
                <a:lnTo>
                  <a:pt x="751"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3"/>
          <p:cNvSpPr/>
          <p:nvPr/>
        </p:nvSpPr>
        <p:spPr>
          <a:xfrm>
            <a:off x="3166579" y="4344814"/>
            <a:ext cx="44453" cy="44454"/>
          </a:xfrm>
          <a:custGeom>
            <a:rect b="b" l="l" r="r" t="t"/>
            <a:pathLst>
              <a:path extrusionOk="0" h="532" w="532">
                <a:moveTo>
                  <a:pt x="282" y="0"/>
                </a:moveTo>
                <a:lnTo>
                  <a:pt x="157" y="32"/>
                </a:lnTo>
                <a:lnTo>
                  <a:pt x="94" y="94"/>
                </a:lnTo>
                <a:lnTo>
                  <a:pt x="32" y="157"/>
                </a:lnTo>
                <a:lnTo>
                  <a:pt x="0" y="282"/>
                </a:lnTo>
                <a:lnTo>
                  <a:pt x="32" y="375"/>
                </a:lnTo>
                <a:lnTo>
                  <a:pt x="94" y="469"/>
                </a:lnTo>
                <a:lnTo>
                  <a:pt x="157" y="532"/>
                </a:lnTo>
                <a:lnTo>
                  <a:pt x="376" y="532"/>
                </a:lnTo>
                <a:lnTo>
                  <a:pt x="469" y="469"/>
                </a:lnTo>
                <a:lnTo>
                  <a:pt x="501" y="375"/>
                </a:lnTo>
                <a:lnTo>
                  <a:pt x="532" y="282"/>
                </a:lnTo>
                <a:lnTo>
                  <a:pt x="501" y="157"/>
                </a:lnTo>
                <a:lnTo>
                  <a:pt x="469" y="94"/>
                </a:lnTo>
                <a:lnTo>
                  <a:pt x="376" y="32"/>
                </a:lnTo>
                <a:lnTo>
                  <a:pt x="282" y="0"/>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
          <p:cNvSpPr/>
          <p:nvPr/>
        </p:nvSpPr>
        <p:spPr>
          <a:xfrm>
            <a:off x="4336657" y="4067897"/>
            <a:ext cx="595598" cy="595616"/>
          </a:xfrm>
          <a:custGeom>
            <a:rect b="b" l="l" r="r" t="t"/>
            <a:pathLst>
              <a:path extrusionOk="0" h="7128" w="7128">
                <a:moveTo>
                  <a:pt x="3564" y="1"/>
                </a:moveTo>
                <a:lnTo>
                  <a:pt x="3189" y="32"/>
                </a:lnTo>
                <a:lnTo>
                  <a:pt x="2845" y="95"/>
                </a:lnTo>
                <a:lnTo>
                  <a:pt x="2501" y="157"/>
                </a:lnTo>
                <a:lnTo>
                  <a:pt x="2189" y="282"/>
                </a:lnTo>
                <a:lnTo>
                  <a:pt x="1876" y="439"/>
                </a:lnTo>
                <a:lnTo>
                  <a:pt x="1564" y="626"/>
                </a:lnTo>
                <a:lnTo>
                  <a:pt x="1314" y="814"/>
                </a:lnTo>
                <a:lnTo>
                  <a:pt x="1063" y="1064"/>
                </a:lnTo>
                <a:lnTo>
                  <a:pt x="813" y="1314"/>
                </a:lnTo>
                <a:lnTo>
                  <a:pt x="626" y="1595"/>
                </a:lnTo>
                <a:lnTo>
                  <a:pt x="438" y="1876"/>
                </a:lnTo>
                <a:lnTo>
                  <a:pt x="282" y="2189"/>
                </a:lnTo>
                <a:lnTo>
                  <a:pt x="157" y="2502"/>
                </a:lnTo>
                <a:lnTo>
                  <a:pt x="95" y="2845"/>
                </a:lnTo>
                <a:lnTo>
                  <a:pt x="32" y="3189"/>
                </a:lnTo>
                <a:lnTo>
                  <a:pt x="1" y="3564"/>
                </a:lnTo>
                <a:lnTo>
                  <a:pt x="32" y="3939"/>
                </a:lnTo>
                <a:lnTo>
                  <a:pt x="95" y="4283"/>
                </a:lnTo>
                <a:lnTo>
                  <a:pt x="157" y="4627"/>
                </a:lnTo>
                <a:lnTo>
                  <a:pt x="282" y="4940"/>
                </a:lnTo>
                <a:lnTo>
                  <a:pt x="438" y="5252"/>
                </a:lnTo>
                <a:lnTo>
                  <a:pt x="626" y="5565"/>
                </a:lnTo>
                <a:lnTo>
                  <a:pt x="813" y="5815"/>
                </a:lnTo>
                <a:lnTo>
                  <a:pt x="1063" y="6065"/>
                </a:lnTo>
                <a:lnTo>
                  <a:pt x="1314" y="6315"/>
                </a:lnTo>
                <a:lnTo>
                  <a:pt x="1564" y="6503"/>
                </a:lnTo>
                <a:lnTo>
                  <a:pt x="1876" y="6690"/>
                </a:lnTo>
                <a:lnTo>
                  <a:pt x="2189" y="6846"/>
                </a:lnTo>
                <a:lnTo>
                  <a:pt x="2501" y="6971"/>
                </a:lnTo>
                <a:lnTo>
                  <a:pt x="2845" y="7065"/>
                </a:lnTo>
                <a:lnTo>
                  <a:pt x="3189" y="7096"/>
                </a:lnTo>
                <a:lnTo>
                  <a:pt x="3564" y="7128"/>
                </a:lnTo>
                <a:lnTo>
                  <a:pt x="3939" y="7096"/>
                </a:lnTo>
                <a:lnTo>
                  <a:pt x="4283" y="7065"/>
                </a:lnTo>
                <a:lnTo>
                  <a:pt x="4627" y="6971"/>
                </a:lnTo>
                <a:lnTo>
                  <a:pt x="4939" y="6846"/>
                </a:lnTo>
                <a:lnTo>
                  <a:pt x="5252" y="6690"/>
                </a:lnTo>
                <a:lnTo>
                  <a:pt x="5565" y="6503"/>
                </a:lnTo>
                <a:lnTo>
                  <a:pt x="5815" y="6315"/>
                </a:lnTo>
                <a:lnTo>
                  <a:pt x="6065" y="6065"/>
                </a:lnTo>
                <a:lnTo>
                  <a:pt x="6315" y="5815"/>
                </a:lnTo>
                <a:lnTo>
                  <a:pt x="6502" y="5565"/>
                </a:lnTo>
                <a:lnTo>
                  <a:pt x="6690" y="5252"/>
                </a:lnTo>
                <a:lnTo>
                  <a:pt x="6846" y="4940"/>
                </a:lnTo>
                <a:lnTo>
                  <a:pt x="6971" y="4627"/>
                </a:lnTo>
                <a:lnTo>
                  <a:pt x="7034" y="4283"/>
                </a:lnTo>
                <a:lnTo>
                  <a:pt x="7096" y="3939"/>
                </a:lnTo>
                <a:lnTo>
                  <a:pt x="7127" y="3564"/>
                </a:lnTo>
                <a:lnTo>
                  <a:pt x="7096" y="3189"/>
                </a:lnTo>
                <a:lnTo>
                  <a:pt x="7034" y="2845"/>
                </a:lnTo>
                <a:lnTo>
                  <a:pt x="6971" y="2502"/>
                </a:lnTo>
                <a:lnTo>
                  <a:pt x="6846" y="2189"/>
                </a:lnTo>
                <a:lnTo>
                  <a:pt x="6690" y="1876"/>
                </a:lnTo>
                <a:lnTo>
                  <a:pt x="6502" y="1595"/>
                </a:lnTo>
                <a:lnTo>
                  <a:pt x="6315" y="1314"/>
                </a:lnTo>
                <a:lnTo>
                  <a:pt x="6065" y="1064"/>
                </a:lnTo>
                <a:lnTo>
                  <a:pt x="5815" y="814"/>
                </a:lnTo>
                <a:lnTo>
                  <a:pt x="5565" y="626"/>
                </a:lnTo>
                <a:lnTo>
                  <a:pt x="5252" y="439"/>
                </a:lnTo>
                <a:lnTo>
                  <a:pt x="4939" y="282"/>
                </a:lnTo>
                <a:lnTo>
                  <a:pt x="4627" y="157"/>
                </a:lnTo>
                <a:lnTo>
                  <a:pt x="4283" y="95"/>
                </a:lnTo>
                <a:lnTo>
                  <a:pt x="3939" y="32"/>
                </a:lnTo>
                <a:lnTo>
                  <a:pt x="3564"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3"/>
          <p:cNvSpPr/>
          <p:nvPr/>
        </p:nvSpPr>
        <p:spPr>
          <a:xfrm>
            <a:off x="4394145" y="4125386"/>
            <a:ext cx="480623" cy="480637"/>
          </a:xfrm>
          <a:custGeom>
            <a:rect b="b" l="l" r="r" t="t"/>
            <a:pathLst>
              <a:path extrusionOk="0" h="5752" w="5752">
                <a:moveTo>
                  <a:pt x="2876" y="1"/>
                </a:moveTo>
                <a:lnTo>
                  <a:pt x="2595" y="32"/>
                </a:lnTo>
                <a:lnTo>
                  <a:pt x="2282" y="63"/>
                </a:lnTo>
                <a:lnTo>
                  <a:pt x="2032" y="126"/>
                </a:lnTo>
                <a:lnTo>
                  <a:pt x="1751" y="219"/>
                </a:lnTo>
                <a:lnTo>
                  <a:pt x="1501" y="344"/>
                </a:lnTo>
                <a:lnTo>
                  <a:pt x="1282" y="501"/>
                </a:lnTo>
                <a:lnTo>
                  <a:pt x="1032" y="657"/>
                </a:lnTo>
                <a:lnTo>
                  <a:pt x="844" y="845"/>
                </a:lnTo>
                <a:lnTo>
                  <a:pt x="657" y="1063"/>
                </a:lnTo>
                <a:lnTo>
                  <a:pt x="501" y="1282"/>
                </a:lnTo>
                <a:lnTo>
                  <a:pt x="344" y="1501"/>
                </a:lnTo>
                <a:lnTo>
                  <a:pt x="219" y="1751"/>
                </a:lnTo>
                <a:lnTo>
                  <a:pt x="125" y="2032"/>
                </a:lnTo>
                <a:lnTo>
                  <a:pt x="63" y="2314"/>
                </a:lnTo>
                <a:lnTo>
                  <a:pt x="0" y="2595"/>
                </a:lnTo>
                <a:lnTo>
                  <a:pt x="0" y="2876"/>
                </a:lnTo>
                <a:lnTo>
                  <a:pt x="0" y="3158"/>
                </a:lnTo>
                <a:lnTo>
                  <a:pt x="63" y="3470"/>
                </a:lnTo>
                <a:lnTo>
                  <a:pt x="125" y="3720"/>
                </a:lnTo>
                <a:lnTo>
                  <a:pt x="219" y="4002"/>
                </a:lnTo>
                <a:lnTo>
                  <a:pt x="344" y="4252"/>
                </a:lnTo>
                <a:lnTo>
                  <a:pt x="501" y="4502"/>
                </a:lnTo>
                <a:lnTo>
                  <a:pt x="657" y="4721"/>
                </a:lnTo>
                <a:lnTo>
                  <a:pt x="844" y="4908"/>
                </a:lnTo>
                <a:lnTo>
                  <a:pt x="1032" y="5096"/>
                </a:lnTo>
                <a:lnTo>
                  <a:pt x="1282" y="5252"/>
                </a:lnTo>
                <a:lnTo>
                  <a:pt x="1501" y="5408"/>
                </a:lnTo>
                <a:lnTo>
                  <a:pt x="1751" y="5533"/>
                </a:lnTo>
                <a:lnTo>
                  <a:pt x="2032" y="5627"/>
                </a:lnTo>
                <a:lnTo>
                  <a:pt x="2282" y="5689"/>
                </a:lnTo>
                <a:lnTo>
                  <a:pt x="2595" y="5752"/>
                </a:lnTo>
                <a:lnTo>
                  <a:pt x="3157" y="5752"/>
                </a:lnTo>
                <a:lnTo>
                  <a:pt x="3470" y="5689"/>
                </a:lnTo>
                <a:lnTo>
                  <a:pt x="3720" y="5627"/>
                </a:lnTo>
                <a:lnTo>
                  <a:pt x="4001" y="5533"/>
                </a:lnTo>
                <a:lnTo>
                  <a:pt x="4251" y="5408"/>
                </a:lnTo>
                <a:lnTo>
                  <a:pt x="4470" y="5252"/>
                </a:lnTo>
                <a:lnTo>
                  <a:pt x="4720" y="5096"/>
                </a:lnTo>
                <a:lnTo>
                  <a:pt x="4908" y="4908"/>
                </a:lnTo>
                <a:lnTo>
                  <a:pt x="5095" y="4721"/>
                </a:lnTo>
                <a:lnTo>
                  <a:pt x="5252" y="4502"/>
                </a:lnTo>
                <a:lnTo>
                  <a:pt x="5408" y="4252"/>
                </a:lnTo>
                <a:lnTo>
                  <a:pt x="5533" y="4002"/>
                </a:lnTo>
                <a:lnTo>
                  <a:pt x="5627" y="3720"/>
                </a:lnTo>
                <a:lnTo>
                  <a:pt x="5689" y="3470"/>
                </a:lnTo>
                <a:lnTo>
                  <a:pt x="5752" y="3158"/>
                </a:lnTo>
                <a:lnTo>
                  <a:pt x="5752" y="2876"/>
                </a:lnTo>
                <a:lnTo>
                  <a:pt x="5752" y="2595"/>
                </a:lnTo>
                <a:lnTo>
                  <a:pt x="5689" y="2314"/>
                </a:lnTo>
                <a:lnTo>
                  <a:pt x="5627" y="2032"/>
                </a:lnTo>
                <a:lnTo>
                  <a:pt x="5533" y="1751"/>
                </a:lnTo>
                <a:lnTo>
                  <a:pt x="5408" y="1501"/>
                </a:lnTo>
                <a:lnTo>
                  <a:pt x="5252" y="1282"/>
                </a:lnTo>
                <a:lnTo>
                  <a:pt x="5095" y="1063"/>
                </a:lnTo>
                <a:lnTo>
                  <a:pt x="4908" y="845"/>
                </a:lnTo>
                <a:lnTo>
                  <a:pt x="4720" y="657"/>
                </a:lnTo>
                <a:lnTo>
                  <a:pt x="4470" y="501"/>
                </a:lnTo>
                <a:lnTo>
                  <a:pt x="4251" y="344"/>
                </a:lnTo>
                <a:lnTo>
                  <a:pt x="4001" y="219"/>
                </a:lnTo>
                <a:lnTo>
                  <a:pt x="3720" y="126"/>
                </a:lnTo>
                <a:lnTo>
                  <a:pt x="3470" y="63"/>
                </a:lnTo>
                <a:lnTo>
                  <a:pt x="3157" y="32"/>
                </a:lnTo>
                <a:lnTo>
                  <a:pt x="2876"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3"/>
          <p:cNvSpPr/>
          <p:nvPr/>
        </p:nvSpPr>
        <p:spPr>
          <a:xfrm>
            <a:off x="4433334" y="4164575"/>
            <a:ext cx="402246" cy="402341"/>
          </a:xfrm>
          <a:custGeom>
            <a:rect b="b" l="l" r="r" t="t"/>
            <a:pathLst>
              <a:path extrusionOk="0" h="4815" w="4814">
                <a:moveTo>
                  <a:pt x="2157" y="0"/>
                </a:moveTo>
                <a:lnTo>
                  <a:pt x="1907" y="32"/>
                </a:lnTo>
                <a:lnTo>
                  <a:pt x="1688" y="94"/>
                </a:lnTo>
                <a:lnTo>
                  <a:pt x="1469" y="188"/>
                </a:lnTo>
                <a:lnTo>
                  <a:pt x="1251" y="282"/>
                </a:lnTo>
                <a:lnTo>
                  <a:pt x="1063" y="407"/>
                </a:lnTo>
                <a:lnTo>
                  <a:pt x="875" y="532"/>
                </a:lnTo>
                <a:lnTo>
                  <a:pt x="688" y="688"/>
                </a:lnTo>
                <a:lnTo>
                  <a:pt x="532" y="876"/>
                </a:lnTo>
                <a:lnTo>
                  <a:pt x="407" y="1063"/>
                </a:lnTo>
                <a:lnTo>
                  <a:pt x="282" y="1251"/>
                </a:lnTo>
                <a:lnTo>
                  <a:pt x="188" y="1470"/>
                </a:lnTo>
                <a:lnTo>
                  <a:pt x="94" y="1688"/>
                </a:lnTo>
                <a:lnTo>
                  <a:pt x="32" y="1938"/>
                </a:lnTo>
                <a:lnTo>
                  <a:pt x="0" y="2157"/>
                </a:lnTo>
                <a:lnTo>
                  <a:pt x="0" y="2407"/>
                </a:lnTo>
                <a:lnTo>
                  <a:pt x="0" y="2657"/>
                </a:lnTo>
                <a:lnTo>
                  <a:pt x="32" y="2907"/>
                </a:lnTo>
                <a:lnTo>
                  <a:pt x="94" y="3126"/>
                </a:lnTo>
                <a:lnTo>
                  <a:pt x="188" y="3345"/>
                </a:lnTo>
                <a:lnTo>
                  <a:pt x="282" y="3564"/>
                </a:lnTo>
                <a:lnTo>
                  <a:pt x="407" y="3751"/>
                </a:lnTo>
                <a:lnTo>
                  <a:pt x="532" y="3939"/>
                </a:lnTo>
                <a:lnTo>
                  <a:pt x="688" y="4126"/>
                </a:lnTo>
                <a:lnTo>
                  <a:pt x="875" y="4283"/>
                </a:lnTo>
                <a:lnTo>
                  <a:pt x="1063" y="4408"/>
                </a:lnTo>
                <a:lnTo>
                  <a:pt x="1251" y="4533"/>
                </a:lnTo>
                <a:lnTo>
                  <a:pt x="1469" y="4627"/>
                </a:lnTo>
                <a:lnTo>
                  <a:pt x="1688" y="4720"/>
                </a:lnTo>
                <a:lnTo>
                  <a:pt x="1907" y="4783"/>
                </a:lnTo>
                <a:lnTo>
                  <a:pt x="2157" y="4814"/>
                </a:lnTo>
                <a:lnTo>
                  <a:pt x="2657" y="4814"/>
                </a:lnTo>
                <a:lnTo>
                  <a:pt x="2907" y="4783"/>
                </a:lnTo>
                <a:lnTo>
                  <a:pt x="3126" y="4720"/>
                </a:lnTo>
                <a:lnTo>
                  <a:pt x="3345" y="4627"/>
                </a:lnTo>
                <a:lnTo>
                  <a:pt x="3564" y="4533"/>
                </a:lnTo>
                <a:lnTo>
                  <a:pt x="3751" y="4408"/>
                </a:lnTo>
                <a:lnTo>
                  <a:pt x="3939" y="4283"/>
                </a:lnTo>
                <a:lnTo>
                  <a:pt x="4126" y="4126"/>
                </a:lnTo>
                <a:lnTo>
                  <a:pt x="4283" y="3939"/>
                </a:lnTo>
                <a:lnTo>
                  <a:pt x="4408" y="3751"/>
                </a:lnTo>
                <a:lnTo>
                  <a:pt x="4533" y="3564"/>
                </a:lnTo>
                <a:lnTo>
                  <a:pt x="4626" y="3345"/>
                </a:lnTo>
                <a:lnTo>
                  <a:pt x="4720" y="3126"/>
                </a:lnTo>
                <a:lnTo>
                  <a:pt x="4783" y="2907"/>
                </a:lnTo>
                <a:lnTo>
                  <a:pt x="4814" y="2657"/>
                </a:lnTo>
                <a:lnTo>
                  <a:pt x="4814" y="2407"/>
                </a:lnTo>
                <a:lnTo>
                  <a:pt x="4814" y="2157"/>
                </a:lnTo>
                <a:lnTo>
                  <a:pt x="4783" y="1938"/>
                </a:lnTo>
                <a:lnTo>
                  <a:pt x="4720" y="1688"/>
                </a:lnTo>
                <a:lnTo>
                  <a:pt x="4626" y="1470"/>
                </a:lnTo>
                <a:lnTo>
                  <a:pt x="4533" y="1251"/>
                </a:lnTo>
                <a:lnTo>
                  <a:pt x="4408" y="1063"/>
                </a:lnTo>
                <a:lnTo>
                  <a:pt x="4283" y="876"/>
                </a:lnTo>
                <a:lnTo>
                  <a:pt x="4126" y="688"/>
                </a:lnTo>
                <a:lnTo>
                  <a:pt x="3939" y="532"/>
                </a:lnTo>
                <a:lnTo>
                  <a:pt x="3751" y="407"/>
                </a:lnTo>
                <a:lnTo>
                  <a:pt x="3564" y="282"/>
                </a:lnTo>
                <a:lnTo>
                  <a:pt x="3345" y="188"/>
                </a:lnTo>
                <a:lnTo>
                  <a:pt x="3126" y="94"/>
                </a:lnTo>
                <a:lnTo>
                  <a:pt x="2907" y="32"/>
                </a:lnTo>
                <a:lnTo>
                  <a:pt x="2657" y="0"/>
                </a:lnTo>
                <a:close/>
              </a:path>
            </a:pathLst>
          </a:custGeom>
          <a:solidFill>
            <a:srgbClr val="EFEE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3"/>
          <p:cNvSpPr/>
          <p:nvPr/>
        </p:nvSpPr>
        <p:spPr>
          <a:xfrm>
            <a:off x="4506449" y="4195910"/>
            <a:ext cx="130684" cy="138542"/>
          </a:xfrm>
          <a:custGeom>
            <a:rect b="b" l="l" r="r" t="t"/>
            <a:pathLst>
              <a:path extrusionOk="0" h="1658" w="1564">
                <a:moveTo>
                  <a:pt x="626" y="1"/>
                </a:moveTo>
                <a:lnTo>
                  <a:pt x="469" y="32"/>
                </a:lnTo>
                <a:lnTo>
                  <a:pt x="344" y="94"/>
                </a:lnTo>
                <a:lnTo>
                  <a:pt x="188" y="188"/>
                </a:lnTo>
                <a:lnTo>
                  <a:pt x="63" y="344"/>
                </a:lnTo>
                <a:lnTo>
                  <a:pt x="0" y="501"/>
                </a:lnTo>
                <a:lnTo>
                  <a:pt x="0" y="688"/>
                </a:lnTo>
                <a:lnTo>
                  <a:pt x="0" y="845"/>
                </a:lnTo>
                <a:lnTo>
                  <a:pt x="63" y="1001"/>
                </a:lnTo>
                <a:lnTo>
                  <a:pt x="188" y="1157"/>
                </a:lnTo>
                <a:lnTo>
                  <a:pt x="344" y="1282"/>
                </a:lnTo>
                <a:lnTo>
                  <a:pt x="907" y="1595"/>
                </a:lnTo>
                <a:lnTo>
                  <a:pt x="1001" y="1626"/>
                </a:lnTo>
                <a:lnTo>
                  <a:pt x="1094" y="1657"/>
                </a:lnTo>
                <a:lnTo>
                  <a:pt x="1220" y="1657"/>
                </a:lnTo>
                <a:lnTo>
                  <a:pt x="1313" y="1626"/>
                </a:lnTo>
                <a:lnTo>
                  <a:pt x="1376" y="1595"/>
                </a:lnTo>
                <a:lnTo>
                  <a:pt x="1438" y="1563"/>
                </a:lnTo>
                <a:lnTo>
                  <a:pt x="1501" y="1501"/>
                </a:lnTo>
                <a:lnTo>
                  <a:pt x="1532" y="1438"/>
                </a:lnTo>
                <a:lnTo>
                  <a:pt x="1563" y="1345"/>
                </a:lnTo>
                <a:lnTo>
                  <a:pt x="1563" y="1282"/>
                </a:lnTo>
                <a:lnTo>
                  <a:pt x="1563" y="1188"/>
                </a:lnTo>
                <a:lnTo>
                  <a:pt x="1313" y="469"/>
                </a:lnTo>
                <a:lnTo>
                  <a:pt x="1251" y="313"/>
                </a:lnTo>
                <a:lnTo>
                  <a:pt x="1157" y="219"/>
                </a:lnTo>
                <a:lnTo>
                  <a:pt x="1032" y="126"/>
                </a:lnTo>
                <a:lnTo>
                  <a:pt x="907" y="32"/>
                </a:lnTo>
                <a:lnTo>
                  <a:pt x="782"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3"/>
          <p:cNvSpPr/>
          <p:nvPr/>
        </p:nvSpPr>
        <p:spPr>
          <a:xfrm>
            <a:off x="4446370" y="4342140"/>
            <a:ext cx="148983" cy="112472"/>
          </a:xfrm>
          <a:custGeom>
            <a:rect b="b" l="l" r="r" t="t"/>
            <a:pathLst>
              <a:path extrusionOk="0" h="1346" w="1783">
                <a:moveTo>
                  <a:pt x="532" y="1"/>
                </a:moveTo>
                <a:lnTo>
                  <a:pt x="376" y="64"/>
                </a:lnTo>
                <a:lnTo>
                  <a:pt x="251" y="126"/>
                </a:lnTo>
                <a:lnTo>
                  <a:pt x="157" y="251"/>
                </a:lnTo>
                <a:lnTo>
                  <a:pt x="63" y="345"/>
                </a:lnTo>
                <a:lnTo>
                  <a:pt x="32" y="501"/>
                </a:lnTo>
                <a:lnTo>
                  <a:pt x="1" y="657"/>
                </a:lnTo>
                <a:lnTo>
                  <a:pt x="1" y="782"/>
                </a:lnTo>
                <a:lnTo>
                  <a:pt x="63" y="970"/>
                </a:lnTo>
                <a:lnTo>
                  <a:pt x="188" y="1126"/>
                </a:lnTo>
                <a:lnTo>
                  <a:pt x="313" y="1251"/>
                </a:lnTo>
                <a:lnTo>
                  <a:pt x="469" y="1314"/>
                </a:lnTo>
                <a:lnTo>
                  <a:pt x="626" y="1345"/>
                </a:lnTo>
                <a:lnTo>
                  <a:pt x="813" y="1345"/>
                </a:lnTo>
                <a:lnTo>
                  <a:pt x="970" y="1283"/>
                </a:lnTo>
                <a:lnTo>
                  <a:pt x="1126" y="1158"/>
                </a:lnTo>
                <a:lnTo>
                  <a:pt x="1626" y="720"/>
                </a:lnTo>
                <a:lnTo>
                  <a:pt x="1688" y="657"/>
                </a:lnTo>
                <a:lnTo>
                  <a:pt x="1720" y="564"/>
                </a:lnTo>
                <a:lnTo>
                  <a:pt x="1782" y="439"/>
                </a:lnTo>
                <a:lnTo>
                  <a:pt x="1782" y="376"/>
                </a:lnTo>
                <a:lnTo>
                  <a:pt x="1782" y="282"/>
                </a:lnTo>
                <a:lnTo>
                  <a:pt x="1751" y="189"/>
                </a:lnTo>
                <a:lnTo>
                  <a:pt x="1720" y="126"/>
                </a:lnTo>
                <a:lnTo>
                  <a:pt x="1657" y="64"/>
                </a:lnTo>
                <a:lnTo>
                  <a:pt x="1595" y="32"/>
                </a:lnTo>
                <a:lnTo>
                  <a:pt x="1532"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
          <p:cNvSpPr/>
          <p:nvPr/>
        </p:nvSpPr>
        <p:spPr>
          <a:xfrm>
            <a:off x="4566527" y="4402220"/>
            <a:ext cx="112385" cy="154252"/>
          </a:xfrm>
          <a:custGeom>
            <a:rect b="b" l="l" r="r" t="t"/>
            <a:pathLst>
              <a:path extrusionOk="0" h="1846" w="1345">
                <a:moveTo>
                  <a:pt x="501" y="1"/>
                </a:moveTo>
                <a:lnTo>
                  <a:pt x="407" y="32"/>
                </a:lnTo>
                <a:lnTo>
                  <a:pt x="344" y="95"/>
                </a:lnTo>
                <a:lnTo>
                  <a:pt x="313" y="157"/>
                </a:lnTo>
                <a:lnTo>
                  <a:pt x="250" y="251"/>
                </a:lnTo>
                <a:lnTo>
                  <a:pt x="32" y="939"/>
                </a:lnTo>
                <a:lnTo>
                  <a:pt x="0" y="1095"/>
                </a:lnTo>
                <a:lnTo>
                  <a:pt x="0" y="1251"/>
                </a:lnTo>
                <a:lnTo>
                  <a:pt x="32" y="1408"/>
                </a:lnTo>
                <a:lnTo>
                  <a:pt x="94" y="1533"/>
                </a:lnTo>
                <a:lnTo>
                  <a:pt x="188" y="1626"/>
                </a:lnTo>
                <a:lnTo>
                  <a:pt x="313" y="1720"/>
                </a:lnTo>
                <a:lnTo>
                  <a:pt x="438" y="1814"/>
                </a:lnTo>
                <a:lnTo>
                  <a:pt x="594" y="1845"/>
                </a:lnTo>
                <a:lnTo>
                  <a:pt x="782" y="1845"/>
                </a:lnTo>
                <a:lnTo>
                  <a:pt x="969" y="1783"/>
                </a:lnTo>
                <a:lnTo>
                  <a:pt x="1094" y="1689"/>
                </a:lnTo>
                <a:lnTo>
                  <a:pt x="1219" y="1564"/>
                </a:lnTo>
                <a:lnTo>
                  <a:pt x="1313" y="1408"/>
                </a:lnTo>
                <a:lnTo>
                  <a:pt x="1344" y="1251"/>
                </a:lnTo>
                <a:lnTo>
                  <a:pt x="1344" y="1064"/>
                </a:lnTo>
                <a:lnTo>
                  <a:pt x="1313" y="876"/>
                </a:lnTo>
                <a:lnTo>
                  <a:pt x="1032" y="282"/>
                </a:lnTo>
                <a:lnTo>
                  <a:pt x="969" y="188"/>
                </a:lnTo>
                <a:lnTo>
                  <a:pt x="907" y="126"/>
                </a:lnTo>
                <a:lnTo>
                  <a:pt x="813" y="63"/>
                </a:lnTo>
                <a:lnTo>
                  <a:pt x="719"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
          <p:cNvSpPr/>
          <p:nvPr/>
        </p:nvSpPr>
        <p:spPr>
          <a:xfrm>
            <a:off x="4660531" y="4360440"/>
            <a:ext cx="151573" cy="112388"/>
          </a:xfrm>
          <a:custGeom>
            <a:rect b="b" l="l" r="r" t="t"/>
            <a:pathLst>
              <a:path extrusionOk="0" h="1345" w="1814">
                <a:moveTo>
                  <a:pt x="1063" y="1"/>
                </a:moveTo>
                <a:lnTo>
                  <a:pt x="407" y="63"/>
                </a:lnTo>
                <a:lnTo>
                  <a:pt x="313" y="95"/>
                </a:lnTo>
                <a:lnTo>
                  <a:pt x="251" y="126"/>
                </a:lnTo>
                <a:lnTo>
                  <a:pt x="126" y="220"/>
                </a:lnTo>
                <a:lnTo>
                  <a:pt x="63" y="282"/>
                </a:lnTo>
                <a:lnTo>
                  <a:pt x="32" y="345"/>
                </a:lnTo>
                <a:lnTo>
                  <a:pt x="1" y="407"/>
                </a:lnTo>
                <a:lnTo>
                  <a:pt x="1" y="501"/>
                </a:lnTo>
                <a:lnTo>
                  <a:pt x="1" y="563"/>
                </a:lnTo>
                <a:lnTo>
                  <a:pt x="32" y="657"/>
                </a:lnTo>
                <a:lnTo>
                  <a:pt x="63" y="720"/>
                </a:lnTo>
                <a:lnTo>
                  <a:pt x="157" y="782"/>
                </a:lnTo>
                <a:lnTo>
                  <a:pt x="751" y="1220"/>
                </a:lnTo>
                <a:lnTo>
                  <a:pt x="876" y="1282"/>
                </a:lnTo>
                <a:lnTo>
                  <a:pt x="1032" y="1345"/>
                </a:lnTo>
                <a:lnTo>
                  <a:pt x="1188" y="1345"/>
                </a:lnTo>
                <a:lnTo>
                  <a:pt x="1313" y="1314"/>
                </a:lnTo>
                <a:lnTo>
                  <a:pt x="1470" y="1282"/>
                </a:lnTo>
                <a:lnTo>
                  <a:pt x="1595" y="1189"/>
                </a:lnTo>
                <a:lnTo>
                  <a:pt x="1689" y="1095"/>
                </a:lnTo>
                <a:lnTo>
                  <a:pt x="1782" y="970"/>
                </a:lnTo>
                <a:lnTo>
                  <a:pt x="1814" y="782"/>
                </a:lnTo>
                <a:lnTo>
                  <a:pt x="1814" y="595"/>
                </a:lnTo>
                <a:lnTo>
                  <a:pt x="1782" y="438"/>
                </a:lnTo>
                <a:lnTo>
                  <a:pt x="1689" y="282"/>
                </a:lnTo>
                <a:lnTo>
                  <a:pt x="1595" y="157"/>
                </a:lnTo>
                <a:lnTo>
                  <a:pt x="1439" y="63"/>
                </a:lnTo>
                <a:lnTo>
                  <a:pt x="1251"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3"/>
          <p:cNvSpPr/>
          <p:nvPr/>
        </p:nvSpPr>
        <p:spPr>
          <a:xfrm>
            <a:off x="4652677" y="4206355"/>
            <a:ext cx="122830" cy="146397"/>
          </a:xfrm>
          <a:custGeom>
            <a:rect b="b" l="l" r="r" t="t"/>
            <a:pathLst>
              <a:path extrusionOk="0" h="1752" w="1470">
                <a:moveTo>
                  <a:pt x="751" y="1"/>
                </a:moveTo>
                <a:lnTo>
                  <a:pt x="595" y="32"/>
                </a:lnTo>
                <a:lnTo>
                  <a:pt x="438" y="126"/>
                </a:lnTo>
                <a:lnTo>
                  <a:pt x="282" y="219"/>
                </a:lnTo>
                <a:lnTo>
                  <a:pt x="188" y="376"/>
                </a:lnTo>
                <a:lnTo>
                  <a:pt x="126" y="563"/>
                </a:lnTo>
                <a:lnTo>
                  <a:pt x="1" y="1220"/>
                </a:lnTo>
                <a:lnTo>
                  <a:pt x="1" y="1313"/>
                </a:lnTo>
                <a:lnTo>
                  <a:pt x="1" y="1376"/>
                </a:lnTo>
                <a:lnTo>
                  <a:pt x="32" y="1501"/>
                </a:lnTo>
                <a:lnTo>
                  <a:pt x="95" y="1595"/>
                </a:lnTo>
                <a:lnTo>
                  <a:pt x="126" y="1657"/>
                </a:lnTo>
                <a:lnTo>
                  <a:pt x="188" y="1689"/>
                </a:lnTo>
                <a:lnTo>
                  <a:pt x="282" y="1720"/>
                </a:lnTo>
                <a:lnTo>
                  <a:pt x="345" y="1751"/>
                </a:lnTo>
                <a:lnTo>
                  <a:pt x="438" y="1751"/>
                </a:lnTo>
                <a:lnTo>
                  <a:pt x="501" y="1720"/>
                </a:lnTo>
                <a:lnTo>
                  <a:pt x="595" y="1689"/>
                </a:lnTo>
                <a:lnTo>
                  <a:pt x="1189" y="1251"/>
                </a:lnTo>
                <a:lnTo>
                  <a:pt x="1314" y="1126"/>
                </a:lnTo>
                <a:lnTo>
                  <a:pt x="1407" y="1001"/>
                </a:lnTo>
                <a:lnTo>
                  <a:pt x="1439" y="876"/>
                </a:lnTo>
                <a:lnTo>
                  <a:pt x="1470" y="720"/>
                </a:lnTo>
                <a:lnTo>
                  <a:pt x="1470" y="595"/>
                </a:lnTo>
                <a:lnTo>
                  <a:pt x="1439" y="438"/>
                </a:lnTo>
                <a:lnTo>
                  <a:pt x="1345" y="313"/>
                </a:lnTo>
                <a:lnTo>
                  <a:pt x="1251" y="188"/>
                </a:lnTo>
                <a:lnTo>
                  <a:pt x="1095" y="94"/>
                </a:lnTo>
                <a:lnTo>
                  <a:pt x="939" y="32"/>
                </a:lnTo>
                <a:lnTo>
                  <a:pt x="751"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
          <p:cNvSpPr/>
          <p:nvPr/>
        </p:nvSpPr>
        <p:spPr>
          <a:xfrm>
            <a:off x="4610897" y="4344814"/>
            <a:ext cx="44536" cy="44454"/>
          </a:xfrm>
          <a:custGeom>
            <a:rect b="b" l="l" r="r" t="t"/>
            <a:pathLst>
              <a:path extrusionOk="0" h="532" w="533">
                <a:moveTo>
                  <a:pt x="282" y="0"/>
                </a:moveTo>
                <a:lnTo>
                  <a:pt x="157" y="32"/>
                </a:lnTo>
                <a:lnTo>
                  <a:pt x="95" y="94"/>
                </a:lnTo>
                <a:lnTo>
                  <a:pt x="32" y="157"/>
                </a:lnTo>
                <a:lnTo>
                  <a:pt x="1" y="282"/>
                </a:lnTo>
                <a:lnTo>
                  <a:pt x="32" y="375"/>
                </a:lnTo>
                <a:lnTo>
                  <a:pt x="95" y="469"/>
                </a:lnTo>
                <a:lnTo>
                  <a:pt x="157" y="532"/>
                </a:lnTo>
                <a:lnTo>
                  <a:pt x="376" y="532"/>
                </a:lnTo>
                <a:lnTo>
                  <a:pt x="470" y="469"/>
                </a:lnTo>
                <a:lnTo>
                  <a:pt x="501" y="375"/>
                </a:lnTo>
                <a:lnTo>
                  <a:pt x="532" y="282"/>
                </a:lnTo>
                <a:lnTo>
                  <a:pt x="501" y="157"/>
                </a:lnTo>
                <a:lnTo>
                  <a:pt x="470" y="94"/>
                </a:lnTo>
                <a:lnTo>
                  <a:pt x="376" y="32"/>
                </a:lnTo>
                <a:lnTo>
                  <a:pt x="282" y="0"/>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
          <p:cNvSpPr/>
          <p:nvPr/>
        </p:nvSpPr>
        <p:spPr>
          <a:xfrm>
            <a:off x="4749355" y="3741429"/>
            <a:ext cx="229950" cy="229957"/>
          </a:xfrm>
          <a:custGeom>
            <a:rect b="b" l="l" r="r" t="t"/>
            <a:pathLst>
              <a:path extrusionOk="0" h="2752" w="2752">
                <a:moveTo>
                  <a:pt x="1376" y="1"/>
                </a:moveTo>
                <a:lnTo>
                  <a:pt x="1094" y="32"/>
                </a:lnTo>
                <a:lnTo>
                  <a:pt x="844" y="95"/>
                </a:lnTo>
                <a:lnTo>
                  <a:pt x="594" y="220"/>
                </a:lnTo>
                <a:lnTo>
                  <a:pt x="407" y="407"/>
                </a:lnTo>
                <a:lnTo>
                  <a:pt x="219" y="595"/>
                </a:lnTo>
                <a:lnTo>
                  <a:pt x="94" y="845"/>
                </a:lnTo>
                <a:lnTo>
                  <a:pt x="32" y="1095"/>
                </a:lnTo>
                <a:lnTo>
                  <a:pt x="0" y="1376"/>
                </a:lnTo>
                <a:lnTo>
                  <a:pt x="32" y="1657"/>
                </a:lnTo>
                <a:lnTo>
                  <a:pt x="94" y="1907"/>
                </a:lnTo>
                <a:lnTo>
                  <a:pt x="219" y="2158"/>
                </a:lnTo>
                <a:lnTo>
                  <a:pt x="407" y="2345"/>
                </a:lnTo>
                <a:lnTo>
                  <a:pt x="594" y="2533"/>
                </a:lnTo>
                <a:lnTo>
                  <a:pt x="844" y="2658"/>
                </a:lnTo>
                <a:lnTo>
                  <a:pt x="1094" y="2751"/>
                </a:lnTo>
                <a:lnTo>
                  <a:pt x="1657" y="2751"/>
                </a:lnTo>
                <a:lnTo>
                  <a:pt x="1907" y="2658"/>
                </a:lnTo>
                <a:lnTo>
                  <a:pt x="2157" y="2533"/>
                </a:lnTo>
                <a:lnTo>
                  <a:pt x="2345" y="2345"/>
                </a:lnTo>
                <a:lnTo>
                  <a:pt x="2532" y="2158"/>
                </a:lnTo>
                <a:lnTo>
                  <a:pt x="2657" y="1907"/>
                </a:lnTo>
                <a:lnTo>
                  <a:pt x="2720" y="1657"/>
                </a:lnTo>
                <a:lnTo>
                  <a:pt x="2751" y="1376"/>
                </a:lnTo>
                <a:lnTo>
                  <a:pt x="2720" y="1095"/>
                </a:lnTo>
                <a:lnTo>
                  <a:pt x="2657" y="845"/>
                </a:lnTo>
                <a:lnTo>
                  <a:pt x="2532" y="595"/>
                </a:lnTo>
                <a:lnTo>
                  <a:pt x="2345" y="407"/>
                </a:lnTo>
                <a:lnTo>
                  <a:pt x="2157" y="220"/>
                </a:lnTo>
                <a:lnTo>
                  <a:pt x="1907" y="95"/>
                </a:lnTo>
                <a:lnTo>
                  <a:pt x="1657" y="32"/>
                </a:lnTo>
                <a:lnTo>
                  <a:pt x="1376"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
          <p:cNvSpPr/>
          <p:nvPr/>
        </p:nvSpPr>
        <p:spPr>
          <a:xfrm>
            <a:off x="3448675" y="3417551"/>
            <a:ext cx="1123096" cy="846379"/>
          </a:xfrm>
          <a:custGeom>
            <a:rect b="b" l="l" r="r" t="t"/>
            <a:pathLst>
              <a:path extrusionOk="0" h="10129" w="13441">
                <a:moveTo>
                  <a:pt x="7189" y="1"/>
                </a:moveTo>
                <a:lnTo>
                  <a:pt x="6502" y="32"/>
                </a:lnTo>
                <a:lnTo>
                  <a:pt x="5814" y="126"/>
                </a:lnTo>
                <a:lnTo>
                  <a:pt x="5158" y="282"/>
                </a:lnTo>
                <a:lnTo>
                  <a:pt x="4533" y="501"/>
                </a:lnTo>
                <a:lnTo>
                  <a:pt x="3907" y="782"/>
                </a:lnTo>
                <a:lnTo>
                  <a:pt x="3314" y="1126"/>
                </a:lnTo>
                <a:lnTo>
                  <a:pt x="2751" y="1501"/>
                </a:lnTo>
                <a:lnTo>
                  <a:pt x="2220" y="1970"/>
                </a:lnTo>
                <a:lnTo>
                  <a:pt x="625" y="3502"/>
                </a:lnTo>
                <a:lnTo>
                  <a:pt x="375" y="3752"/>
                </a:lnTo>
                <a:lnTo>
                  <a:pt x="219" y="4002"/>
                </a:lnTo>
                <a:lnTo>
                  <a:pt x="94" y="4314"/>
                </a:lnTo>
                <a:lnTo>
                  <a:pt x="31" y="4627"/>
                </a:lnTo>
                <a:lnTo>
                  <a:pt x="0" y="4940"/>
                </a:lnTo>
                <a:lnTo>
                  <a:pt x="31" y="5283"/>
                </a:lnTo>
                <a:lnTo>
                  <a:pt x="94" y="5596"/>
                </a:lnTo>
                <a:lnTo>
                  <a:pt x="250" y="5909"/>
                </a:lnTo>
                <a:lnTo>
                  <a:pt x="2126" y="9253"/>
                </a:lnTo>
                <a:lnTo>
                  <a:pt x="2251" y="9441"/>
                </a:lnTo>
                <a:lnTo>
                  <a:pt x="2376" y="9597"/>
                </a:lnTo>
                <a:lnTo>
                  <a:pt x="2563" y="9753"/>
                </a:lnTo>
                <a:lnTo>
                  <a:pt x="2720" y="9878"/>
                </a:lnTo>
                <a:lnTo>
                  <a:pt x="2938" y="9972"/>
                </a:lnTo>
                <a:lnTo>
                  <a:pt x="3157" y="10066"/>
                </a:lnTo>
                <a:lnTo>
                  <a:pt x="3376" y="10097"/>
                </a:lnTo>
                <a:lnTo>
                  <a:pt x="3595" y="10128"/>
                </a:lnTo>
                <a:lnTo>
                  <a:pt x="7721" y="10128"/>
                </a:lnTo>
                <a:lnTo>
                  <a:pt x="8002" y="10097"/>
                </a:lnTo>
                <a:lnTo>
                  <a:pt x="8283" y="10035"/>
                </a:lnTo>
                <a:lnTo>
                  <a:pt x="8534" y="9972"/>
                </a:lnTo>
                <a:lnTo>
                  <a:pt x="8784" y="9847"/>
                </a:lnTo>
                <a:lnTo>
                  <a:pt x="9002" y="9691"/>
                </a:lnTo>
                <a:lnTo>
                  <a:pt x="9221" y="9534"/>
                </a:lnTo>
                <a:lnTo>
                  <a:pt x="9409" y="9316"/>
                </a:lnTo>
                <a:lnTo>
                  <a:pt x="9596" y="9097"/>
                </a:lnTo>
                <a:lnTo>
                  <a:pt x="13035" y="3846"/>
                </a:lnTo>
                <a:lnTo>
                  <a:pt x="13222" y="3533"/>
                </a:lnTo>
                <a:lnTo>
                  <a:pt x="13347" y="3220"/>
                </a:lnTo>
                <a:lnTo>
                  <a:pt x="13410" y="2877"/>
                </a:lnTo>
                <a:lnTo>
                  <a:pt x="13441" y="2533"/>
                </a:lnTo>
                <a:lnTo>
                  <a:pt x="13441" y="2220"/>
                </a:lnTo>
                <a:lnTo>
                  <a:pt x="13378" y="1908"/>
                </a:lnTo>
                <a:lnTo>
                  <a:pt x="13285" y="1595"/>
                </a:lnTo>
                <a:lnTo>
                  <a:pt x="13160" y="1282"/>
                </a:lnTo>
                <a:lnTo>
                  <a:pt x="12972" y="1032"/>
                </a:lnTo>
                <a:lnTo>
                  <a:pt x="12753" y="782"/>
                </a:lnTo>
                <a:lnTo>
                  <a:pt x="12534" y="563"/>
                </a:lnTo>
                <a:lnTo>
                  <a:pt x="12253" y="345"/>
                </a:lnTo>
                <a:lnTo>
                  <a:pt x="11972" y="188"/>
                </a:lnTo>
                <a:lnTo>
                  <a:pt x="11659" y="95"/>
                </a:lnTo>
                <a:lnTo>
                  <a:pt x="11315"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
          <p:cNvSpPr/>
          <p:nvPr/>
        </p:nvSpPr>
        <p:spPr>
          <a:xfrm>
            <a:off x="3487864" y="3801508"/>
            <a:ext cx="919383" cy="431086"/>
          </a:xfrm>
          <a:custGeom>
            <a:rect b="b" l="l" r="r" t="t"/>
            <a:pathLst>
              <a:path extrusionOk="0" h="5159" w="11003">
                <a:moveTo>
                  <a:pt x="563" y="1"/>
                </a:moveTo>
                <a:lnTo>
                  <a:pt x="375" y="94"/>
                </a:lnTo>
                <a:lnTo>
                  <a:pt x="219" y="220"/>
                </a:lnTo>
                <a:lnTo>
                  <a:pt x="94" y="345"/>
                </a:lnTo>
                <a:lnTo>
                  <a:pt x="31" y="532"/>
                </a:lnTo>
                <a:lnTo>
                  <a:pt x="0" y="720"/>
                </a:lnTo>
                <a:lnTo>
                  <a:pt x="0" y="907"/>
                </a:lnTo>
                <a:lnTo>
                  <a:pt x="94" y="1126"/>
                </a:lnTo>
                <a:lnTo>
                  <a:pt x="1969" y="4471"/>
                </a:lnTo>
                <a:lnTo>
                  <a:pt x="2063" y="4627"/>
                </a:lnTo>
                <a:lnTo>
                  <a:pt x="2188" y="4752"/>
                </a:lnTo>
                <a:lnTo>
                  <a:pt x="2313" y="4877"/>
                </a:lnTo>
                <a:lnTo>
                  <a:pt x="2438" y="4971"/>
                </a:lnTo>
                <a:lnTo>
                  <a:pt x="2594" y="5064"/>
                </a:lnTo>
                <a:lnTo>
                  <a:pt x="2782" y="5096"/>
                </a:lnTo>
                <a:lnTo>
                  <a:pt x="2938" y="5158"/>
                </a:lnTo>
                <a:lnTo>
                  <a:pt x="7252" y="5158"/>
                </a:lnTo>
                <a:lnTo>
                  <a:pt x="7502" y="5127"/>
                </a:lnTo>
                <a:lnTo>
                  <a:pt x="7721" y="5096"/>
                </a:lnTo>
                <a:lnTo>
                  <a:pt x="7939" y="5033"/>
                </a:lnTo>
                <a:lnTo>
                  <a:pt x="8127" y="4939"/>
                </a:lnTo>
                <a:lnTo>
                  <a:pt x="8346" y="4814"/>
                </a:lnTo>
                <a:lnTo>
                  <a:pt x="8502" y="4658"/>
                </a:lnTo>
                <a:lnTo>
                  <a:pt x="8690" y="4502"/>
                </a:lnTo>
                <a:lnTo>
                  <a:pt x="8815" y="4314"/>
                </a:lnTo>
                <a:lnTo>
                  <a:pt x="10878" y="1188"/>
                </a:lnTo>
                <a:lnTo>
                  <a:pt x="10971" y="970"/>
                </a:lnTo>
                <a:lnTo>
                  <a:pt x="11003" y="782"/>
                </a:lnTo>
                <a:lnTo>
                  <a:pt x="10971" y="563"/>
                </a:lnTo>
                <a:lnTo>
                  <a:pt x="10909" y="376"/>
                </a:lnTo>
                <a:lnTo>
                  <a:pt x="10784" y="220"/>
                </a:lnTo>
                <a:lnTo>
                  <a:pt x="10628" y="94"/>
                </a:lnTo>
                <a:lnTo>
                  <a:pt x="10440"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
          <p:cNvSpPr/>
          <p:nvPr/>
        </p:nvSpPr>
        <p:spPr>
          <a:xfrm>
            <a:off x="3576603" y="4041826"/>
            <a:ext cx="726198" cy="190767"/>
          </a:xfrm>
          <a:custGeom>
            <a:rect b="b" l="l" r="r" t="t"/>
            <a:pathLst>
              <a:path extrusionOk="0" h="2283" w="8691">
                <a:moveTo>
                  <a:pt x="1" y="0"/>
                </a:moveTo>
                <a:lnTo>
                  <a:pt x="907" y="1595"/>
                </a:lnTo>
                <a:lnTo>
                  <a:pt x="1001" y="1751"/>
                </a:lnTo>
                <a:lnTo>
                  <a:pt x="1126" y="1876"/>
                </a:lnTo>
                <a:lnTo>
                  <a:pt x="1251" y="2001"/>
                </a:lnTo>
                <a:lnTo>
                  <a:pt x="1376" y="2095"/>
                </a:lnTo>
                <a:lnTo>
                  <a:pt x="1532" y="2188"/>
                </a:lnTo>
                <a:lnTo>
                  <a:pt x="1720" y="2220"/>
                </a:lnTo>
                <a:lnTo>
                  <a:pt x="1876" y="2282"/>
                </a:lnTo>
                <a:lnTo>
                  <a:pt x="6190" y="2282"/>
                </a:lnTo>
                <a:lnTo>
                  <a:pt x="6440" y="2251"/>
                </a:lnTo>
                <a:lnTo>
                  <a:pt x="6659" y="2220"/>
                </a:lnTo>
                <a:lnTo>
                  <a:pt x="6877" y="2157"/>
                </a:lnTo>
                <a:lnTo>
                  <a:pt x="7065" y="2063"/>
                </a:lnTo>
                <a:lnTo>
                  <a:pt x="7284" y="1938"/>
                </a:lnTo>
                <a:lnTo>
                  <a:pt x="7440" y="1782"/>
                </a:lnTo>
                <a:lnTo>
                  <a:pt x="7628" y="1626"/>
                </a:lnTo>
                <a:lnTo>
                  <a:pt x="7753" y="1438"/>
                </a:lnTo>
                <a:lnTo>
                  <a:pt x="8690" y="0"/>
                </a:lnTo>
                <a:close/>
              </a:path>
            </a:pathLst>
          </a:custGeom>
          <a:solidFill>
            <a:srgbClr val="0091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
          <p:cNvSpPr/>
          <p:nvPr/>
        </p:nvSpPr>
        <p:spPr>
          <a:xfrm>
            <a:off x="4895583" y="3420225"/>
            <a:ext cx="316098" cy="530272"/>
          </a:xfrm>
          <a:custGeom>
            <a:rect b="b" l="l" r="r" t="t"/>
            <a:pathLst>
              <a:path extrusionOk="0" h="6346" w="3783">
                <a:moveTo>
                  <a:pt x="876" y="0"/>
                </a:moveTo>
                <a:lnTo>
                  <a:pt x="188" y="531"/>
                </a:lnTo>
                <a:lnTo>
                  <a:pt x="95" y="625"/>
                </a:lnTo>
                <a:lnTo>
                  <a:pt x="63" y="719"/>
                </a:lnTo>
                <a:lnTo>
                  <a:pt x="1" y="813"/>
                </a:lnTo>
                <a:lnTo>
                  <a:pt x="1" y="938"/>
                </a:lnTo>
                <a:lnTo>
                  <a:pt x="1" y="1032"/>
                </a:lnTo>
                <a:lnTo>
                  <a:pt x="63" y="1157"/>
                </a:lnTo>
                <a:lnTo>
                  <a:pt x="95" y="1250"/>
                </a:lnTo>
                <a:lnTo>
                  <a:pt x="188" y="1313"/>
                </a:lnTo>
                <a:lnTo>
                  <a:pt x="563" y="1626"/>
                </a:lnTo>
                <a:lnTo>
                  <a:pt x="1001" y="2032"/>
                </a:lnTo>
                <a:lnTo>
                  <a:pt x="1470" y="2501"/>
                </a:lnTo>
                <a:lnTo>
                  <a:pt x="1970" y="3095"/>
                </a:lnTo>
                <a:lnTo>
                  <a:pt x="2470" y="3751"/>
                </a:lnTo>
                <a:lnTo>
                  <a:pt x="2720" y="4126"/>
                </a:lnTo>
                <a:lnTo>
                  <a:pt x="2970" y="4532"/>
                </a:lnTo>
                <a:lnTo>
                  <a:pt x="3189" y="4939"/>
                </a:lnTo>
                <a:lnTo>
                  <a:pt x="3408" y="5376"/>
                </a:lnTo>
                <a:lnTo>
                  <a:pt x="3627" y="5845"/>
                </a:lnTo>
                <a:lnTo>
                  <a:pt x="3783" y="6345"/>
                </a:lnTo>
                <a:lnTo>
                  <a:pt x="3783" y="5939"/>
                </a:lnTo>
                <a:lnTo>
                  <a:pt x="3752" y="5564"/>
                </a:lnTo>
                <a:lnTo>
                  <a:pt x="3627" y="4845"/>
                </a:lnTo>
                <a:lnTo>
                  <a:pt x="3502" y="4220"/>
                </a:lnTo>
                <a:lnTo>
                  <a:pt x="3314" y="3626"/>
                </a:lnTo>
                <a:lnTo>
                  <a:pt x="3095" y="3063"/>
                </a:lnTo>
                <a:lnTo>
                  <a:pt x="2877" y="2563"/>
                </a:lnTo>
                <a:lnTo>
                  <a:pt x="2626" y="2126"/>
                </a:lnTo>
                <a:lnTo>
                  <a:pt x="2376" y="1719"/>
                </a:lnTo>
                <a:lnTo>
                  <a:pt x="2126" y="1344"/>
                </a:lnTo>
                <a:lnTo>
                  <a:pt x="1908" y="1032"/>
                </a:lnTo>
                <a:lnTo>
                  <a:pt x="1657" y="750"/>
                </a:lnTo>
                <a:lnTo>
                  <a:pt x="1251" y="344"/>
                </a:lnTo>
                <a:lnTo>
                  <a:pt x="970" y="94"/>
                </a:lnTo>
                <a:lnTo>
                  <a:pt x="876" y="0"/>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
          <p:cNvSpPr/>
          <p:nvPr/>
        </p:nvSpPr>
        <p:spPr>
          <a:xfrm>
            <a:off x="2688621" y="3819808"/>
            <a:ext cx="363141" cy="321372"/>
          </a:xfrm>
          <a:custGeom>
            <a:rect b="b" l="l" r="r" t="t"/>
            <a:pathLst>
              <a:path extrusionOk="0" h="3846" w="4346">
                <a:moveTo>
                  <a:pt x="3782" y="1"/>
                </a:moveTo>
                <a:lnTo>
                  <a:pt x="2001" y="251"/>
                </a:lnTo>
                <a:lnTo>
                  <a:pt x="1720" y="563"/>
                </a:lnTo>
                <a:lnTo>
                  <a:pt x="1438" y="907"/>
                </a:lnTo>
                <a:lnTo>
                  <a:pt x="1188" y="1282"/>
                </a:lnTo>
                <a:lnTo>
                  <a:pt x="938" y="1657"/>
                </a:lnTo>
                <a:lnTo>
                  <a:pt x="719" y="2032"/>
                </a:lnTo>
                <a:lnTo>
                  <a:pt x="532" y="2407"/>
                </a:lnTo>
                <a:lnTo>
                  <a:pt x="375" y="2782"/>
                </a:lnTo>
                <a:lnTo>
                  <a:pt x="94" y="3501"/>
                </a:lnTo>
                <a:lnTo>
                  <a:pt x="0" y="3845"/>
                </a:lnTo>
                <a:lnTo>
                  <a:pt x="719" y="3845"/>
                </a:lnTo>
                <a:lnTo>
                  <a:pt x="969" y="3814"/>
                </a:lnTo>
                <a:lnTo>
                  <a:pt x="1219" y="3783"/>
                </a:lnTo>
                <a:lnTo>
                  <a:pt x="1438" y="3720"/>
                </a:lnTo>
                <a:lnTo>
                  <a:pt x="1688" y="3626"/>
                </a:lnTo>
                <a:lnTo>
                  <a:pt x="1907" y="3501"/>
                </a:lnTo>
                <a:lnTo>
                  <a:pt x="2095" y="3376"/>
                </a:lnTo>
                <a:lnTo>
                  <a:pt x="2282" y="3189"/>
                </a:lnTo>
                <a:lnTo>
                  <a:pt x="2438" y="3001"/>
                </a:lnTo>
                <a:lnTo>
                  <a:pt x="3282" y="2001"/>
                </a:lnTo>
                <a:lnTo>
                  <a:pt x="4220" y="844"/>
                </a:lnTo>
                <a:lnTo>
                  <a:pt x="4283" y="688"/>
                </a:lnTo>
                <a:lnTo>
                  <a:pt x="4345" y="532"/>
                </a:lnTo>
                <a:lnTo>
                  <a:pt x="4314" y="376"/>
                </a:lnTo>
                <a:lnTo>
                  <a:pt x="4283" y="251"/>
                </a:lnTo>
                <a:lnTo>
                  <a:pt x="4189" y="126"/>
                </a:lnTo>
                <a:lnTo>
                  <a:pt x="4095" y="63"/>
                </a:lnTo>
                <a:lnTo>
                  <a:pt x="3939"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3"/>
          <p:cNvSpPr/>
          <p:nvPr/>
        </p:nvSpPr>
        <p:spPr>
          <a:xfrm>
            <a:off x="2730401" y="3858997"/>
            <a:ext cx="279500" cy="245583"/>
          </a:xfrm>
          <a:custGeom>
            <a:rect b="b" l="l" r="r" t="t"/>
            <a:pathLst>
              <a:path extrusionOk="0" h="2939" w="3345">
                <a:moveTo>
                  <a:pt x="3345" y="0"/>
                </a:moveTo>
                <a:lnTo>
                  <a:pt x="1688" y="188"/>
                </a:lnTo>
                <a:lnTo>
                  <a:pt x="1563" y="219"/>
                </a:lnTo>
                <a:lnTo>
                  <a:pt x="1438" y="313"/>
                </a:lnTo>
                <a:lnTo>
                  <a:pt x="1188" y="626"/>
                </a:lnTo>
                <a:lnTo>
                  <a:pt x="938" y="1001"/>
                </a:lnTo>
                <a:lnTo>
                  <a:pt x="719" y="1438"/>
                </a:lnTo>
                <a:lnTo>
                  <a:pt x="501" y="1876"/>
                </a:lnTo>
                <a:lnTo>
                  <a:pt x="157" y="2626"/>
                </a:lnTo>
                <a:lnTo>
                  <a:pt x="0" y="2939"/>
                </a:lnTo>
                <a:lnTo>
                  <a:pt x="0" y="2939"/>
                </a:lnTo>
                <a:lnTo>
                  <a:pt x="344" y="2907"/>
                </a:lnTo>
                <a:lnTo>
                  <a:pt x="657" y="2845"/>
                </a:lnTo>
                <a:lnTo>
                  <a:pt x="969" y="2720"/>
                </a:lnTo>
                <a:lnTo>
                  <a:pt x="1251" y="2532"/>
                </a:lnTo>
                <a:lnTo>
                  <a:pt x="1532" y="2313"/>
                </a:lnTo>
                <a:lnTo>
                  <a:pt x="1813" y="2063"/>
                </a:lnTo>
                <a:lnTo>
                  <a:pt x="2063" y="1782"/>
                </a:lnTo>
                <a:lnTo>
                  <a:pt x="2314" y="1501"/>
                </a:lnTo>
                <a:lnTo>
                  <a:pt x="2751" y="969"/>
                </a:lnTo>
                <a:lnTo>
                  <a:pt x="3064" y="469"/>
                </a:lnTo>
                <a:lnTo>
                  <a:pt x="3345"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3"/>
          <p:cNvSpPr/>
          <p:nvPr/>
        </p:nvSpPr>
        <p:spPr>
          <a:xfrm>
            <a:off x="2798334" y="3885068"/>
            <a:ext cx="164608" cy="120243"/>
          </a:xfrm>
          <a:custGeom>
            <a:rect b="b" l="l" r="r" t="t"/>
            <a:pathLst>
              <a:path extrusionOk="0" h="1439" w="1970">
                <a:moveTo>
                  <a:pt x="1969" y="1"/>
                </a:moveTo>
                <a:lnTo>
                  <a:pt x="1000" y="95"/>
                </a:lnTo>
                <a:lnTo>
                  <a:pt x="907" y="95"/>
                </a:lnTo>
                <a:lnTo>
                  <a:pt x="844" y="157"/>
                </a:lnTo>
                <a:lnTo>
                  <a:pt x="688" y="314"/>
                </a:lnTo>
                <a:lnTo>
                  <a:pt x="532" y="501"/>
                </a:lnTo>
                <a:lnTo>
                  <a:pt x="281" y="907"/>
                </a:lnTo>
                <a:lnTo>
                  <a:pt x="0" y="1439"/>
                </a:lnTo>
                <a:lnTo>
                  <a:pt x="188" y="1439"/>
                </a:lnTo>
                <a:lnTo>
                  <a:pt x="375" y="1376"/>
                </a:lnTo>
                <a:lnTo>
                  <a:pt x="563" y="1314"/>
                </a:lnTo>
                <a:lnTo>
                  <a:pt x="719" y="1251"/>
                </a:lnTo>
                <a:lnTo>
                  <a:pt x="1063" y="1001"/>
                </a:lnTo>
                <a:lnTo>
                  <a:pt x="1344" y="751"/>
                </a:lnTo>
                <a:lnTo>
                  <a:pt x="1594" y="470"/>
                </a:lnTo>
                <a:lnTo>
                  <a:pt x="1782" y="220"/>
                </a:lnTo>
                <a:lnTo>
                  <a:pt x="1969" y="1"/>
                </a:lnTo>
                <a:close/>
              </a:path>
            </a:pathLst>
          </a:custGeom>
          <a:solidFill>
            <a:srgbClr val="F3E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3"/>
          <p:cNvSpPr/>
          <p:nvPr/>
        </p:nvSpPr>
        <p:spPr>
          <a:xfrm>
            <a:off x="3143099" y="3294802"/>
            <a:ext cx="1757799" cy="402341"/>
          </a:xfrm>
          <a:custGeom>
            <a:rect b="b" l="l" r="r" t="t"/>
            <a:pathLst>
              <a:path extrusionOk="0" h="4815" w="21037">
                <a:moveTo>
                  <a:pt x="13003" y="1"/>
                </a:moveTo>
                <a:lnTo>
                  <a:pt x="12347" y="32"/>
                </a:lnTo>
                <a:lnTo>
                  <a:pt x="11690" y="95"/>
                </a:lnTo>
                <a:lnTo>
                  <a:pt x="11034" y="188"/>
                </a:lnTo>
                <a:lnTo>
                  <a:pt x="11003" y="188"/>
                </a:lnTo>
                <a:lnTo>
                  <a:pt x="9752" y="407"/>
                </a:lnTo>
                <a:lnTo>
                  <a:pt x="8565" y="657"/>
                </a:lnTo>
                <a:lnTo>
                  <a:pt x="7439" y="970"/>
                </a:lnTo>
                <a:lnTo>
                  <a:pt x="6408" y="1314"/>
                </a:lnTo>
                <a:lnTo>
                  <a:pt x="5439" y="1689"/>
                </a:lnTo>
                <a:lnTo>
                  <a:pt x="4532" y="2064"/>
                </a:lnTo>
                <a:lnTo>
                  <a:pt x="3688" y="2470"/>
                </a:lnTo>
                <a:lnTo>
                  <a:pt x="2938" y="2845"/>
                </a:lnTo>
                <a:lnTo>
                  <a:pt x="2282" y="3252"/>
                </a:lnTo>
                <a:lnTo>
                  <a:pt x="1688" y="3595"/>
                </a:lnTo>
                <a:lnTo>
                  <a:pt x="750" y="4221"/>
                </a:lnTo>
                <a:lnTo>
                  <a:pt x="188" y="4627"/>
                </a:lnTo>
                <a:lnTo>
                  <a:pt x="0" y="4783"/>
                </a:lnTo>
                <a:lnTo>
                  <a:pt x="156" y="4814"/>
                </a:lnTo>
                <a:lnTo>
                  <a:pt x="469" y="4783"/>
                </a:lnTo>
                <a:lnTo>
                  <a:pt x="969" y="4752"/>
                </a:lnTo>
                <a:lnTo>
                  <a:pt x="1594" y="4689"/>
                </a:lnTo>
                <a:lnTo>
                  <a:pt x="2313" y="4564"/>
                </a:lnTo>
                <a:lnTo>
                  <a:pt x="3032" y="4408"/>
                </a:lnTo>
                <a:lnTo>
                  <a:pt x="3407" y="4283"/>
                </a:lnTo>
                <a:lnTo>
                  <a:pt x="3751" y="4189"/>
                </a:lnTo>
                <a:lnTo>
                  <a:pt x="4095" y="4033"/>
                </a:lnTo>
                <a:lnTo>
                  <a:pt x="4376" y="3908"/>
                </a:lnTo>
                <a:lnTo>
                  <a:pt x="4657" y="3720"/>
                </a:lnTo>
                <a:lnTo>
                  <a:pt x="4876" y="3533"/>
                </a:lnTo>
                <a:lnTo>
                  <a:pt x="5564" y="2908"/>
                </a:lnTo>
                <a:lnTo>
                  <a:pt x="5908" y="2626"/>
                </a:lnTo>
                <a:lnTo>
                  <a:pt x="6283" y="2314"/>
                </a:lnTo>
                <a:lnTo>
                  <a:pt x="6720" y="2032"/>
                </a:lnTo>
                <a:lnTo>
                  <a:pt x="7221" y="1782"/>
                </a:lnTo>
                <a:lnTo>
                  <a:pt x="7783" y="1532"/>
                </a:lnTo>
                <a:lnTo>
                  <a:pt x="8408" y="1314"/>
                </a:lnTo>
                <a:lnTo>
                  <a:pt x="9159" y="1126"/>
                </a:lnTo>
                <a:lnTo>
                  <a:pt x="9971" y="1001"/>
                </a:lnTo>
                <a:lnTo>
                  <a:pt x="10940" y="876"/>
                </a:lnTo>
                <a:lnTo>
                  <a:pt x="12034" y="845"/>
                </a:lnTo>
                <a:lnTo>
                  <a:pt x="13253" y="813"/>
                </a:lnTo>
                <a:lnTo>
                  <a:pt x="14629" y="876"/>
                </a:lnTo>
                <a:lnTo>
                  <a:pt x="16191" y="1001"/>
                </a:lnTo>
                <a:lnTo>
                  <a:pt x="17911" y="1157"/>
                </a:lnTo>
                <a:lnTo>
                  <a:pt x="18223" y="1189"/>
                </a:lnTo>
                <a:lnTo>
                  <a:pt x="18504" y="1189"/>
                </a:lnTo>
                <a:lnTo>
                  <a:pt x="18817" y="1157"/>
                </a:lnTo>
                <a:lnTo>
                  <a:pt x="19098" y="1095"/>
                </a:lnTo>
                <a:lnTo>
                  <a:pt x="19380" y="1001"/>
                </a:lnTo>
                <a:lnTo>
                  <a:pt x="19661" y="907"/>
                </a:lnTo>
                <a:lnTo>
                  <a:pt x="19911" y="751"/>
                </a:lnTo>
                <a:lnTo>
                  <a:pt x="20161" y="595"/>
                </a:lnTo>
                <a:lnTo>
                  <a:pt x="21036"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
          <p:cNvSpPr/>
          <p:nvPr/>
        </p:nvSpPr>
        <p:spPr>
          <a:xfrm>
            <a:off x="4814614" y="3801508"/>
            <a:ext cx="112385" cy="120243"/>
          </a:xfrm>
          <a:custGeom>
            <a:rect b="b" l="l" r="r" t="t"/>
            <a:pathLst>
              <a:path extrusionOk="0" h="1439" w="1345">
                <a:moveTo>
                  <a:pt x="438" y="1"/>
                </a:moveTo>
                <a:lnTo>
                  <a:pt x="1" y="720"/>
                </a:lnTo>
                <a:lnTo>
                  <a:pt x="720" y="720"/>
                </a:lnTo>
                <a:lnTo>
                  <a:pt x="407" y="1439"/>
                </a:lnTo>
                <a:lnTo>
                  <a:pt x="1345" y="470"/>
                </a:lnTo>
                <a:lnTo>
                  <a:pt x="595" y="470"/>
                </a:lnTo>
                <a:lnTo>
                  <a:pt x="90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
          <p:cNvSpPr/>
          <p:nvPr/>
        </p:nvSpPr>
        <p:spPr>
          <a:xfrm>
            <a:off x="5449329" y="3075457"/>
            <a:ext cx="914203" cy="1381748"/>
          </a:xfrm>
          <a:custGeom>
            <a:rect b="b" l="l" r="r" t="t"/>
            <a:pathLst>
              <a:path extrusionOk="0" h="16536" w="10941">
                <a:moveTo>
                  <a:pt x="2095" y="0"/>
                </a:moveTo>
                <a:lnTo>
                  <a:pt x="1845" y="63"/>
                </a:lnTo>
                <a:lnTo>
                  <a:pt x="1626" y="94"/>
                </a:lnTo>
                <a:lnTo>
                  <a:pt x="1407" y="188"/>
                </a:lnTo>
                <a:lnTo>
                  <a:pt x="1219" y="281"/>
                </a:lnTo>
                <a:lnTo>
                  <a:pt x="1032" y="406"/>
                </a:lnTo>
                <a:lnTo>
                  <a:pt x="844" y="532"/>
                </a:lnTo>
                <a:lnTo>
                  <a:pt x="688" y="688"/>
                </a:lnTo>
                <a:lnTo>
                  <a:pt x="532" y="844"/>
                </a:lnTo>
                <a:lnTo>
                  <a:pt x="375" y="1032"/>
                </a:lnTo>
                <a:lnTo>
                  <a:pt x="282" y="1219"/>
                </a:lnTo>
                <a:lnTo>
                  <a:pt x="188" y="1407"/>
                </a:lnTo>
                <a:lnTo>
                  <a:pt x="94" y="1626"/>
                </a:lnTo>
                <a:lnTo>
                  <a:pt x="32" y="1844"/>
                </a:lnTo>
                <a:lnTo>
                  <a:pt x="0" y="2094"/>
                </a:lnTo>
                <a:lnTo>
                  <a:pt x="0" y="2313"/>
                </a:lnTo>
                <a:lnTo>
                  <a:pt x="0" y="16535"/>
                </a:lnTo>
                <a:lnTo>
                  <a:pt x="10940" y="16535"/>
                </a:lnTo>
                <a:lnTo>
                  <a:pt x="10940" y="2313"/>
                </a:lnTo>
                <a:lnTo>
                  <a:pt x="10940" y="2094"/>
                </a:lnTo>
                <a:lnTo>
                  <a:pt x="10909" y="1844"/>
                </a:lnTo>
                <a:lnTo>
                  <a:pt x="10847" y="1626"/>
                </a:lnTo>
                <a:lnTo>
                  <a:pt x="10753" y="1407"/>
                </a:lnTo>
                <a:lnTo>
                  <a:pt x="10659" y="1219"/>
                </a:lnTo>
                <a:lnTo>
                  <a:pt x="10565" y="1032"/>
                </a:lnTo>
                <a:lnTo>
                  <a:pt x="10409" y="844"/>
                </a:lnTo>
                <a:lnTo>
                  <a:pt x="10253" y="688"/>
                </a:lnTo>
                <a:lnTo>
                  <a:pt x="10097" y="532"/>
                </a:lnTo>
                <a:lnTo>
                  <a:pt x="9909" y="406"/>
                </a:lnTo>
                <a:lnTo>
                  <a:pt x="9721" y="281"/>
                </a:lnTo>
                <a:lnTo>
                  <a:pt x="9534" y="188"/>
                </a:lnTo>
                <a:lnTo>
                  <a:pt x="9315" y="94"/>
                </a:lnTo>
                <a:lnTo>
                  <a:pt x="9096" y="63"/>
                </a:lnTo>
                <a:lnTo>
                  <a:pt x="8877" y="0"/>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
          <p:cNvSpPr/>
          <p:nvPr/>
        </p:nvSpPr>
        <p:spPr>
          <a:xfrm>
            <a:off x="6023964" y="3075457"/>
            <a:ext cx="339578" cy="1381748"/>
          </a:xfrm>
          <a:custGeom>
            <a:rect b="b" l="l" r="r" t="t"/>
            <a:pathLst>
              <a:path extrusionOk="0" h="16536" w="4064">
                <a:moveTo>
                  <a:pt x="0" y="0"/>
                </a:moveTo>
                <a:lnTo>
                  <a:pt x="219" y="63"/>
                </a:lnTo>
                <a:lnTo>
                  <a:pt x="438" y="94"/>
                </a:lnTo>
                <a:lnTo>
                  <a:pt x="656" y="188"/>
                </a:lnTo>
                <a:lnTo>
                  <a:pt x="875" y="281"/>
                </a:lnTo>
                <a:lnTo>
                  <a:pt x="1063" y="406"/>
                </a:lnTo>
                <a:lnTo>
                  <a:pt x="1250" y="532"/>
                </a:lnTo>
                <a:lnTo>
                  <a:pt x="1407" y="688"/>
                </a:lnTo>
                <a:lnTo>
                  <a:pt x="1563" y="844"/>
                </a:lnTo>
                <a:lnTo>
                  <a:pt x="1688" y="1032"/>
                </a:lnTo>
                <a:lnTo>
                  <a:pt x="1813" y="1219"/>
                </a:lnTo>
                <a:lnTo>
                  <a:pt x="1907" y="1407"/>
                </a:lnTo>
                <a:lnTo>
                  <a:pt x="1969" y="1626"/>
                </a:lnTo>
                <a:lnTo>
                  <a:pt x="2032" y="1844"/>
                </a:lnTo>
                <a:lnTo>
                  <a:pt x="2063" y="2094"/>
                </a:lnTo>
                <a:lnTo>
                  <a:pt x="2094" y="2313"/>
                </a:lnTo>
                <a:lnTo>
                  <a:pt x="2094" y="16535"/>
                </a:lnTo>
                <a:lnTo>
                  <a:pt x="4063" y="16535"/>
                </a:lnTo>
                <a:lnTo>
                  <a:pt x="4063" y="2313"/>
                </a:lnTo>
                <a:lnTo>
                  <a:pt x="4063" y="2094"/>
                </a:lnTo>
                <a:lnTo>
                  <a:pt x="4032" y="1844"/>
                </a:lnTo>
                <a:lnTo>
                  <a:pt x="3970" y="1626"/>
                </a:lnTo>
                <a:lnTo>
                  <a:pt x="3876" y="1407"/>
                </a:lnTo>
                <a:lnTo>
                  <a:pt x="3782" y="1219"/>
                </a:lnTo>
                <a:lnTo>
                  <a:pt x="3688" y="1032"/>
                </a:lnTo>
                <a:lnTo>
                  <a:pt x="3532" y="844"/>
                </a:lnTo>
                <a:lnTo>
                  <a:pt x="3376" y="688"/>
                </a:lnTo>
                <a:lnTo>
                  <a:pt x="3220" y="532"/>
                </a:lnTo>
                <a:lnTo>
                  <a:pt x="3032" y="406"/>
                </a:lnTo>
                <a:lnTo>
                  <a:pt x="2844" y="281"/>
                </a:lnTo>
                <a:lnTo>
                  <a:pt x="2657" y="188"/>
                </a:lnTo>
                <a:lnTo>
                  <a:pt x="2438" y="94"/>
                </a:lnTo>
                <a:lnTo>
                  <a:pt x="2219" y="63"/>
                </a:lnTo>
                <a:lnTo>
                  <a:pt x="2000" y="0"/>
                </a:lnTo>
                <a:close/>
              </a:path>
            </a:pathLst>
          </a:custGeom>
          <a:solidFill>
            <a:srgbClr val="0091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
          <p:cNvSpPr/>
          <p:nvPr/>
        </p:nvSpPr>
        <p:spPr>
          <a:xfrm>
            <a:off x="5449329" y="4248135"/>
            <a:ext cx="914203" cy="193358"/>
          </a:xfrm>
          <a:custGeom>
            <a:rect b="b" l="l" r="r" t="t"/>
            <a:pathLst>
              <a:path extrusionOk="0" h="2314" w="10941">
                <a:moveTo>
                  <a:pt x="0" y="1"/>
                </a:moveTo>
                <a:lnTo>
                  <a:pt x="0" y="2314"/>
                </a:lnTo>
                <a:lnTo>
                  <a:pt x="10940" y="2314"/>
                </a:lnTo>
                <a:lnTo>
                  <a:pt x="10940" y="1"/>
                </a:lnTo>
                <a:close/>
              </a:path>
            </a:pathLst>
          </a:custGeom>
          <a:solidFill>
            <a:srgbClr val="0091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
          <p:cNvSpPr/>
          <p:nvPr/>
        </p:nvSpPr>
        <p:spPr>
          <a:xfrm>
            <a:off x="5310871" y="4310805"/>
            <a:ext cx="1172813" cy="188177"/>
          </a:xfrm>
          <a:custGeom>
            <a:rect b="b" l="l" r="r" t="t"/>
            <a:pathLst>
              <a:path extrusionOk="0" h="2252" w="14036">
                <a:moveTo>
                  <a:pt x="720" y="1"/>
                </a:moveTo>
                <a:lnTo>
                  <a:pt x="563" y="63"/>
                </a:lnTo>
                <a:lnTo>
                  <a:pt x="407" y="157"/>
                </a:lnTo>
                <a:lnTo>
                  <a:pt x="282" y="251"/>
                </a:lnTo>
                <a:lnTo>
                  <a:pt x="157" y="376"/>
                </a:lnTo>
                <a:lnTo>
                  <a:pt x="95" y="532"/>
                </a:lnTo>
                <a:lnTo>
                  <a:pt x="32" y="720"/>
                </a:lnTo>
                <a:lnTo>
                  <a:pt x="1" y="876"/>
                </a:lnTo>
                <a:lnTo>
                  <a:pt x="1" y="2251"/>
                </a:lnTo>
                <a:lnTo>
                  <a:pt x="14035" y="2251"/>
                </a:lnTo>
                <a:lnTo>
                  <a:pt x="14035" y="876"/>
                </a:lnTo>
                <a:lnTo>
                  <a:pt x="14035" y="720"/>
                </a:lnTo>
                <a:lnTo>
                  <a:pt x="13973" y="532"/>
                </a:lnTo>
                <a:lnTo>
                  <a:pt x="13879" y="376"/>
                </a:lnTo>
                <a:lnTo>
                  <a:pt x="13785" y="251"/>
                </a:lnTo>
                <a:lnTo>
                  <a:pt x="13660" y="157"/>
                </a:lnTo>
                <a:lnTo>
                  <a:pt x="13504" y="63"/>
                </a:lnTo>
                <a:lnTo>
                  <a:pt x="13316"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
          <p:cNvSpPr/>
          <p:nvPr/>
        </p:nvSpPr>
        <p:spPr>
          <a:xfrm>
            <a:off x="5527707" y="3174643"/>
            <a:ext cx="739150" cy="603470"/>
          </a:xfrm>
          <a:custGeom>
            <a:rect b="b" l="l" r="r" t="t"/>
            <a:pathLst>
              <a:path extrusionOk="0" h="7222" w="8846">
                <a:moveTo>
                  <a:pt x="1407" y="1"/>
                </a:moveTo>
                <a:lnTo>
                  <a:pt x="1125" y="32"/>
                </a:lnTo>
                <a:lnTo>
                  <a:pt x="844" y="95"/>
                </a:lnTo>
                <a:lnTo>
                  <a:pt x="625" y="220"/>
                </a:lnTo>
                <a:lnTo>
                  <a:pt x="406" y="407"/>
                </a:lnTo>
                <a:lnTo>
                  <a:pt x="250" y="595"/>
                </a:lnTo>
                <a:lnTo>
                  <a:pt x="125" y="845"/>
                </a:lnTo>
                <a:lnTo>
                  <a:pt x="31" y="1126"/>
                </a:lnTo>
                <a:lnTo>
                  <a:pt x="0" y="1407"/>
                </a:lnTo>
                <a:lnTo>
                  <a:pt x="0" y="5815"/>
                </a:lnTo>
                <a:lnTo>
                  <a:pt x="31" y="6096"/>
                </a:lnTo>
                <a:lnTo>
                  <a:pt x="125" y="6377"/>
                </a:lnTo>
                <a:lnTo>
                  <a:pt x="250" y="6596"/>
                </a:lnTo>
                <a:lnTo>
                  <a:pt x="406" y="6815"/>
                </a:lnTo>
                <a:lnTo>
                  <a:pt x="625" y="6971"/>
                </a:lnTo>
                <a:lnTo>
                  <a:pt x="844" y="7096"/>
                </a:lnTo>
                <a:lnTo>
                  <a:pt x="1125" y="7190"/>
                </a:lnTo>
                <a:lnTo>
                  <a:pt x="1407" y="7221"/>
                </a:lnTo>
                <a:lnTo>
                  <a:pt x="7439" y="7221"/>
                </a:lnTo>
                <a:lnTo>
                  <a:pt x="7721" y="7190"/>
                </a:lnTo>
                <a:lnTo>
                  <a:pt x="7971" y="7096"/>
                </a:lnTo>
                <a:lnTo>
                  <a:pt x="8221" y="6971"/>
                </a:lnTo>
                <a:lnTo>
                  <a:pt x="8440" y="6815"/>
                </a:lnTo>
                <a:lnTo>
                  <a:pt x="8596" y="6596"/>
                </a:lnTo>
                <a:lnTo>
                  <a:pt x="8721" y="6377"/>
                </a:lnTo>
                <a:lnTo>
                  <a:pt x="8815" y="6096"/>
                </a:lnTo>
                <a:lnTo>
                  <a:pt x="8846" y="5815"/>
                </a:lnTo>
                <a:lnTo>
                  <a:pt x="8846" y="1407"/>
                </a:lnTo>
                <a:lnTo>
                  <a:pt x="8815" y="1126"/>
                </a:lnTo>
                <a:lnTo>
                  <a:pt x="8721" y="845"/>
                </a:lnTo>
                <a:lnTo>
                  <a:pt x="8596" y="595"/>
                </a:lnTo>
                <a:lnTo>
                  <a:pt x="8440" y="407"/>
                </a:lnTo>
                <a:lnTo>
                  <a:pt x="8221" y="220"/>
                </a:lnTo>
                <a:lnTo>
                  <a:pt x="7971" y="95"/>
                </a:lnTo>
                <a:lnTo>
                  <a:pt x="7721" y="32"/>
                </a:lnTo>
                <a:lnTo>
                  <a:pt x="7439"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
          <p:cNvSpPr/>
          <p:nvPr/>
        </p:nvSpPr>
        <p:spPr>
          <a:xfrm>
            <a:off x="5757495" y="3877297"/>
            <a:ext cx="303063" cy="316107"/>
          </a:xfrm>
          <a:custGeom>
            <a:rect b="b" l="l" r="r" t="t"/>
            <a:pathLst>
              <a:path extrusionOk="0" h="3783" w="3627">
                <a:moveTo>
                  <a:pt x="1189" y="0"/>
                </a:moveTo>
                <a:lnTo>
                  <a:pt x="1" y="1907"/>
                </a:lnTo>
                <a:lnTo>
                  <a:pt x="1939" y="1907"/>
                </a:lnTo>
                <a:lnTo>
                  <a:pt x="1064" y="3782"/>
                </a:lnTo>
                <a:lnTo>
                  <a:pt x="3627" y="1250"/>
                </a:lnTo>
                <a:lnTo>
                  <a:pt x="1626" y="1250"/>
                </a:lnTo>
                <a:lnTo>
                  <a:pt x="2408" y="0"/>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
          <p:cNvSpPr/>
          <p:nvPr/>
        </p:nvSpPr>
        <p:spPr>
          <a:xfrm>
            <a:off x="5645191" y="3333991"/>
            <a:ext cx="436254" cy="276918"/>
          </a:xfrm>
          <a:custGeom>
            <a:rect b="b" l="l" r="r" t="t"/>
            <a:pathLst>
              <a:path extrusionOk="0" h="3314" w="5221">
                <a:moveTo>
                  <a:pt x="407" y="1"/>
                </a:moveTo>
                <a:lnTo>
                  <a:pt x="313" y="32"/>
                </a:lnTo>
                <a:lnTo>
                  <a:pt x="219" y="94"/>
                </a:lnTo>
                <a:lnTo>
                  <a:pt x="157" y="157"/>
                </a:lnTo>
                <a:lnTo>
                  <a:pt x="94" y="219"/>
                </a:lnTo>
                <a:lnTo>
                  <a:pt x="32" y="313"/>
                </a:lnTo>
                <a:lnTo>
                  <a:pt x="1" y="407"/>
                </a:lnTo>
                <a:lnTo>
                  <a:pt x="1" y="532"/>
                </a:lnTo>
                <a:lnTo>
                  <a:pt x="1" y="2783"/>
                </a:lnTo>
                <a:lnTo>
                  <a:pt x="1" y="2876"/>
                </a:lnTo>
                <a:lnTo>
                  <a:pt x="32" y="2970"/>
                </a:lnTo>
                <a:lnTo>
                  <a:pt x="94" y="3064"/>
                </a:lnTo>
                <a:lnTo>
                  <a:pt x="157" y="3158"/>
                </a:lnTo>
                <a:lnTo>
                  <a:pt x="219" y="3220"/>
                </a:lnTo>
                <a:lnTo>
                  <a:pt x="313" y="3251"/>
                </a:lnTo>
                <a:lnTo>
                  <a:pt x="407" y="3283"/>
                </a:lnTo>
                <a:lnTo>
                  <a:pt x="532" y="3314"/>
                </a:lnTo>
                <a:lnTo>
                  <a:pt x="4689" y="3314"/>
                </a:lnTo>
                <a:lnTo>
                  <a:pt x="4783" y="3283"/>
                </a:lnTo>
                <a:lnTo>
                  <a:pt x="4877" y="3251"/>
                </a:lnTo>
                <a:lnTo>
                  <a:pt x="4971" y="3220"/>
                </a:lnTo>
                <a:lnTo>
                  <a:pt x="5064" y="3158"/>
                </a:lnTo>
                <a:lnTo>
                  <a:pt x="5127" y="3064"/>
                </a:lnTo>
                <a:lnTo>
                  <a:pt x="5158" y="2970"/>
                </a:lnTo>
                <a:lnTo>
                  <a:pt x="5189" y="2876"/>
                </a:lnTo>
                <a:lnTo>
                  <a:pt x="5221" y="2783"/>
                </a:lnTo>
                <a:lnTo>
                  <a:pt x="5221" y="532"/>
                </a:lnTo>
                <a:lnTo>
                  <a:pt x="5189" y="407"/>
                </a:lnTo>
                <a:lnTo>
                  <a:pt x="5158" y="313"/>
                </a:lnTo>
                <a:lnTo>
                  <a:pt x="5127" y="219"/>
                </a:lnTo>
                <a:lnTo>
                  <a:pt x="5064" y="157"/>
                </a:lnTo>
                <a:lnTo>
                  <a:pt x="4971" y="94"/>
                </a:lnTo>
                <a:lnTo>
                  <a:pt x="4877" y="32"/>
                </a:lnTo>
                <a:lnTo>
                  <a:pt x="478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
          <p:cNvSpPr/>
          <p:nvPr/>
        </p:nvSpPr>
        <p:spPr>
          <a:xfrm>
            <a:off x="5686971" y="3375771"/>
            <a:ext cx="235131" cy="193358"/>
          </a:xfrm>
          <a:custGeom>
            <a:rect b="b" l="l" r="r" t="t"/>
            <a:pathLst>
              <a:path extrusionOk="0" h="2314" w="2814">
                <a:moveTo>
                  <a:pt x="32" y="1"/>
                </a:moveTo>
                <a:lnTo>
                  <a:pt x="1" y="32"/>
                </a:lnTo>
                <a:lnTo>
                  <a:pt x="1" y="2283"/>
                </a:lnTo>
                <a:lnTo>
                  <a:pt x="32" y="2314"/>
                </a:lnTo>
                <a:lnTo>
                  <a:pt x="2814" y="2314"/>
                </a:lnTo>
                <a:lnTo>
                  <a:pt x="2814" y="1"/>
                </a:lnTo>
                <a:close/>
              </a:path>
            </a:pathLst>
          </a:custGeom>
          <a:solidFill>
            <a:srgbClr val="066E8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
          <p:cNvSpPr/>
          <p:nvPr/>
        </p:nvSpPr>
        <p:spPr>
          <a:xfrm>
            <a:off x="6107523" y="3412370"/>
            <a:ext cx="65342" cy="109798"/>
          </a:xfrm>
          <a:custGeom>
            <a:rect b="b" l="l" r="r" t="t"/>
            <a:pathLst>
              <a:path extrusionOk="0" h="1314" w="782">
                <a:moveTo>
                  <a:pt x="0" y="0"/>
                </a:moveTo>
                <a:lnTo>
                  <a:pt x="0" y="1313"/>
                </a:lnTo>
                <a:lnTo>
                  <a:pt x="500" y="1313"/>
                </a:lnTo>
                <a:lnTo>
                  <a:pt x="625" y="1282"/>
                </a:lnTo>
                <a:lnTo>
                  <a:pt x="688" y="1251"/>
                </a:lnTo>
                <a:lnTo>
                  <a:pt x="750" y="1157"/>
                </a:lnTo>
                <a:lnTo>
                  <a:pt x="782" y="1032"/>
                </a:lnTo>
                <a:lnTo>
                  <a:pt x="782" y="250"/>
                </a:lnTo>
                <a:lnTo>
                  <a:pt x="750" y="157"/>
                </a:lnTo>
                <a:lnTo>
                  <a:pt x="688" y="63"/>
                </a:lnTo>
                <a:lnTo>
                  <a:pt x="625"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
          <p:cNvSpPr/>
          <p:nvPr/>
        </p:nvSpPr>
        <p:spPr>
          <a:xfrm>
            <a:off x="5360506" y="3600380"/>
            <a:ext cx="88905" cy="214248"/>
          </a:xfrm>
          <a:custGeom>
            <a:rect b="b" l="l" r="r" t="t"/>
            <a:pathLst>
              <a:path extrusionOk="0" h="2564" w="1064">
                <a:moveTo>
                  <a:pt x="407" y="1"/>
                </a:moveTo>
                <a:lnTo>
                  <a:pt x="251" y="32"/>
                </a:lnTo>
                <a:lnTo>
                  <a:pt x="94" y="126"/>
                </a:lnTo>
                <a:lnTo>
                  <a:pt x="32" y="251"/>
                </a:lnTo>
                <a:lnTo>
                  <a:pt x="1" y="438"/>
                </a:lnTo>
                <a:lnTo>
                  <a:pt x="1" y="2158"/>
                </a:lnTo>
                <a:lnTo>
                  <a:pt x="32" y="2314"/>
                </a:lnTo>
                <a:lnTo>
                  <a:pt x="94" y="2439"/>
                </a:lnTo>
                <a:lnTo>
                  <a:pt x="251" y="2533"/>
                </a:lnTo>
                <a:lnTo>
                  <a:pt x="407" y="2564"/>
                </a:lnTo>
                <a:lnTo>
                  <a:pt x="1063" y="2564"/>
                </a:lnTo>
                <a:lnTo>
                  <a:pt x="1063"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
          <p:cNvSpPr/>
          <p:nvPr/>
        </p:nvSpPr>
        <p:spPr>
          <a:xfrm>
            <a:off x="4853803" y="3691794"/>
            <a:ext cx="530256" cy="454566"/>
          </a:xfrm>
          <a:custGeom>
            <a:rect b="b" l="l" r="r" t="t"/>
            <a:pathLst>
              <a:path extrusionOk="0" h="5440" w="6346">
                <a:moveTo>
                  <a:pt x="6158" y="1"/>
                </a:moveTo>
                <a:lnTo>
                  <a:pt x="5908" y="32"/>
                </a:lnTo>
                <a:lnTo>
                  <a:pt x="5658" y="95"/>
                </a:lnTo>
                <a:lnTo>
                  <a:pt x="5408" y="220"/>
                </a:lnTo>
                <a:lnTo>
                  <a:pt x="5221" y="407"/>
                </a:lnTo>
                <a:lnTo>
                  <a:pt x="5064" y="595"/>
                </a:lnTo>
                <a:lnTo>
                  <a:pt x="4939" y="814"/>
                </a:lnTo>
                <a:lnTo>
                  <a:pt x="4846" y="1064"/>
                </a:lnTo>
                <a:lnTo>
                  <a:pt x="4846" y="1345"/>
                </a:lnTo>
                <a:lnTo>
                  <a:pt x="4846" y="3595"/>
                </a:lnTo>
                <a:lnTo>
                  <a:pt x="4814" y="3877"/>
                </a:lnTo>
                <a:lnTo>
                  <a:pt x="4721" y="4158"/>
                </a:lnTo>
                <a:lnTo>
                  <a:pt x="4596" y="4408"/>
                </a:lnTo>
                <a:lnTo>
                  <a:pt x="4408" y="4627"/>
                </a:lnTo>
                <a:lnTo>
                  <a:pt x="4189" y="4783"/>
                </a:lnTo>
                <a:lnTo>
                  <a:pt x="3939" y="4940"/>
                </a:lnTo>
                <a:lnTo>
                  <a:pt x="3689" y="5002"/>
                </a:lnTo>
                <a:lnTo>
                  <a:pt x="3377" y="5033"/>
                </a:lnTo>
                <a:lnTo>
                  <a:pt x="1845" y="5033"/>
                </a:lnTo>
                <a:lnTo>
                  <a:pt x="1564" y="5002"/>
                </a:lnTo>
                <a:lnTo>
                  <a:pt x="1282" y="4940"/>
                </a:lnTo>
                <a:lnTo>
                  <a:pt x="1032" y="4783"/>
                </a:lnTo>
                <a:lnTo>
                  <a:pt x="813" y="4627"/>
                </a:lnTo>
                <a:lnTo>
                  <a:pt x="657" y="4408"/>
                </a:lnTo>
                <a:lnTo>
                  <a:pt x="501" y="4158"/>
                </a:lnTo>
                <a:lnTo>
                  <a:pt x="438" y="3877"/>
                </a:lnTo>
                <a:lnTo>
                  <a:pt x="407" y="3595"/>
                </a:lnTo>
                <a:lnTo>
                  <a:pt x="407" y="2939"/>
                </a:lnTo>
                <a:lnTo>
                  <a:pt x="1" y="2939"/>
                </a:lnTo>
                <a:lnTo>
                  <a:pt x="1" y="3595"/>
                </a:lnTo>
                <a:lnTo>
                  <a:pt x="1" y="3783"/>
                </a:lnTo>
                <a:lnTo>
                  <a:pt x="32" y="3971"/>
                </a:lnTo>
                <a:lnTo>
                  <a:pt x="157" y="4314"/>
                </a:lnTo>
                <a:lnTo>
                  <a:pt x="313" y="4627"/>
                </a:lnTo>
                <a:lnTo>
                  <a:pt x="532" y="4908"/>
                </a:lnTo>
                <a:lnTo>
                  <a:pt x="813" y="5127"/>
                </a:lnTo>
                <a:lnTo>
                  <a:pt x="1126" y="5283"/>
                </a:lnTo>
                <a:lnTo>
                  <a:pt x="1470" y="5408"/>
                </a:lnTo>
                <a:lnTo>
                  <a:pt x="1657" y="5408"/>
                </a:lnTo>
                <a:lnTo>
                  <a:pt x="1845" y="5440"/>
                </a:lnTo>
                <a:lnTo>
                  <a:pt x="3377" y="5440"/>
                </a:lnTo>
                <a:lnTo>
                  <a:pt x="3564" y="5408"/>
                </a:lnTo>
                <a:lnTo>
                  <a:pt x="3752" y="5408"/>
                </a:lnTo>
                <a:lnTo>
                  <a:pt x="4095" y="5283"/>
                </a:lnTo>
                <a:lnTo>
                  <a:pt x="4408" y="5127"/>
                </a:lnTo>
                <a:lnTo>
                  <a:pt x="4689" y="4908"/>
                </a:lnTo>
                <a:lnTo>
                  <a:pt x="4908" y="4627"/>
                </a:lnTo>
                <a:lnTo>
                  <a:pt x="5064" y="4314"/>
                </a:lnTo>
                <a:lnTo>
                  <a:pt x="5189" y="3971"/>
                </a:lnTo>
                <a:lnTo>
                  <a:pt x="5221" y="3783"/>
                </a:lnTo>
                <a:lnTo>
                  <a:pt x="5221" y="3595"/>
                </a:lnTo>
                <a:lnTo>
                  <a:pt x="5221" y="1345"/>
                </a:lnTo>
                <a:lnTo>
                  <a:pt x="5252" y="1157"/>
                </a:lnTo>
                <a:lnTo>
                  <a:pt x="5283" y="970"/>
                </a:lnTo>
                <a:lnTo>
                  <a:pt x="5377" y="814"/>
                </a:lnTo>
                <a:lnTo>
                  <a:pt x="5502" y="657"/>
                </a:lnTo>
                <a:lnTo>
                  <a:pt x="5627" y="564"/>
                </a:lnTo>
                <a:lnTo>
                  <a:pt x="5815" y="470"/>
                </a:lnTo>
                <a:lnTo>
                  <a:pt x="5971" y="407"/>
                </a:lnTo>
                <a:lnTo>
                  <a:pt x="6346" y="407"/>
                </a:lnTo>
                <a:lnTo>
                  <a:pt x="6346" y="1"/>
                </a:lnTo>
                <a:close/>
              </a:path>
            </a:pathLst>
          </a:custGeom>
          <a:solidFill>
            <a:srgbClr val="0739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
          <p:cNvSpPr txBox="1"/>
          <p:nvPr/>
        </p:nvSpPr>
        <p:spPr>
          <a:xfrm>
            <a:off x="7255400" y="3044327"/>
            <a:ext cx="1172700" cy="28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NL" sz="1400" u="none" cap="none" strike="noStrike">
                <a:solidFill>
                  <a:schemeClr val="accent6"/>
                </a:solidFill>
                <a:latin typeface="Fira Sans"/>
                <a:ea typeface="Fira Sans"/>
                <a:cs typeface="Fira Sans"/>
                <a:sym typeface="Fira Sans"/>
              </a:rPr>
              <a:t>Affordable Mobility</a:t>
            </a:r>
            <a:endParaRPr b="1" i="0" sz="1400" u="none" cap="none" strike="noStrike">
              <a:solidFill>
                <a:schemeClr val="accent6"/>
              </a:solidFill>
              <a:latin typeface="Fira Sans"/>
              <a:ea typeface="Fira Sans"/>
              <a:cs typeface="Fira Sans"/>
              <a:sym typeface="Fira Sans"/>
            </a:endParaRPr>
          </a:p>
        </p:txBody>
      </p:sp>
      <p:cxnSp>
        <p:nvCxnSpPr>
          <p:cNvPr id="242" name="Google Shape;242;p3"/>
          <p:cNvCxnSpPr/>
          <p:nvPr/>
        </p:nvCxnSpPr>
        <p:spPr>
          <a:xfrm>
            <a:off x="2011972" y="2967332"/>
            <a:ext cx="1181100" cy="435900"/>
          </a:xfrm>
          <a:prstGeom prst="bentConnector3">
            <a:avLst>
              <a:gd fmla="val 50000" name="adj1"/>
            </a:avLst>
          </a:prstGeom>
          <a:noFill/>
          <a:ln cap="flat" cmpd="sng" w="9525">
            <a:solidFill>
              <a:srgbClr val="0099D8"/>
            </a:solidFill>
            <a:prstDash val="solid"/>
            <a:round/>
            <a:headEnd len="sm" w="sm" type="none"/>
            <a:tailEnd len="med" w="med" type="oval"/>
          </a:ln>
        </p:spPr>
      </p:cxnSp>
      <p:cxnSp>
        <p:nvCxnSpPr>
          <p:cNvPr id="243" name="Google Shape;243;p3"/>
          <p:cNvCxnSpPr/>
          <p:nvPr/>
        </p:nvCxnSpPr>
        <p:spPr>
          <a:xfrm flipH="1" rot="-5400000">
            <a:off x="3558000" y="1923425"/>
            <a:ext cx="846300" cy="581700"/>
          </a:xfrm>
          <a:prstGeom prst="bentConnector3">
            <a:avLst>
              <a:gd fmla="val -1338" name="adj1"/>
            </a:avLst>
          </a:prstGeom>
          <a:noFill/>
          <a:ln cap="flat" cmpd="sng" w="9525">
            <a:solidFill>
              <a:schemeClr val="accent2"/>
            </a:solidFill>
            <a:prstDash val="solid"/>
            <a:round/>
            <a:headEnd len="sm" w="sm" type="none"/>
            <a:tailEnd len="med" w="med" type="oval"/>
          </a:ln>
        </p:spPr>
      </p:cxnSp>
      <p:cxnSp>
        <p:nvCxnSpPr>
          <p:cNvPr id="244" name="Google Shape;244;p3"/>
          <p:cNvCxnSpPr/>
          <p:nvPr/>
        </p:nvCxnSpPr>
        <p:spPr>
          <a:xfrm rot="5400000">
            <a:off x="4734525" y="1931675"/>
            <a:ext cx="846300" cy="565200"/>
          </a:xfrm>
          <a:prstGeom prst="bentConnector3">
            <a:avLst>
              <a:gd fmla="val -1338" name="adj1"/>
            </a:avLst>
          </a:prstGeom>
          <a:noFill/>
          <a:ln cap="flat" cmpd="sng" w="9525">
            <a:solidFill>
              <a:schemeClr val="accent3"/>
            </a:solidFill>
            <a:prstDash val="solid"/>
            <a:round/>
            <a:headEnd len="sm" w="sm" type="none"/>
            <a:tailEnd len="med" w="med" type="oval"/>
          </a:ln>
        </p:spPr>
      </p:cxnSp>
      <p:sp>
        <p:nvSpPr>
          <p:cNvPr id="245" name="Google Shape;245;p3"/>
          <p:cNvSpPr/>
          <p:nvPr/>
        </p:nvSpPr>
        <p:spPr>
          <a:xfrm>
            <a:off x="7600654" y="2313329"/>
            <a:ext cx="482424" cy="482424"/>
          </a:xfrm>
          <a:custGeom>
            <a:rect b="b" l="l" r="r" t="t"/>
            <a:pathLst>
              <a:path extrusionOk="0" h="19563" w="19563">
                <a:moveTo>
                  <a:pt x="9788" y="1"/>
                </a:moveTo>
                <a:cubicBezTo>
                  <a:pt x="4382" y="1"/>
                  <a:pt x="1" y="4382"/>
                  <a:pt x="1" y="9788"/>
                </a:cubicBezTo>
                <a:cubicBezTo>
                  <a:pt x="1" y="15181"/>
                  <a:pt x="4382" y="19563"/>
                  <a:pt x="9788" y="19563"/>
                </a:cubicBezTo>
                <a:cubicBezTo>
                  <a:pt x="15181" y="19563"/>
                  <a:pt x="19563" y="15181"/>
                  <a:pt x="19563" y="9788"/>
                </a:cubicBezTo>
                <a:cubicBezTo>
                  <a:pt x="19563" y="4382"/>
                  <a:pt x="15181" y="1"/>
                  <a:pt x="978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FFFFFF"/>
              </a:solidFill>
              <a:latin typeface="Arial"/>
              <a:ea typeface="Arial"/>
              <a:cs typeface="Arial"/>
              <a:sym typeface="Arial"/>
            </a:endParaRPr>
          </a:p>
        </p:txBody>
      </p:sp>
      <p:grpSp>
        <p:nvGrpSpPr>
          <p:cNvPr id="246" name="Google Shape;246;p3"/>
          <p:cNvGrpSpPr/>
          <p:nvPr/>
        </p:nvGrpSpPr>
        <p:grpSpPr>
          <a:xfrm>
            <a:off x="7700152" y="2408501"/>
            <a:ext cx="283458" cy="283458"/>
            <a:chOff x="1492675" y="2620775"/>
            <a:chExt cx="481825" cy="481825"/>
          </a:xfrm>
        </p:grpSpPr>
        <p:sp>
          <p:nvSpPr>
            <p:cNvPr id="247" name="Google Shape;247;p3"/>
            <p:cNvSpPr/>
            <p:nvPr/>
          </p:nvSpPr>
          <p:spPr>
            <a:xfrm>
              <a:off x="1677125" y="2620775"/>
              <a:ext cx="112950" cy="113850"/>
            </a:xfrm>
            <a:custGeom>
              <a:rect b="b" l="l" r="r" t="t"/>
              <a:pathLst>
                <a:path extrusionOk="0" h="4554" w="4518">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48" name="Google Shape;248;p3"/>
            <p:cNvSpPr/>
            <p:nvPr/>
          </p:nvSpPr>
          <p:spPr>
            <a:xfrm>
              <a:off x="1492675" y="2734675"/>
              <a:ext cx="481825" cy="367925"/>
            </a:xfrm>
            <a:custGeom>
              <a:rect b="b" l="l" r="r" t="t"/>
              <a:pathLst>
                <a:path extrusionOk="0" h="14717" w="19273">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sp>
        <p:nvSpPr>
          <p:cNvPr id="249" name="Google Shape;249;p3"/>
          <p:cNvSpPr txBox="1"/>
          <p:nvPr/>
        </p:nvSpPr>
        <p:spPr>
          <a:xfrm>
            <a:off x="2482788" y="1648263"/>
            <a:ext cx="1254512" cy="28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NL" sz="1400" u="none" cap="none" strike="noStrike">
                <a:solidFill>
                  <a:schemeClr val="accent2"/>
                </a:solidFill>
                <a:latin typeface="Fira Sans"/>
                <a:ea typeface="Fira Sans"/>
                <a:cs typeface="Fira Sans"/>
                <a:sym typeface="Fira Sans"/>
              </a:rPr>
              <a:t>Accessibility</a:t>
            </a:r>
            <a:endParaRPr b="1" i="0" sz="1400" u="none" cap="none" strike="noStrike">
              <a:solidFill>
                <a:schemeClr val="accent2"/>
              </a:solidFill>
              <a:latin typeface="Fira Sans"/>
              <a:ea typeface="Fira Sans"/>
              <a:cs typeface="Fira Sans"/>
              <a:sym typeface="Fira Sans"/>
            </a:endParaRPr>
          </a:p>
        </p:txBody>
      </p:sp>
      <p:grpSp>
        <p:nvGrpSpPr>
          <p:cNvPr id="250" name="Google Shape;250;p3"/>
          <p:cNvGrpSpPr/>
          <p:nvPr/>
        </p:nvGrpSpPr>
        <p:grpSpPr>
          <a:xfrm>
            <a:off x="5428092" y="1132792"/>
            <a:ext cx="1172700" cy="891141"/>
            <a:chOff x="5440279" y="1132104"/>
            <a:chExt cx="1172700" cy="891141"/>
          </a:xfrm>
        </p:grpSpPr>
        <p:sp>
          <p:nvSpPr>
            <p:cNvPr id="251" name="Google Shape;251;p3"/>
            <p:cNvSpPr txBox="1"/>
            <p:nvPr/>
          </p:nvSpPr>
          <p:spPr>
            <a:xfrm>
              <a:off x="5440279" y="1736145"/>
              <a:ext cx="1172700" cy="28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NL" sz="1400" u="none" cap="none" strike="noStrike">
                  <a:solidFill>
                    <a:schemeClr val="accent3"/>
                  </a:solidFill>
                  <a:latin typeface="Fira Sans"/>
                  <a:ea typeface="Fira Sans"/>
                  <a:cs typeface="Fira Sans"/>
                  <a:sym typeface="Fira Sans"/>
                </a:rPr>
                <a:t>Reliable Charging</a:t>
              </a:r>
              <a:endParaRPr b="1" i="0" sz="1400" u="none" cap="none" strike="noStrike">
                <a:solidFill>
                  <a:schemeClr val="accent3"/>
                </a:solidFill>
                <a:latin typeface="Fira Sans"/>
                <a:ea typeface="Fira Sans"/>
                <a:cs typeface="Fira Sans"/>
                <a:sym typeface="Fira Sans"/>
              </a:endParaRPr>
            </a:p>
          </p:txBody>
        </p:sp>
        <p:sp>
          <p:nvSpPr>
            <p:cNvPr id="252" name="Google Shape;252;p3"/>
            <p:cNvSpPr/>
            <p:nvPr/>
          </p:nvSpPr>
          <p:spPr>
            <a:xfrm>
              <a:off x="5785417" y="1132104"/>
              <a:ext cx="482424" cy="482424"/>
            </a:xfrm>
            <a:custGeom>
              <a:rect b="b" l="l" r="r" t="t"/>
              <a:pathLst>
                <a:path extrusionOk="0" h="19563" w="19563">
                  <a:moveTo>
                    <a:pt x="9788" y="1"/>
                  </a:moveTo>
                  <a:cubicBezTo>
                    <a:pt x="4382" y="1"/>
                    <a:pt x="1" y="4382"/>
                    <a:pt x="1" y="9788"/>
                  </a:cubicBezTo>
                  <a:cubicBezTo>
                    <a:pt x="1" y="15181"/>
                    <a:pt x="4382" y="19563"/>
                    <a:pt x="9788" y="19563"/>
                  </a:cubicBezTo>
                  <a:cubicBezTo>
                    <a:pt x="15181" y="19563"/>
                    <a:pt x="19563" y="15181"/>
                    <a:pt x="19563" y="9788"/>
                  </a:cubicBezTo>
                  <a:cubicBezTo>
                    <a:pt x="19563" y="4382"/>
                    <a:pt x="15181" y="1"/>
                    <a:pt x="978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FFFFFF"/>
                </a:solidFill>
                <a:latin typeface="Arial"/>
                <a:ea typeface="Arial"/>
                <a:cs typeface="Arial"/>
                <a:sym typeface="Arial"/>
              </a:endParaRPr>
            </a:p>
          </p:txBody>
        </p:sp>
      </p:grpSp>
      <p:grpSp>
        <p:nvGrpSpPr>
          <p:cNvPr id="253" name="Google Shape;253;p3"/>
          <p:cNvGrpSpPr/>
          <p:nvPr/>
        </p:nvGrpSpPr>
        <p:grpSpPr>
          <a:xfrm>
            <a:off x="1160361" y="2345340"/>
            <a:ext cx="283479" cy="283472"/>
            <a:chOff x="3270450" y="3213625"/>
            <a:chExt cx="483175" cy="481850"/>
          </a:xfrm>
        </p:grpSpPr>
        <p:sp>
          <p:nvSpPr>
            <p:cNvPr id="254" name="Google Shape;254;p3"/>
            <p:cNvSpPr/>
            <p:nvPr/>
          </p:nvSpPr>
          <p:spPr>
            <a:xfrm>
              <a:off x="3392550" y="3335026"/>
              <a:ext cx="239051" cy="239050"/>
            </a:xfrm>
            <a:custGeom>
              <a:rect b="b" l="l" r="r" t="t"/>
              <a:pathLst>
                <a:path extrusionOk="0" h="9562" w="9562">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55" name="Google Shape;255;p3"/>
            <p:cNvSpPr/>
            <p:nvPr/>
          </p:nvSpPr>
          <p:spPr>
            <a:xfrm>
              <a:off x="3270450" y="3213625"/>
              <a:ext cx="483175" cy="481850"/>
            </a:xfrm>
            <a:custGeom>
              <a:rect b="b" l="l" r="r" t="t"/>
              <a:pathLst>
                <a:path extrusionOk="0" h="19274" w="19327">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sp>
        <p:nvSpPr>
          <p:cNvPr id="256" name="Google Shape;256;p3"/>
          <p:cNvSpPr/>
          <p:nvPr/>
        </p:nvSpPr>
        <p:spPr>
          <a:xfrm>
            <a:off x="5938399" y="1236085"/>
            <a:ext cx="122160" cy="280446"/>
          </a:xfrm>
          <a:custGeom>
            <a:rect b="b" l="l" r="r" t="t"/>
            <a:pathLst>
              <a:path extrusionOk="0" h="7690" w="3126">
                <a:moveTo>
                  <a:pt x="2470" y="0"/>
                </a:moveTo>
                <a:lnTo>
                  <a:pt x="0" y="4408"/>
                </a:lnTo>
                <a:lnTo>
                  <a:pt x="1438" y="4377"/>
                </a:lnTo>
                <a:lnTo>
                  <a:pt x="625" y="7690"/>
                </a:lnTo>
                <a:lnTo>
                  <a:pt x="3126" y="3314"/>
                </a:lnTo>
                <a:lnTo>
                  <a:pt x="1657" y="3376"/>
                </a:lnTo>
                <a:lnTo>
                  <a:pt x="247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7" name="Google Shape;257;p3"/>
          <p:cNvGrpSpPr/>
          <p:nvPr/>
        </p:nvGrpSpPr>
        <p:grpSpPr>
          <a:xfrm>
            <a:off x="1060922" y="2200778"/>
            <a:ext cx="482424" cy="482424"/>
            <a:chOff x="8206408" y="2645710"/>
            <a:chExt cx="482424" cy="482424"/>
          </a:xfrm>
        </p:grpSpPr>
        <p:sp>
          <p:nvSpPr>
            <p:cNvPr id="258" name="Google Shape;258;p3"/>
            <p:cNvSpPr/>
            <p:nvPr/>
          </p:nvSpPr>
          <p:spPr>
            <a:xfrm>
              <a:off x="8206408" y="2645710"/>
              <a:ext cx="482424" cy="482424"/>
            </a:xfrm>
            <a:custGeom>
              <a:rect b="b" l="l" r="r" t="t"/>
              <a:pathLst>
                <a:path extrusionOk="0" h="19563" w="19563">
                  <a:moveTo>
                    <a:pt x="9775" y="0"/>
                  </a:moveTo>
                  <a:cubicBezTo>
                    <a:pt x="4382" y="0"/>
                    <a:pt x="0" y="4382"/>
                    <a:pt x="0" y="9787"/>
                  </a:cubicBezTo>
                  <a:cubicBezTo>
                    <a:pt x="0" y="15181"/>
                    <a:pt x="4382" y="19562"/>
                    <a:pt x="9775" y="19562"/>
                  </a:cubicBezTo>
                  <a:cubicBezTo>
                    <a:pt x="15181" y="19562"/>
                    <a:pt x="19562" y="15181"/>
                    <a:pt x="19562" y="9787"/>
                  </a:cubicBezTo>
                  <a:cubicBezTo>
                    <a:pt x="19562" y="4382"/>
                    <a:pt x="15181" y="0"/>
                    <a:pt x="977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FFFFFF"/>
                </a:solidFill>
                <a:latin typeface="Arial"/>
                <a:ea typeface="Arial"/>
                <a:cs typeface="Arial"/>
                <a:sym typeface="Arial"/>
              </a:endParaRPr>
            </a:p>
          </p:txBody>
        </p:sp>
        <p:sp>
          <p:nvSpPr>
            <p:cNvPr id="259" name="Google Shape;259;p3"/>
            <p:cNvSpPr/>
            <p:nvPr/>
          </p:nvSpPr>
          <p:spPr>
            <a:xfrm>
              <a:off x="8336965" y="2745198"/>
              <a:ext cx="217317" cy="283449"/>
            </a:xfrm>
            <a:custGeom>
              <a:rect b="b" l="l" r="r" t="t"/>
              <a:pathLst>
                <a:path extrusionOk="0" h="12099" w="9295">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0" name="Google Shape;260;p3"/>
          <p:cNvSpPr txBox="1"/>
          <p:nvPr/>
        </p:nvSpPr>
        <p:spPr>
          <a:xfrm>
            <a:off x="498260" y="2745043"/>
            <a:ext cx="1587539" cy="42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NL" sz="1400" u="none" cap="none" strike="noStrike">
                <a:solidFill>
                  <a:schemeClr val="accent4"/>
                </a:solidFill>
                <a:latin typeface="Fira Sans"/>
                <a:ea typeface="Fira Sans"/>
                <a:cs typeface="Fira Sans"/>
                <a:sym typeface="Fira Sans"/>
              </a:rPr>
              <a:t>Sustainable Mobility</a:t>
            </a:r>
            <a:endParaRPr b="1" i="0" sz="1400" u="none" cap="none" strike="noStrike">
              <a:solidFill>
                <a:schemeClr val="accent4"/>
              </a:solidFill>
              <a:latin typeface="Fira Sans"/>
              <a:ea typeface="Fira Sans"/>
              <a:cs typeface="Fira Sans"/>
              <a:sym typeface="Fira Sans"/>
            </a:endParaRPr>
          </a:p>
        </p:txBody>
      </p:sp>
      <p:sp>
        <p:nvSpPr>
          <p:cNvPr id="261" name="Google Shape;261;p3"/>
          <p:cNvSpPr/>
          <p:nvPr/>
        </p:nvSpPr>
        <p:spPr>
          <a:xfrm>
            <a:off x="3150950" y="1327322"/>
            <a:ext cx="52490" cy="198822"/>
          </a:xfrm>
          <a:custGeom>
            <a:rect b="b" l="l" r="r" t="t"/>
            <a:pathLst>
              <a:path extrusionOk="0" h="8231" w="3428">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62" name="Google Shape;262;p3"/>
          <p:cNvSpPr/>
          <p:nvPr/>
        </p:nvSpPr>
        <p:spPr>
          <a:xfrm>
            <a:off x="3131086" y="1257671"/>
            <a:ext cx="94004" cy="78986"/>
          </a:xfrm>
          <a:prstGeom prst="flowChartConnector">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3" name="Google Shape;263;p3"/>
          <p:cNvSpPr txBox="1"/>
          <p:nvPr/>
        </p:nvSpPr>
        <p:spPr>
          <a:xfrm>
            <a:off x="2286000" y="2417677"/>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64" name="Google Shape;264;p3"/>
          <p:cNvPicPr preferRelativeResize="0"/>
          <p:nvPr/>
        </p:nvPicPr>
        <p:blipFill rotWithShape="1">
          <a:blip r:embed="rId3">
            <a:alphaModFix/>
          </a:blip>
          <a:srcRect b="0" l="0" r="0" t="0"/>
          <a:stretch/>
        </p:blipFill>
        <p:spPr>
          <a:xfrm>
            <a:off x="2513999" y="771004"/>
            <a:ext cx="1125001" cy="11250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
          <p:cNvSpPr txBox="1"/>
          <p:nvPr/>
        </p:nvSpPr>
        <p:spPr>
          <a:xfrm>
            <a:off x="6592500" y="2416063"/>
            <a:ext cx="2094300" cy="2871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1" i="0" lang="en-NL" sz="1400" u="none" cap="none" strike="noStrike">
                <a:solidFill>
                  <a:schemeClr val="accent1"/>
                </a:solidFill>
                <a:latin typeface="Fira Sans"/>
                <a:ea typeface="Fira Sans"/>
                <a:cs typeface="Fira Sans"/>
                <a:sym typeface="Fira Sans"/>
              </a:rPr>
              <a:t>Carbon Reduction</a:t>
            </a:r>
            <a:endParaRPr b="1" i="0" sz="1400" u="none" cap="none" strike="noStrike">
              <a:solidFill>
                <a:schemeClr val="accent1"/>
              </a:solidFill>
              <a:latin typeface="Fira Sans"/>
              <a:ea typeface="Fira Sans"/>
              <a:cs typeface="Fira Sans"/>
              <a:sym typeface="Fira Sans"/>
            </a:endParaRPr>
          </a:p>
        </p:txBody>
      </p:sp>
      <p:sp>
        <p:nvSpPr>
          <p:cNvPr id="270" name="Google Shape;270;p4"/>
          <p:cNvSpPr txBox="1"/>
          <p:nvPr/>
        </p:nvSpPr>
        <p:spPr>
          <a:xfrm>
            <a:off x="5902000" y="2763388"/>
            <a:ext cx="2784600" cy="5172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b="0" i="0" lang="en-NL" sz="1200" u="none" cap="none" strike="noStrike">
                <a:solidFill>
                  <a:srgbClr val="000000"/>
                </a:solidFill>
                <a:latin typeface="Arial"/>
                <a:ea typeface="Arial"/>
                <a:cs typeface="Arial"/>
                <a:sym typeface="Arial"/>
              </a:rPr>
              <a:t>Contributing to a cleaner future by promoting sustainable transportation and reducing emissions.</a:t>
            </a:r>
            <a:endParaRPr b="0" i="0" sz="1200" u="none" cap="none" strike="noStrike">
              <a:solidFill>
                <a:schemeClr val="dk1"/>
              </a:solidFill>
              <a:latin typeface="Roboto"/>
              <a:ea typeface="Roboto"/>
              <a:cs typeface="Roboto"/>
              <a:sym typeface="Roboto"/>
            </a:endParaRPr>
          </a:p>
        </p:txBody>
      </p:sp>
      <p:sp>
        <p:nvSpPr>
          <p:cNvPr id="271" name="Google Shape;271;p4"/>
          <p:cNvSpPr txBox="1"/>
          <p:nvPr/>
        </p:nvSpPr>
        <p:spPr>
          <a:xfrm>
            <a:off x="4596150" y="2416069"/>
            <a:ext cx="750600" cy="28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NL" sz="1400" u="none" cap="none" strike="noStrike">
                <a:solidFill>
                  <a:schemeClr val="accent1"/>
                </a:solidFill>
                <a:latin typeface="Fira Sans"/>
                <a:ea typeface="Fira Sans"/>
                <a:cs typeface="Fira Sans"/>
                <a:sym typeface="Fira Sans"/>
              </a:rPr>
              <a:t>02</a:t>
            </a:r>
            <a:endParaRPr b="1" i="0" sz="1400" u="none" cap="none" strike="noStrike">
              <a:solidFill>
                <a:schemeClr val="accent1"/>
              </a:solidFill>
              <a:latin typeface="Fira Sans"/>
              <a:ea typeface="Fira Sans"/>
              <a:cs typeface="Fira Sans"/>
              <a:sym typeface="Fira Sans"/>
            </a:endParaRPr>
          </a:p>
        </p:txBody>
      </p:sp>
      <p:sp>
        <p:nvSpPr>
          <p:cNvPr id="272" name="Google Shape;272;p4"/>
          <p:cNvSpPr txBox="1"/>
          <p:nvPr/>
        </p:nvSpPr>
        <p:spPr>
          <a:xfrm>
            <a:off x="6592500" y="3636738"/>
            <a:ext cx="2094300" cy="2871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1" i="0" lang="en-NL" sz="1400" u="none" cap="none" strike="noStrike">
                <a:solidFill>
                  <a:schemeClr val="accent6"/>
                </a:solidFill>
                <a:latin typeface="Fira Sans"/>
                <a:ea typeface="Fira Sans"/>
                <a:cs typeface="Fira Sans"/>
                <a:sym typeface="Fira Sans"/>
              </a:rPr>
              <a:t>Growing EV Adoption</a:t>
            </a:r>
            <a:endParaRPr b="1" i="0" sz="1400" u="none" cap="none" strike="noStrike">
              <a:solidFill>
                <a:schemeClr val="accent6"/>
              </a:solidFill>
              <a:latin typeface="Fira Sans"/>
              <a:ea typeface="Fira Sans"/>
              <a:cs typeface="Fira Sans"/>
              <a:sym typeface="Fira Sans"/>
            </a:endParaRPr>
          </a:p>
        </p:txBody>
      </p:sp>
      <p:sp>
        <p:nvSpPr>
          <p:cNvPr id="273" name="Google Shape;273;p4"/>
          <p:cNvSpPr txBox="1"/>
          <p:nvPr/>
        </p:nvSpPr>
        <p:spPr>
          <a:xfrm>
            <a:off x="5902000" y="3984063"/>
            <a:ext cx="2784600" cy="5172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b="0" i="0" lang="en-NL" sz="1200" u="none" cap="none" strike="noStrike">
                <a:solidFill>
                  <a:srgbClr val="000000"/>
                </a:solidFill>
                <a:latin typeface="Arial"/>
                <a:ea typeface="Arial"/>
                <a:cs typeface="Arial"/>
                <a:sym typeface="Arial"/>
              </a:rPr>
              <a:t>Enabling the transition to electric mobility by supporting the increasing number of EV drivers.</a:t>
            </a:r>
            <a:endParaRPr b="0" i="0" sz="1200" u="none" cap="none" strike="noStrike">
              <a:solidFill>
                <a:schemeClr val="dk1"/>
              </a:solidFill>
              <a:latin typeface="Roboto"/>
              <a:ea typeface="Roboto"/>
              <a:cs typeface="Roboto"/>
              <a:sym typeface="Roboto"/>
            </a:endParaRPr>
          </a:p>
        </p:txBody>
      </p:sp>
      <p:sp>
        <p:nvSpPr>
          <p:cNvPr id="274" name="Google Shape;274;p4"/>
          <p:cNvSpPr txBox="1"/>
          <p:nvPr/>
        </p:nvSpPr>
        <p:spPr>
          <a:xfrm>
            <a:off x="4596150" y="3636744"/>
            <a:ext cx="750600" cy="28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NL" sz="1400" u="none" cap="none" strike="noStrike">
                <a:solidFill>
                  <a:schemeClr val="accent6"/>
                </a:solidFill>
                <a:latin typeface="Fira Sans"/>
                <a:ea typeface="Fira Sans"/>
                <a:cs typeface="Fira Sans"/>
                <a:sym typeface="Fira Sans"/>
              </a:rPr>
              <a:t>03</a:t>
            </a:r>
            <a:endParaRPr b="1" i="0" sz="1400" u="none" cap="none" strike="noStrike">
              <a:solidFill>
                <a:schemeClr val="accent6"/>
              </a:solidFill>
              <a:latin typeface="Fira Sans"/>
              <a:ea typeface="Fira Sans"/>
              <a:cs typeface="Fira Sans"/>
              <a:sym typeface="Fira Sans"/>
            </a:endParaRPr>
          </a:p>
        </p:txBody>
      </p:sp>
      <p:sp>
        <p:nvSpPr>
          <p:cNvPr id="275" name="Google Shape;275;p4"/>
          <p:cNvSpPr txBox="1"/>
          <p:nvPr/>
        </p:nvSpPr>
        <p:spPr>
          <a:xfrm>
            <a:off x="6592500" y="1183088"/>
            <a:ext cx="2094300" cy="2871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b="1" i="0" lang="en-NL" sz="1400" u="none" cap="none" strike="noStrike">
                <a:solidFill>
                  <a:schemeClr val="accent3"/>
                </a:solidFill>
                <a:latin typeface="Fira Sans"/>
                <a:ea typeface="Fira Sans"/>
                <a:cs typeface="Fira Sans"/>
                <a:sym typeface="Fira Sans"/>
              </a:rPr>
              <a:t>European Expansion</a:t>
            </a:r>
            <a:endParaRPr b="1" i="0" sz="1400" u="none" cap="none" strike="noStrike">
              <a:solidFill>
                <a:schemeClr val="accent3"/>
              </a:solidFill>
              <a:latin typeface="Fira Sans"/>
              <a:ea typeface="Fira Sans"/>
              <a:cs typeface="Fira Sans"/>
              <a:sym typeface="Fira Sans"/>
            </a:endParaRPr>
          </a:p>
        </p:txBody>
      </p:sp>
      <p:sp>
        <p:nvSpPr>
          <p:cNvPr id="276" name="Google Shape;276;p4"/>
          <p:cNvSpPr txBox="1"/>
          <p:nvPr/>
        </p:nvSpPr>
        <p:spPr>
          <a:xfrm>
            <a:off x="5407937" y="1611892"/>
            <a:ext cx="3278663" cy="5172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b="0" i="0" lang="en-NL" sz="1200" u="none" cap="none" strike="noStrike">
                <a:solidFill>
                  <a:srgbClr val="000000"/>
                </a:solidFill>
                <a:latin typeface="Arial"/>
                <a:ea typeface="Arial"/>
                <a:cs typeface="Arial"/>
                <a:sym typeface="Arial"/>
              </a:rPr>
              <a:t>Expanding our charging network across key European markets to support the growing demand for EV infrastructure.</a:t>
            </a:r>
            <a:endParaRPr b="0" i="0" sz="1200" u="none" cap="none" strike="noStrike">
              <a:solidFill>
                <a:srgbClr val="000000"/>
              </a:solidFill>
              <a:latin typeface="Roboto"/>
              <a:ea typeface="Roboto"/>
              <a:cs typeface="Roboto"/>
              <a:sym typeface="Roboto"/>
            </a:endParaRPr>
          </a:p>
        </p:txBody>
      </p:sp>
      <p:sp>
        <p:nvSpPr>
          <p:cNvPr id="277" name="Google Shape;277;p4"/>
          <p:cNvSpPr txBox="1"/>
          <p:nvPr/>
        </p:nvSpPr>
        <p:spPr>
          <a:xfrm>
            <a:off x="4596150" y="1183094"/>
            <a:ext cx="750600" cy="28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NL" sz="1400" u="none" cap="none" strike="noStrike">
                <a:solidFill>
                  <a:schemeClr val="accent3"/>
                </a:solidFill>
                <a:latin typeface="Fira Sans"/>
                <a:ea typeface="Fira Sans"/>
                <a:cs typeface="Fira Sans"/>
                <a:sym typeface="Fira Sans"/>
              </a:rPr>
              <a:t>01</a:t>
            </a:r>
            <a:endParaRPr b="1" i="0" sz="1400" u="none" cap="none" strike="noStrike">
              <a:solidFill>
                <a:schemeClr val="accent3"/>
              </a:solidFill>
              <a:latin typeface="Fira Sans"/>
              <a:ea typeface="Fira Sans"/>
              <a:cs typeface="Fira Sans"/>
              <a:sym typeface="Fira Sans"/>
            </a:endParaRPr>
          </a:p>
        </p:txBody>
      </p:sp>
      <p:sp>
        <p:nvSpPr>
          <p:cNvPr id="278" name="Google Shape;278;p4"/>
          <p:cNvSpPr txBox="1"/>
          <p:nvPr>
            <p:ph type="title"/>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lang="en-NL"/>
              <a:t>Where We're Going</a:t>
            </a:r>
            <a:endParaRPr/>
          </a:p>
        </p:txBody>
      </p:sp>
      <p:sp>
        <p:nvSpPr>
          <p:cNvPr id="279" name="Google Shape;279;p4"/>
          <p:cNvSpPr/>
          <p:nvPr/>
        </p:nvSpPr>
        <p:spPr>
          <a:xfrm>
            <a:off x="494568" y="1652557"/>
            <a:ext cx="3546327" cy="503589"/>
          </a:xfrm>
          <a:custGeom>
            <a:rect b="b" l="l" r="r" t="t"/>
            <a:pathLst>
              <a:path extrusionOk="0" h="8003" w="56358">
                <a:moveTo>
                  <a:pt x="45949" y="0"/>
                </a:moveTo>
                <a:lnTo>
                  <a:pt x="44699" y="63"/>
                </a:lnTo>
                <a:lnTo>
                  <a:pt x="42573" y="94"/>
                </a:lnTo>
                <a:lnTo>
                  <a:pt x="37916" y="125"/>
                </a:lnTo>
                <a:lnTo>
                  <a:pt x="24444" y="125"/>
                </a:lnTo>
                <a:lnTo>
                  <a:pt x="5283" y="63"/>
                </a:lnTo>
                <a:lnTo>
                  <a:pt x="5127" y="125"/>
                </a:lnTo>
                <a:lnTo>
                  <a:pt x="4908" y="188"/>
                </a:lnTo>
                <a:lnTo>
                  <a:pt x="4658" y="313"/>
                </a:lnTo>
                <a:lnTo>
                  <a:pt x="4314" y="500"/>
                </a:lnTo>
                <a:lnTo>
                  <a:pt x="3939" y="719"/>
                </a:lnTo>
                <a:lnTo>
                  <a:pt x="3564" y="1001"/>
                </a:lnTo>
                <a:lnTo>
                  <a:pt x="3126" y="1376"/>
                </a:lnTo>
                <a:lnTo>
                  <a:pt x="2689" y="1845"/>
                </a:lnTo>
                <a:lnTo>
                  <a:pt x="2220" y="2376"/>
                </a:lnTo>
                <a:lnTo>
                  <a:pt x="1782" y="3032"/>
                </a:lnTo>
                <a:lnTo>
                  <a:pt x="1345" y="3782"/>
                </a:lnTo>
                <a:lnTo>
                  <a:pt x="1157" y="4189"/>
                </a:lnTo>
                <a:lnTo>
                  <a:pt x="969" y="4626"/>
                </a:lnTo>
                <a:lnTo>
                  <a:pt x="782" y="5127"/>
                </a:lnTo>
                <a:lnTo>
                  <a:pt x="594" y="5627"/>
                </a:lnTo>
                <a:lnTo>
                  <a:pt x="407" y="6158"/>
                </a:lnTo>
                <a:lnTo>
                  <a:pt x="282" y="6752"/>
                </a:lnTo>
                <a:lnTo>
                  <a:pt x="126" y="7346"/>
                </a:lnTo>
                <a:lnTo>
                  <a:pt x="0" y="8002"/>
                </a:lnTo>
                <a:lnTo>
                  <a:pt x="5846" y="8002"/>
                </a:lnTo>
                <a:lnTo>
                  <a:pt x="5908" y="7627"/>
                </a:lnTo>
                <a:lnTo>
                  <a:pt x="6002" y="7252"/>
                </a:lnTo>
                <a:lnTo>
                  <a:pt x="6127" y="6908"/>
                </a:lnTo>
                <a:lnTo>
                  <a:pt x="6283" y="6564"/>
                </a:lnTo>
                <a:lnTo>
                  <a:pt x="6471" y="6221"/>
                </a:lnTo>
                <a:lnTo>
                  <a:pt x="6658" y="5908"/>
                </a:lnTo>
                <a:lnTo>
                  <a:pt x="6908" y="5627"/>
                </a:lnTo>
                <a:lnTo>
                  <a:pt x="7158" y="5345"/>
                </a:lnTo>
                <a:lnTo>
                  <a:pt x="7471" y="5064"/>
                </a:lnTo>
                <a:lnTo>
                  <a:pt x="7815" y="4783"/>
                </a:lnTo>
                <a:lnTo>
                  <a:pt x="8221" y="4564"/>
                </a:lnTo>
                <a:lnTo>
                  <a:pt x="8596" y="4345"/>
                </a:lnTo>
                <a:lnTo>
                  <a:pt x="9034" y="4220"/>
                </a:lnTo>
                <a:lnTo>
                  <a:pt x="9471" y="4095"/>
                </a:lnTo>
                <a:lnTo>
                  <a:pt x="9940" y="4033"/>
                </a:lnTo>
                <a:lnTo>
                  <a:pt x="10409" y="4001"/>
                </a:lnTo>
                <a:lnTo>
                  <a:pt x="10878" y="4033"/>
                </a:lnTo>
                <a:lnTo>
                  <a:pt x="11316" y="4095"/>
                </a:lnTo>
                <a:lnTo>
                  <a:pt x="11753" y="4220"/>
                </a:lnTo>
                <a:lnTo>
                  <a:pt x="12191" y="4345"/>
                </a:lnTo>
                <a:lnTo>
                  <a:pt x="12597" y="4564"/>
                </a:lnTo>
                <a:lnTo>
                  <a:pt x="12972" y="4783"/>
                </a:lnTo>
                <a:lnTo>
                  <a:pt x="13316" y="5064"/>
                </a:lnTo>
                <a:lnTo>
                  <a:pt x="13660" y="5345"/>
                </a:lnTo>
                <a:lnTo>
                  <a:pt x="13910" y="5627"/>
                </a:lnTo>
                <a:lnTo>
                  <a:pt x="14129" y="5908"/>
                </a:lnTo>
                <a:lnTo>
                  <a:pt x="14348" y="6221"/>
                </a:lnTo>
                <a:lnTo>
                  <a:pt x="14504" y="6564"/>
                </a:lnTo>
                <a:lnTo>
                  <a:pt x="14660" y="6908"/>
                </a:lnTo>
                <a:lnTo>
                  <a:pt x="14785" y="7252"/>
                </a:lnTo>
                <a:lnTo>
                  <a:pt x="14910" y="7627"/>
                </a:lnTo>
                <a:lnTo>
                  <a:pt x="14973" y="8002"/>
                </a:lnTo>
                <a:lnTo>
                  <a:pt x="41323" y="8002"/>
                </a:lnTo>
                <a:lnTo>
                  <a:pt x="41417" y="7627"/>
                </a:lnTo>
                <a:lnTo>
                  <a:pt x="41510" y="7252"/>
                </a:lnTo>
                <a:lnTo>
                  <a:pt x="41635" y="6908"/>
                </a:lnTo>
                <a:lnTo>
                  <a:pt x="41792" y="6564"/>
                </a:lnTo>
                <a:lnTo>
                  <a:pt x="41948" y="6221"/>
                </a:lnTo>
                <a:lnTo>
                  <a:pt x="42167" y="5908"/>
                </a:lnTo>
                <a:lnTo>
                  <a:pt x="42385" y="5627"/>
                </a:lnTo>
                <a:lnTo>
                  <a:pt x="42636" y="5345"/>
                </a:lnTo>
                <a:lnTo>
                  <a:pt x="42979" y="5064"/>
                </a:lnTo>
                <a:lnTo>
                  <a:pt x="43323" y="4783"/>
                </a:lnTo>
                <a:lnTo>
                  <a:pt x="43698" y="4564"/>
                </a:lnTo>
                <a:lnTo>
                  <a:pt x="44105" y="4345"/>
                </a:lnTo>
                <a:lnTo>
                  <a:pt x="44542" y="4220"/>
                </a:lnTo>
                <a:lnTo>
                  <a:pt x="44980" y="4095"/>
                </a:lnTo>
                <a:lnTo>
                  <a:pt x="45417" y="4033"/>
                </a:lnTo>
                <a:lnTo>
                  <a:pt x="45886" y="4001"/>
                </a:lnTo>
                <a:lnTo>
                  <a:pt x="46355" y="4033"/>
                </a:lnTo>
                <a:lnTo>
                  <a:pt x="46824" y="4095"/>
                </a:lnTo>
                <a:lnTo>
                  <a:pt x="47262" y="4220"/>
                </a:lnTo>
                <a:lnTo>
                  <a:pt x="47699" y="4345"/>
                </a:lnTo>
                <a:lnTo>
                  <a:pt x="48106" y="4564"/>
                </a:lnTo>
                <a:lnTo>
                  <a:pt x="48481" y="4783"/>
                </a:lnTo>
                <a:lnTo>
                  <a:pt x="48825" y="5064"/>
                </a:lnTo>
                <a:lnTo>
                  <a:pt x="49137" y="5345"/>
                </a:lnTo>
                <a:lnTo>
                  <a:pt x="49418" y="5627"/>
                </a:lnTo>
                <a:lnTo>
                  <a:pt x="49637" y="5908"/>
                </a:lnTo>
                <a:lnTo>
                  <a:pt x="49825" y="6221"/>
                </a:lnTo>
                <a:lnTo>
                  <a:pt x="50012" y="6564"/>
                </a:lnTo>
                <a:lnTo>
                  <a:pt x="50169" y="6908"/>
                </a:lnTo>
                <a:lnTo>
                  <a:pt x="50294" y="7252"/>
                </a:lnTo>
                <a:lnTo>
                  <a:pt x="50387" y="7627"/>
                </a:lnTo>
                <a:lnTo>
                  <a:pt x="50450" y="8002"/>
                </a:lnTo>
                <a:lnTo>
                  <a:pt x="56201" y="8002"/>
                </a:lnTo>
                <a:lnTo>
                  <a:pt x="56295" y="7627"/>
                </a:lnTo>
                <a:lnTo>
                  <a:pt x="56326" y="7190"/>
                </a:lnTo>
                <a:lnTo>
                  <a:pt x="56358" y="6627"/>
                </a:lnTo>
                <a:lnTo>
                  <a:pt x="56326" y="5970"/>
                </a:lnTo>
                <a:lnTo>
                  <a:pt x="56295" y="5595"/>
                </a:lnTo>
                <a:lnTo>
                  <a:pt x="56233" y="5220"/>
                </a:lnTo>
                <a:lnTo>
                  <a:pt x="56139" y="4845"/>
                </a:lnTo>
                <a:lnTo>
                  <a:pt x="56014" y="4439"/>
                </a:lnTo>
                <a:lnTo>
                  <a:pt x="55857" y="4064"/>
                </a:lnTo>
                <a:lnTo>
                  <a:pt x="55639" y="3657"/>
                </a:lnTo>
                <a:lnTo>
                  <a:pt x="55420" y="3251"/>
                </a:lnTo>
                <a:lnTo>
                  <a:pt x="55138" y="2876"/>
                </a:lnTo>
                <a:lnTo>
                  <a:pt x="54826" y="2501"/>
                </a:lnTo>
                <a:lnTo>
                  <a:pt x="54420" y="2126"/>
                </a:lnTo>
                <a:lnTo>
                  <a:pt x="54013" y="1782"/>
                </a:lnTo>
                <a:lnTo>
                  <a:pt x="53513" y="1469"/>
                </a:lnTo>
                <a:lnTo>
                  <a:pt x="52950" y="1157"/>
                </a:lnTo>
                <a:lnTo>
                  <a:pt x="52357" y="876"/>
                </a:lnTo>
                <a:lnTo>
                  <a:pt x="51669" y="625"/>
                </a:lnTo>
                <a:lnTo>
                  <a:pt x="50919" y="438"/>
                </a:lnTo>
                <a:lnTo>
                  <a:pt x="50075" y="250"/>
                </a:lnTo>
                <a:lnTo>
                  <a:pt x="49168" y="125"/>
                </a:lnTo>
                <a:lnTo>
                  <a:pt x="48199" y="32"/>
                </a:lnTo>
                <a:lnTo>
                  <a:pt x="47105" y="0"/>
                </a:lnTo>
                <a:close/>
              </a:path>
            </a:pathLst>
          </a:custGeom>
          <a:solidFill>
            <a:srgbClr val="B2B2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4"/>
          <p:cNvSpPr/>
          <p:nvPr/>
        </p:nvSpPr>
        <p:spPr>
          <a:xfrm>
            <a:off x="541762" y="1027094"/>
            <a:ext cx="2710431" cy="688462"/>
          </a:xfrm>
          <a:custGeom>
            <a:rect b="b" l="l" r="r" t="t"/>
            <a:pathLst>
              <a:path extrusionOk="0" h="10941" w="43074">
                <a:moveTo>
                  <a:pt x="19443" y="0"/>
                </a:moveTo>
                <a:lnTo>
                  <a:pt x="17817" y="32"/>
                </a:lnTo>
                <a:lnTo>
                  <a:pt x="17161" y="32"/>
                </a:lnTo>
                <a:lnTo>
                  <a:pt x="16505" y="94"/>
                </a:lnTo>
                <a:lnTo>
                  <a:pt x="15848" y="157"/>
                </a:lnTo>
                <a:lnTo>
                  <a:pt x="15192" y="282"/>
                </a:lnTo>
                <a:lnTo>
                  <a:pt x="14567" y="407"/>
                </a:lnTo>
                <a:lnTo>
                  <a:pt x="13910" y="594"/>
                </a:lnTo>
                <a:lnTo>
                  <a:pt x="13285" y="782"/>
                </a:lnTo>
                <a:lnTo>
                  <a:pt x="12691" y="1032"/>
                </a:lnTo>
                <a:lnTo>
                  <a:pt x="12160" y="1251"/>
                </a:lnTo>
                <a:lnTo>
                  <a:pt x="11566" y="1563"/>
                </a:lnTo>
                <a:lnTo>
                  <a:pt x="10909" y="1970"/>
                </a:lnTo>
                <a:lnTo>
                  <a:pt x="10159" y="2407"/>
                </a:lnTo>
                <a:lnTo>
                  <a:pt x="8596" y="3408"/>
                </a:lnTo>
                <a:lnTo>
                  <a:pt x="6971" y="4470"/>
                </a:lnTo>
                <a:lnTo>
                  <a:pt x="5408" y="5564"/>
                </a:lnTo>
                <a:lnTo>
                  <a:pt x="4033" y="6502"/>
                </a:lnTo>
                <a:lnTo>
                  <a:pt x="2345" y="7721"/>
                </a:lnTo>
                <a:lnTo>
                  <a:pt x="1157" y="9003"/>
                </a:lnTo>
                <a:lnTo>
                  <a:pt x="595" y="9722"/>
                </a:lnTo>
                <a:lnTo>
                  <a:pt x="63" y="10503"/>
                </a:lnTo>
                <a:lnTo>
                  <a:pt x="1" y="10628"/>
                </a:lnTo>
                <a:lnTo>
                  <a:pt x="2001" y="10534"/>
                </a:lnTo>
                <a:lnTo>
                  <a:pt x="4189" y="10440"/>
                </a:lnTo>
                <a:lnTo>
                  <a:pt x="6565" y="10409"/>
                </a:lnTo>
                <a:lnTo>
                  <a:pt x="9065" y="10347"/>
                </a:lnTo>
                <a:lnTo>
                  <a:pt x="14410" y="10347"/>
                </a:lnTo>
                <a:lnTo>
                  <a:pt x="19974" y="10378"/>
                </a:lnTo>
                <a:lnTo>
                  <a:pt x="25538" y="10472"/>
                </a:lnTo>
                <a:lnTo>
                  <a:pt x="30883" y="10597"/>
                </a:lnTo>
                <a:lnTo>
                  <a:pt x="35822" y="10753"/>
                </a:lnTo>
                <a:lnTo>
                  <a:pt x="40135" y="10941"/>
                </a:lnTo>
                <a:lnTo>
                  <a:pt x="43073" y="9221"/>
                </a:lnTo>
                <a:lnTo>
                  <a:pt x="42167" y="8377"/>
                </a:lnTo>
                <a:lnTo>
                  <a:pt x="41229" y="7565"/>
                </a:lnTo>
                <a:lnTo>
                  <a:pt x="40323" y="6783"/>
                </a:lnTo>
                <a:lnTo>
                  <a:pt x="39416" y="6033"/>
                </a:lnTo>
                <a:lnTo>
                  <a:pt x="38510" y="5314"/>
                </a:lnTo>
                <a:lnTo>
                  <a:pt x="37635" y="4627"/>
                </a:lnTo>
                <a:lnTo>
                  <a:pt x="36759" y="4001"/>
                </a:lnTo>
                <a:lnTo>
                  <a:pt x="35915" y="3439"/>
                </a:lnTo>
                <a:lnTo>
                  <a:pt x="35103" y="2876"/>
                </a:lnTo>
                <a:lnTo>
                  <a:pt x="34353" y="2407"/>
                </a:lnTo>
                <a:lnTo>
                  <a:pt x="33602" y="1938"/>
                </a:lnTo>
                <a:lnTo>
                  <a:pt x="32946" y="1563"/>
                </a:lnTo>
                <a:lnTo>
                  <a:pt x="32290" y="1251"/>
                </a:lnTo>
                <a:lnTo>
                  <a:pt x="31727" y="969"/>
                </a:lnTo>
                <a:lnTo>
                  <a:pt x="31196" y="751"/>
                </a:lnTo>
                <a:lnTo>
                  <a:pt x="30727" y="594"/>
                </a:lnTo>
                <a:lnTo>
                  <a:pt x="30133" y="469"/>
                </a:lnTo>
                <a:lnTo>
                  <a:pt x="29383" y="376"/>
                </a:lnTo>
                <a:lnTo>
                  <a:pt x="28507" y="282"/>
                </a:lnTo>
                <a:lnTo>
                  <a:pt x="27538" y="188"/>
                </a:lnTo>
                <a:lnTo>
                  <a:pt x="25444" y="94"/>
                </a:lnTo>
                <a:lnTo>
                  <a:pt x="23225" y="32"/>
                </a:lnTo>
                <a:lnTo>
                  <a:pt x="21162" y="0"/>
                </a:ln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4"/>
          <p:cNvSpPr/>
          <p:nvPr/>
        </p:nvSpPr>
        <p:spPr>
          <a:xfrm>
            <a:off x="457191" y="1461772"/>
            <a:ext cx="3687971" cy="773034"/>
          </a:xfrm>
          <a:custGeom>
            <a:rect b="b" l="l" r="r" t="t"/>
            <a:pathLst>
              <a:path extrusionOk="0" h="12285" w="58609">
                <a:moveTo>
                  <a:pt x="28195" y="0"/>
                </a:moveTo>
                <a:lnTo>
                  <a:pt x="24506" y="94"/>
                </a:lnTo>
                <a:lnTo>
                  <a:pt x="20787" y="188"/>
                </a:lnTo>
                <a:lnTo>
                  <a:pt x="13410" y="438"/>
                </a:lnTo>
                <a:lnTo>
                  <a:pt x="9753" y="594"/>
                </a:lnTo>
                <a:lnTo>
                  <a:pt x="6127" y="782"/>
                </a:lnTo>
                <a:lnTo>
                  <a:pt x="5158" y="813"/>
                </a:lnTo>
                <a:lnTo>
                  <a:pt x="4720" y="844"/>
                </a:lnTo>
                <a:lnTo>
                  <a:pt x="4314" y="907"/>
                </a:lnTo>
                <a:lnTo>
                  <a:pt x="3877" y="1001"/>
                </a:lnTo>
                <a:lnTo>
                  <a:pt x="3501" y="1157"/>
                </a:lnTo>
                <a:lnTo>
                  <a:pt x="3095" y="1407"/>
                </a:lnTo>
                <a:lnTo>
                  <a:pt x="2908" y="1532"/>
                </a:lnTo>
                <a:lnTo>
                  <a:pt x="2720" y="1720"/>
                </a:lnTo>
                <a:lnTo>
                  <a:pt x="2282" y="2157"/>
                </a:lnTo>
                <a:lnTo>
                  <a:pt x="1907" y="2688"/>
                </a:lnTo>
                <a:lnTo>
                  <a:pt x="1532" y="3251"/>
                </a:lnTo>
                <a:lnTo>
                  <a:pt x="1220" y="3814"/>
                </a:lnTo>
                <a:lnTo>
                  <a:pt x="938" y="4439"/>
                </a:lnTo>
                <a:lnTo>
                  <a:pt x="720" y="5064"/>
                </a:lnTo>
                <a:lnTo>
                  <a:pt x="563" y="5689"/>
                </a:lnTo>
                <a:lnTo>
                  <a:pt x="469" y="6314"/>
                </a:lnTo>
                <a:lnTo>
                  <a:pt x="438" y="6408"/>
                </a:lnTo>
                <a:lnTo>
                  <a:pt x="376" y="6471"/>
                </a:lnTo>
                <a:lnTo>
                  <a:pt x="251" y="6658"/>
                </a:lnTo>
                <a:lnTo>
                  <a:pt x="94" y="6846"/>
                </a:lnTo>
                <a:lnTo>
                  <a:pt x="32" y="6908"/>
                </a:lnTo>
                <a:lnTo>
                  <a:pt x="32" y="7002"/>
                </a:lnTo>
                <a:lnTo>
                  <a:pt x="1" y="7596"/>
                </a:lnTo>
                <a:lnTo>
                  <a:pt x="32" y="8190"/>
                </a:lnTo>
                <a:lnTo>
                  <a:pt x="126" y="8815"/>
                </a:lnTo>
                <a:lnTo>
                  <a:pt x="251" y="9471"/>
                </a:lnTo>
                <a:lnTo>
                  <a:pt x="532" y="10847"/>
                </a:lnTo>
                <a:lnTo>
                  <a:pt x="907" y="12285"/>
                </a:lnTo>
                <a:lnTo>
                  <a:pt x="2064" y="12285"/>
                </a:lnTo>
                <a:lnTo>
                  <a:pt x="2001" y="11691"/>
                </a:lnTo>
                <a:lnTo>
                  <a:pt x="2001" y="11097"/>
                </a:lnTo>
                <a:lnTo>
                  <a:pt x="2095" y="10409"/>
                </a:lnTo>
                <a:lnTo>
                  <a:pt x="2220" y="9753"/>
                </a:lnTo>
                <a:lnTo>
                  <a:pt x="2407" y="9128"/>
                </a:lnTo>
                <a:lnTo>
                  <a:pt x="2657" y="8534"/>
                </a:lnTo>
                <a:lnTo>
                  <a:pt x="2970" y="7971"/>
                </a:lnTo>
                <a:lnTo>
                  <a:pt x="3345" y="7440"/>
                </a:lnTo>
                <a:lnTo>
                  <a:pt x="3751" y="6939"/>
                </a:lnTo>
                <a:lnTo>
                  <a:pt x="4189" y="6471"/>
                </a:lnTo>
                <a:lnTo>
                  <a:pt x="4689" y="6064"/>
                </a:lnTo>
                <a:lnTo>
                  <a:pt x="5221" y="5720"/>
                </a:lnTo>
                <a:lnTo>
                  <a:pt x="5783" y="5408"/>
                </a:lnTo>
                <a:lnTo>
                  <a:pt x="6377" y="5158"/>
                </a:lnTo>
                <a:lnTo>
                  <a:pt x="7002" y="4970"/>
                </a:lnTo>
                <a:lnTo>
                  <a:pt x="7627" y="4845"/>
                </a:lnTo>
                <a:lnTo>
                  <a:pt x="8315" y="4783"/>
                </a:lnTo>
                <a:lnTo>
                  <a:pt x="8971" y="4783"/>
                </a:lnTo>
                <a:lnTo>
                  <a:pt x="9440" y="4814"/>
                </a:lnTo>
                <a:lnTo>
                  <a:pt x="9909" y="4877"/>
                </a:lnTo>
                <a:lnTo>
                  <a:pt x="10347" y="4970"/>
                </a:lnTo>
                <a:lnTo>
                  <a:pt x="10784" y="5127"/>
                </a:lnTo>
                <a:lnTo>
                  <a:pt x="11222" y="5283"/>
                </a:lnTo>
                <a:lnTo>
                  <a:pt x="11628" y="5470"/>
                </a:lnTo>
                <a:lnTo>
                  <a:pt x="12003" y="5658"/>
                </a:lnTo>
                <a:lnTo>
                  <a:pt x="12379" y="5908"/>
                </a:lnTo>
                <a:lnTo>
                  <a:pt x="12722" y="6158"/>
                </a:lnTo>
                <a:lnTo>
                  <a:pt x="13066" y="6439"/>
                </a:lnTo>
                <a:lnTo>
                  <a:pt x="13379" y="6752"/>
                </a:lnTo>
                <a:lnTo>
                  <a:pt x="13691" y="7065"/>
                </a:lnTo>
                <a:lnTo>
                  <a:pt x="13973" y="7408"/>
                </a:lnTo>
                <a:lnTo>
                  <a:pt x="14223" y="7783"/>
                </a:lnTo>
                <a:lnTo>
                  <a:pt x="14442" y="8159"/>
                </a:lnTo>
                <a:lnTo>
                  <a:pt x="14660" y="8534"/>
                </a:lnTo>
                <a:lnTo>
                  <a:pt x="14817" y="8909"/>
                </a:lnTo>
                <a:lnTo>
                  <a:pt x="14817" y="8940"/>
                </a:lnTo>
                <a:lnTo>
                  <a:pt x="14942" y="9253"/>
                </a:lnTo>
                <a:lnTo>
                  <a:pt x="15035" y="9596"/>
                </a:lnTo>
                <a:lnTo>
                  <a:pt x="15129" y="9940"/>
                </a:lnTo>
                <a:lnTo>
                  <a:pt x="15192" y="10284"/>
                </a:lnTo>
                <a:lnTo>
                  <a:pt x="15254" y="10628"/>
                </a:lnTo>
                <a:lnTo>
                  <a:pt x="15285" y="11003"/>
                </a:lnTo>
                <a:lnTo>
                  <a:pt x="15285" y="11378"/>
                </a:lnTo>
                <a:lnTo>
                  <a:pt x="15285" y="11753"/>
                </a:lnTo>
                <a:lnTo>
                  <a:pt x="15254" y="12285"/>
                </a:lnTo>
                <a:lnTo>
                  <a:pt x="42698" y="12285"/>
                </a:lnTo>
                <a:lnTo>
                  <a:pt x="42636" y="11878"/>
                </a:lnTo>
                <a:lnTo>
                  <a:pt x="42604" y="11472"/>
                </a:lnTo>
                <a:lnTo>
                  <a:pt x="42573" y="11034"/>
                </a:lnTo>
                <a:lnTo>
                  <a:pt x="42573" y="10628"/>
                </a:lnTo>
                <a:lnTo>
                  <a:pt x="42636" y="10034"/>
                </a:lnTo>
                <a:lnTo>
                  <a:pt x="42729" y="9471"/>
                </a:lnTo>
                <a:lnTo>
                  <a:pt x="42886" y="8940"/>
                </a:lnTo>
                <a:lnTo>
                  <a:pt x="43073" y="8409"/>
                </a:lnTo>
                <a:lnTo>
                  <a:pt x="43292" y="7908"/>
                </a:lnTo>
                <a:lnTo>
                  <a:pt x="43573" y="7440"/>
                </a:lnTo>
                <a:lnTo>
                  <a:pt x="43886" y="7002"/>
                </a:lnTo>
                <a:lnTo>
                  <a:pt x="44230" y="6564"/>
                </a:lnTo>
                <a:lnTo>
                  <a:pt x="44605" y="6189"/>
                </a:lnTo>
                <a:lnTo>
                  <a:pt x="44980" y="5814"/>
                </a:lnTo>
                <a:lnTo>
                  <a:pt x="45418" y="5502"/>
                </a:lnTo>
                <a:lnTo>
                  <a:pt x="45886" y="5189"/>
                </a:lnTo>
                <a:lnTo>
                  <a:pt x="46355" y="4939"/>
                </a:lnTo>
                <a:lnTo>
                  <a:pt x="46855" y="4720"/>
                </a:lnTo>
                <a:lnTo>
                  <a:pt x="47387" y="4564"/>
                </a:lnTo>
                <a:lnTo>
                  <a:pt x="47918" y="4439"/>
                </a:lnTo>
                <a:lnTo>
                  <a:pt x="48325" y="4376"/>
                </a:lnTo>
                <a:lnTo>
                  <a:pt x="48731" y="4314"/>
                </a:lnTo>
                <a:lnTo>
                  <a:pt x="49544" y="4314"/>
                </a:lnTo>
                <a:lnTo>
                  <a:pt x="50137" y="4376"/>
                </a:lnTo>
                <a:lnTo>
                  <a:pt x="50731" y="4470"/>
                </a:lnTo>
                <a:lnTo>
                  <a:pt x="51294" y="4626"/>
                </a:lnTo>
                <a:lnTo>
                  <a:pt x="51825" y="4845"/>
                </a:lnTo>
                <a:lnTo>
                  <a:pt x="52294" y="5064"/>
                </a:lnTo>
                <a:lnTo>
                  <a:pt x="52732" y="5314"/>
                </a:lnTo>
                <a:lnTo>
                  <a:pt x="53138" y="5595"/>
                </a:lnTo>
                <a:lnTo>
                  <a:pt x="53544" y="5908"/>
                </a:lnTo>
                <a:lnTo>
                  <a:pt x="53888" y="6221"/>
                </a:lnTo>
                <a:lnTo>
                  <a:pt x="54232" y="6596"/>
                </a:lnTo>
                <a:lnTo>
                  <a:pt x="54545" y="6971"/>
                </a:lnTo>
                <a:lnTo>
                  <a:pt x="54826" y="7377"/>
                </a:lnTo>
                <a:lnTo>
                  <a:pt x="55076" y="7815"/>
                </a:lnTo>
                <a:lnTo>
                  <a:pt x="55295" y="8284"/>
                </a:lnTo>
                <a:lnTo>
                  <a:pt x="55482" y="8721"/>
                </a:lnTo>
                <a:lnTo>
                  <a:pt x="55639" y="9221"/>
                </a:lnTo>
                <a:lnTo>
                  <a:pt x="55764" y="9721"/>
                </a:lnTo>
                <a:lnTo>
                  <a:pt x="55826" y="10222"/>
                </a:lnTo>
                <a:lnTo>
                  <a:pt x="55858" y="10753"/>
                </a:lnTo>
                <a:lnTo>
                  <a:pt x="55858" y="11284"/>
                </a:lnTo>
                <a:lnTo>
                  <a:pt x="55795" y="11784"/>
                </a:lnTo>
                <a:lnTo>
                  <a:pt x="55732" y="12285"/>
                </a:lnTo>
                <a:lnTo>
                  <a:pt x="57827" y="12285"/>
                </a:lnTo>
                <a:lnTo>
                  <a:pt x="57921" y="11847"/>
                </a:lnTo>
                <a:lnTo>
                  <a:pt x="58014" y="11316"/>
                </a:lnTo>
                <a:lnTo>
                  <a:pt x="58139" y="10565"/>
                </a:lnTo>
                <a:lnTo>
                  <a:pt x="58264" y="10315"/>
                </a:lnTo>
                <a:lnTo>
                  <a:pt x="58389" y="10003"/>
                </a:lnTo>
                <a:lnTo>
                  <a:pt x="58514" y="9596"/>
                </a:lnTo>
                <a:lnTo>
                  <a:pt x="58577" y="9096"/>
                </a:lnTo>
                <a:lnTo>
                  <a:pt x="58608" y="8784"/>
                </a:lnTo>
                <a:lnTo>
                  <a:pt x="58608" y="8471"/>
                </a:lnTo>
                <a:lnTo>
                  <a:pt x="58608" y="8127"/>
                </a:lnTo>
                <a:lnTo>
                  <a:pt x="58577" y="7783"/>
                </a:lnTo>
                <a:lnTo>
                  <a:pt x="58483" y="7377"/>
                </a:lnTo>
                <a:lnTo>
                  <a:pt x="58389" y="7002"/>
                </a:lnTo>
                <a:lnTo>
                  <a:pt x="58358" y="6908"/>
                </a:lnTo>
                <a:lnTo>
                  <a:pt x="58264" y="6814"/>
                </a:lnTo>
                <a:lnTo>
                  <a:pt x="58046" y="6596"/>
                </a:lnTo>
                <a:lnTo>
                  <a:pt x="57827" y="6346"/>
                </a:lnTo>
                <a:lnTo>
                  <a:pt x="57733" y="6252"/>
                </a:lnTo>
                <a:lnTo>
                  <a:pt x="57702" y="6189"/>
                </a:lnTo>
                <a:lnTo>
                  <a:pt x="57483" y="5627"/>
                </a:lnTo>
                <a:lnTo>
                  <a:pt x="57233" y="5033"/>
                </a:lnTo>
                <a:lnTo>
                  <a:pt x="56952" y="4470"/>
                </a:lnTo>
                <a:lnTo>
                  <a:pt x="56608" y="3908"/>
                </a:lnTo>
                <a:lnTo>
                  <a:pt x="56170" y="3595"/>
                </a:lnTo>
                <a:lnTo>
                  <a:pt x="55576" y="3314"/>
                </a:lnTo>
                <a:lnTo>
                  <a:pt x="54889" y="3032"/>
                </a:lnTo>
                <a:lnTo>
                  <a:pt x="54138" y="2751"/>
                </a:lnTo>
                <a:lnTo>
                  <a:pt x="53263" y="2438"/>
                </a:lnTo>
                <a:lnTo>
                  <a:pt x="52357" y="2157"/>
                </a:lnTo>
                <a:lnTo>
                  <a:pt x="51356" y="1907"/>
                </a:lnTo>
                <a:lnTo>
                  <a:pt x="50356" y="1626"/>
                </a:lnTo>
                <a:lnTo>
                  <a:pt x="48325" y="1157"/>
                </a:lnTo>
                <a:lnTo>
                  <a:pt x="46324" y="782"/>
                </a:lnTo>
                <a:lnTo>
                  <a:pt x="45386" y="625"/>
                </a:lnTo>
                <a:lnTo>
                  <a:pt x="44511" y="500"/>
                </a:lnTo>
                <a:lnTo>
                  <a:pt x="43698" y="407"/>
                </a:lnTo>
                <a:lnTo>
                  <a:pt x="42979" y="344"/>
                </a:lnTo>
                <a:lnTo>
                  <a:pt x="41167" y="219"/>
                </a:lnTo>
                <a:lnTo>
                  <a:pt x="39322" y="125"/>
                </a:lnTo>
                <a:lnTo>
                  <a:pt x="37478" y="63"/>
                </a:lnTo>
                <a:lnTo>
                  <a:pt x="35603" y="32"/>
                </a:lnTo>
                <a:lnTo>
                  <a:pt x="31914" y="0"/>
                </a:ln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4"/>
          <p:cNvSpPr/>
          <p:nvPr/>
        </p:nvSpPr>
        <p:spPr>
          <a:xfrm>
            <a:off x="3844118" y="1851207"/>
            <a:ext cx="301033" cy="383591"/>
          </a:xfrm>
          <a:custGeom>
            <a:rect b="b" l="l" r="r" t="t"/>
            <a:pathLst>
              <a:path extrusionOk="0" h="6096" w="4784">
                <a:moveTo>
                  <a:pt x="1" y="0"/>
                </a:moveTo>
                <a:lnTo>
                  <a:pt x="501" y="500"/>
                </a:lnTo>
                <a:lnTo>
                  <a:pt x="907" y="1063"/>
                </a:lnTo>
                <a:lnTo>
                  <a:pt x="1251" y="1657"/>
                </a:lnTo>
                <a:lnTo>
                  <a:pt x="1564" y="2282"/>
                </a:lnTo>
                <a:lnTo>
                  <a:pt x="1689" y="2595"/>
                </a:lnTo>
                <a:lnTo>
                  <a:pt x="1782" y="2939"/>
                </a:lnTo>
                <a:lnTo>
                  <a:pt x="1876" y="3282"/>
                </a:lnTo>
                <a:lnTo>
                  <a:pt x="1939" y="3626"/>
                </a:lnTo>
                <a:lnTo>
                  <a:pt x="2001" y="4001"/>
                </a:lnTo>
                <a:lnTo>
                  <a:pt x="2033" y="4345"/>
                </a:lnTo>
                <a:lnTo>
                  <a:pt x="2033" y="4720"/>
                </a:lnTo>
                <a:lnTo>
                  <a:pt x="2033" y="5095"/>
                </a:lnTo>
                <a:lnTo>
                  <a:pt x="1970" y="5595"/>
                </a:lnTo>
                <a:lnTo>
                  <a:pt x="1907" y="6096"/>
                </a:lnTo>
                <a:lnTo>
                  <a:pt x="4002" y="6096"/>
                </a:lnTo>
                <a:lnTo>
                  <a:pt x="4096" y="5658"/>
                </a:lnTo>
                <a:lnTo>
                  <a:pt x="4189" y="5127"/>
                </a:lnTo>
                <a:lnTo>
                  <a:pt x="4314" y="4376"/>
                </a:lnTo>
                <a:lnTo>
                  <a:pt x="4439" y="4126"/>
                </a:lnTo>
                <a:lnTo>
                  <a:pt x="4564" y="3814"/>
                </a:lnTo>
                <a:lnTo>
                  <a:pt x="4689" y="3407"/>
                </a:lnTo>
                <a:lnTo>
                  <a:pt x="4752" y="2907"/>
                </a:lnTo>
                <a:lnTo>
                  <a:pt x="4783" y="2595"/>
                </a:lnTo>
                <a:lnTo>
                  <a:pt x="4783" y="2282"/>
                </a:lnTo>
                <a:lnTo>
                  <a:pt x="4783" y="1938"/>
                </a:lnTo>
                <a:lnTo>
                  <a:pt x="4752" y="1594"/>
                </a:lnTo>
                <a:lnTo>
                  <a:pt x="4658" y="1188"/>
                </a:lnTo>
                <a:lnTo>
                  <a:pt x="4564" y="813"/>
                </a:lnTo>
                <a:lnTo>
                  <a:pt x="4533" y="719"/>
                </a:lnTo>
                <a:lnTo>
                  <a:pt x="4439" y="625"/>
                </a:lnTo>
                <a:lnTo>
                  <a:pt x="4221" y="407"/>
                </a:lnTo>
                <a:lnTo>
                  <a:pt x="4002" y="157"/>
                </a:lnTo>
                <a:lnTo>
                  <a:pt x="3908" y="63"/>
                </a:lnTo>
                <a:lnTo>
                  <a:pt x="3877" y="0"/>
                </a:lnTo>
                <a:close/>
              </a:path>
            </a:pathLst>
          </a:custGeom>
          <a:solidFill>
            <a:srgbClr val="D3D3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4"/>
          <p:cNvSpPr/>
          <p:nvPr/>
        </p:nvSpPr>
        <p:spPr>
          <a:xfrm>
            <a:off x="457191" y="1707615"/>
            <a:ext cx="2804819" cy="527186"/>
          </a:xfrm>
          <a:custGeom>
            <a:rect b="b" l="l" r="r" t="t"/>
            <a:pathLst>
              <a:path extrusionOk="0" h="8378" w="44574">
                <a:moveTo>
                  <a:pt x="7502" y="1"/>
                </a:moveTo>
                <a:lnTo>
                  <a:pt x="6940" y="63"/>
                </a:lnTo>
                <a:lnTo>
                  <a:pt x="6408" y="126"/>
                </a:lnTo>
                <a:lnTo>
                  <a:pt x="5846" y="219"/>
                </a:lnTo>
                <a:lnTo>
                  <a:pt x="5314" y="344"/>
                </a:lnTo>
                <a:lnTo>
                  <a:pt x="4814" y="469"/>
                </a:lnTo>
                <a:lnTo>
                  <a:pt x="4283" y="626"/>
                </a:lnTo>
                <a:lnTo>
                  <a:pt x="3783" y="813"/>
                </a:lnTo>
                <a:lnTo>
                  <a:pt x="2845" y="1188"/>
                </a:lnTo>
                <a:lnTo>
                  <a:pt x="1970" y="1595"/>
                </a:lnTo>
                <a:lnTo>
                  <a:pt x="1188" y="2001"/>
                </a:lnTo>
                <a:lnTo>
                  <a:pt x="469" y="2407"/>
                </a:lnTo>
                <a:lnTo>
                  <a:pt x="438" y="2501"/>
                </a:lnTo>
                <a:lnTo>
                  <a:pt x="376" y="2564"/>
                </a:lnTo>
                <a:lnTo>
                  <a:pt x="251" y="2751"/>
                </a:lnTo>
                <a:lnTo>
                  <a:pt x="94" y="2939"/>
                </a:lnTo>
                <a:lnTo>
                  <a:pt x="32" y="3001"/>
                </a:lnTo>
                <a:lnTo>
                  <a:pt x="32" y="3095"/>
                </a:lnTo>
                <a:lnTo>
                  <a:pt x="1" y="3689"/>
                </a:lnTo>
                <a:lnTo>
                  <a:pt x="32" y="4283"/>
                </a:lnTo>
                <a:lnTo>
                  <a:pt x="126" y="4908"/>
                </a:lnTo>
                <a:lnTo>
                  <a:pt x="251" y="5564"/>
                </a:lnTo>
                <a:lnTo>
                  <a:pt x="532" y="6940"/>
                </a:lnTo>
                <a:lnTo>
                  <a:pt x="907" y="8378"/>
                </a:lnTo>
                <a:lnTo>
                  <a:pt x="2064" y="8378"/>
                </a:lnTo>
                <a:lnTo>
                  <a:pt x="2001" y="7784"/>
                </a:lnTo>
                <a:lnTo>
                  <a:pt x="2001" y="7190"/>
                </a:lnTo>
                <a:lnTo>
                  <a:pt x="2095" y="6502"/>
                </a:lnTo>
                <a:lnTo>
                  <a:pt x="2220" y="5846"/>
                </a:lnTo>
                <a:lnTo>
                  <a:pt x="2407" y="5221"/>
                </a:lnTo>
                <a:lnTo>
                  <a:pt x="2657" y="4627"/>
                </a:lnTo>
                <a:lnTo>
                  <a:pt x="2970" y="4064"/>
                </a:lnTo>
                <a:lnTo>
                  <a:pt x="3345" y="3533"/>
                </a:lnTo>
                <a:lnTo>
                  <a:pt x="3751" y="3032"/>
                </a:lnTo>
                <a:lnTo>
                  <a:pt x="4189" y="2564"/>
                </a:lnTo>
                <a:lnTo>
                  <a:pt x="4689" y="2157"/>
                </a:lnTo>
                <a:lnTo>
                  <a:pt x="5221" y="1813"/>
                </a:lnTo>
                <a:lnTo>
                  <a:pt x="5783" y="1501"/>
                </a:lnTo>
                <a:lnTo>
                  <a:pt x="6377" y="1251"/>
                </a:lnTo>
                <a:lnTo>
                  <a:pt x="7002" y="1063"/>
                </a:lnTo>
                <a:lnTo>
                  <a:pt x="7627" y="938"/>
                </a:lnTo>
                <a:lnTo>
                  <a:pt x="8315" y="876"/>
                </a:lnTo>
                <a:lnTo>
                  <a:pt x="8971" y="876"/>
                </a:lnTo>
                <a:lnTo>
                  <a:pt x="9440" y="907"/>
                </a:lnTo>
                <a:lnTo>
                  <a:pt x="9909" y="970"/>
                </a:lnTo>
                <a:lnTo>
                  <a:pt x="10347" y="1063"/>
                </a:lnTo>
                <a:lnTo>
                  <a:pt x="10784" y="1220"/>
                </a:lnTo>
                <a:lnTo>
                  <a:pt x="11222" y="1376"/>
                </a:lnTo>
                <a:lnTo>
                  <a:pt x="11628" y="1563"/>
                </a:lnTo>
                <a:lnTo>
                  <a:pt x="12003" y="1751"/>
                </a:lnTo>
                <a:lnTo>
                  <a:pt x="12379" y="2001"/>
                </a:lnTo>
                <a:lnTo>
                  <a:pt x="12722" y="2251"/>
                </a:lnTo>
                <a:lnTo>
                  <a:pt x="13066" y="2532"/>
                </a:lnTo>
                <a:lnTo>
                  <a:pt x="13379" y="2845"/>
                </a:lnTo>
                <a:lnTo>
                  <a:pt x="13691" y="3158"/>
                </a:lnTo>
                <a:lnTo>
                  <a:pt x="13973" y="3501"/>
                </a:lnTo>
                <a:lnTo>
                  <a:pt x="14223" y="3876"/>
                </a:lnTo>
                <a:lnTo>
                  <a:pt x="14442" y="4252"/>
                </a:lnTo>
                <a:lnTo>
                  <a:pt x="14660" y="4627"/>
                </a:lnTo>
                <a:lnTo>
                  <a:pt x="14817" y="5002"/>
                </a:lnTo>
                <a:lnTo>
                  <a:pt x="14817" y="5033"/>
                </a:lnTo>
                <a:lnTo>
                  <a:pt x="14942" y="5346"/>
                </a:lnTo>
                <a:lnTo>
                  <a:pt x="15035" y="5689"/>
                </a:lnTo>
                <a:lnTo>
                  <a:pt x="15129" y="6033"/>
                </a:lnTo>
                <a:lnTo>
                  <a:pt x="15192" y="6377"/>
                </a:lnTo>
                <a:lnTo>
                  <a:pt x="15254" y="6721"/>
                </a:lnTo>
                <a:lnTo>
                  <a:pt x="15285" y="7096"/>
                </a:lnTo>
                <a:lnTo>
                  <a:pt x="15285" y="7471"/>
                </a:lnTo>
                <a:lnTo>
                  <a:pt x="15285" y="7846"/>
                </a:lnTo>
                <a:lnTo>
                  <a:pt x="15254" y="8378"/>
                </a:lnTo>
                <a:lnTo>
                  <a:pt x="42698" y="8378"/>
                </a:lnTo>
                <a:lnTo>
                  <a:pt x="42636" y="7971"/>
                </a:lnTo>
                <a:lnTo>
                  <a:pt x="42604" y="7565"/>
                </a:lnTo>
                <a:lnTo>
                  <a:pt x="42573" y="7127"/>
                </a:lnTo>
                <a:lnTo>
                  <a:pt x="42573" y="6721"/>
                </a:lnTo>
                <a:lnTo>
                  <a:pt x="42636" y="6064"/>
                </a:lnTo>
                <a:lnTo>
                  <a:pt x="42761" y="5439"/>
                </a:lnTo>
                <a:lnTo>
                  <a:pt x="42948" y="4845"/>
                </a:lnTo>
                <a:lnTo>
                  <a:pt x="43167" y="4252"/>
                </a:lnTo>
                <a:lnTo>
                  <a:pt x="43448" y="3720"/>
                </a:lnTo>
                <a:lnTo>
                  <a:pt x="43792" y="3189"/>
                </a:lnTo>
                <a:lnTo>
                  <a:pt x="44167" y="2720"/>
                </a:lnTo>
                <a:lnTo>
                  <a:pt x="44574" y="2282"/>
                </a:lnTo>
                <a:lnTo>
                  <a:pt x="27757" y="2282"/>
                </a:lnTo>
                <a:lnTo>
                  <a:pt x="25850" y="2251"/>
                </a:lnTo>
                <a:lnTo>
                  <a:pt x="24038" y="2189"/>
                </a:lnTo>
                <a:lnTo>
                  <a:pt x="22318" y="2064"/>
                </a:lnTo>
                <a:lnTo>
                  <a:pt x="20693" y="1938"/>
                </a:lnTo>
                <a:lnTo>
                  <a:pt x="19193" y="1751"/>
                </a:lnTo>
                <a:lnTo>
                  <a:pt x="17755" y="1563"/>
                </a:lnTo>
                <a:lnTo>
                  <a:pt x="16411" y="1345"/>
                </a:lnTo>
                <a:lnTo>
                  <a:pt x="15160" y="1126"/>
                </a:lnTo>
                <a:lnTo>
                  <a:pt x="12910" y="719"/>
                </a:lnTo>
                <a:lnTo>
                  <a:pt x="10972" y="344"/>
                </a:lnTo>
                <a:lnTo>
                  <a:pt x="10128" y="188"/>
                </a:lnTo>
                <a:lnTo>
                  <a:pt x="9378" y="94"/>
                </a:lnTo>
                <a:lnTo>
                  <a:pt x="8690" y="1"/>
                </a:lnTo>
                <a:close/>
              </a:path>
            </a:pathLst>
          </a:custGeom>
          <a:solidFill>
            <a:srgbClr val="D3D3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4"/>
          <p:cNvSpPr/>
          <p:nvPr/>
        </p:nvSpPr>
        <p:spPr>
          <a:xfrm>
            <a:off x="972545" y="1046789"/>
            <a:ext cx="2120321" cy="1189975"/>
          </a:xfrm>
          <a:custGeom>
            <a:rect b="b" l="l" r="r" t="t"/>
            <a:pathLst>
              <a:path extrusionOk="0" h="18911" w="33696">
                <a:moveTo>
                  <a:pt x="15472" y="0"/>
                </a:moveTo>
                <a:lnTo>
                  <a:pt x="13316" y="31"/>
                </a:lnTo>
                <a:lnTo>
                  <a:pt x="12253" y="63"/>
                </a:lnTo>
                <a:lnTo>
                  <a:pt x="11253" y="125"/>
                </a:lnTo>
                <a:lnTo>
                  <a:pt x="10284" y="188"/>
                </a:lnTo>
                <a:lnTo>
                  <a:pt x="9377" y="281"/>
                </a:lnTo>
                <a:lnTo>
                  <a:pt x="8440" y="406"/>
                </a:lnTo>
                <a:lnTo>
                  <a:pt x="7564" y="625"/>
                </a:lnTo>
                <a:lnTo>
                  <a:pt x="6720" y="875"/>
                </a:lnTo>
                <a:lnTo>
                  <a:pt x="5939" y="1188"/>
                </a:lnTo>
                <a:lnTo>
                  <a:pt x="5220" y="1500"/>
                </a:lnTo>
                <a:lnTo>
                  <a:pt x="4501" y="1875"/>
                </a:lnTo>
                <a:lnTo>
                  <a:pt x="3876" y="2282"/>
                </a:lnTo>
                <a:lnTo>
                  <a:pt x="3251" y="2688"/>
                </a:lnTo>
                <a:lnTo>
                  <a:pt x="2719" y="3095"/>
                </a:lnTo>
                <a:lnTo>
                  <a:pt x="2188" y="3501"/>
                </a:lnTo>
                <a:lnTo>
                  <a:pt x="1719" y="3907"/>
                </a:lnTo>
                <a:lnTo>
                  <a:pt x="1313" y="4314"/>
                </a:lnTo>
                <a:lnTo>
                  <a:pt x="625" y="5032"/>
                </a:lnTo>
                <a:lnTo>
                  <a:pt x="94" y="5595"/>
                </a:lnTo>
                <a:lnTo>
                  <a:pt x="63" y="5626"/>
                </a:lnTo>
                <a:lnTo>
                  <a:pt x="63" y="5689"/>
                </a:lnTo>
                <a:lnTo>
                  <a:pt x="31" y="6533"/>
                </a:lnTo>
                <a:lnTo>
                  <a:pt x="0" y="7814"/>
                </a:lnTo>
                <a:lnTo>
                  <a:pt x="31" y="8471"/>
                </a:lnTo>
                <a:lnTo>
                  <a:pt x="94" y="9065"/>
                </a:lnTo>
                <a:lnTo>
                  <a:pt x="125" y="9315"/>
                </a:lnTo>
                <a:lnTo>
                  <a:pt x="188" y="9534"/>
                </a:lnTo>
                <a:lnTo>
                  <a:pt x="250" y="9690"/>
                </a:lnTo>
                <a:lnTo>
                  <a:pt x="344" y="9784"/>
                </a:lnTo>
                <a:lnTo>
                  <a:pt x="469" y="9877"/>
                </a:lnTo>
                <a:lnTo>
                  <a:pt x="656" y="9940"/>
                </a:lnTo>
                <a:lnTo>
                  <a:pt x="1188" y="10065"/>
                </a:lnTo>
                <a:lnTo>
                  <a:pt x="1688" y="10190"/>
                </a:lnTo>
                <a:lnTo>
                  <a:pt x="2282" y="10346"/>
                </a:lnTo>
                <a:lnTo>
                  <a:pt x="2938" y="10596"/>
                </a:lnTo>
                <a:lnTo>
                  <a:pt x="3626" y="10878"/>
                </a:lnTo>
                <a:lnTo>
                  <a:pt x="3970" y="11065"/>
                </a:lnTo>
                <a:lnTo>
                  <a:pt x="4314" y="11284"/>
                </a:lnTo>
                <a:lnTo>
                  <a:pt x="4689" y="11534"/>
                </a:lnTo>
                <a:lnTo>
                  <a:pt x="5032" y="11784"/>
                </a:lnTo>
                <a:lnTo>
                  <a:pt x="5376" y="12097"/>
                </a:lnTo>
                <a:lnTo>
                  <a:pt x="5720" y="12440"/>
                </a:lnTo>
                <a:lnTo>
                  <a:pt x="6064" y="12816"/>
                </a:lnTo>
                <a:lnTo>
                  <a:pt x="6377" y="13222"/>
                </a:lnTo>
                <a:lnTo>
                  <a:pt x="6752" y="13785"/>
                </a:lnTo>
                <a:lnTo>
                  <a:pt x="7064" y="14347"/>
                </a:lnTo>
                <a:lnTo>
                  <a:pt x="7346" y="14879"/>
                </a:lnTo>
                <a:lnTo>
                  <a:pt x="7564" y="15379"/>
                </a:lnTo>
                <a:lnTo>
                  <a:pt x="7721" y="15879"/>
                </a:lnTo>
                <a:lnTo>
                  <a:pt x="7877" y="16348"/>
                </a:lnTo>
                <a:lnTo>
                  <a:pt x="7971" y="16754"/>
                </a:lnTo>
                <a:lnTo>
                  <a:pt x="8033" y="17160"/>
                </a:lnTo>
                <a:lnTo>
                  <a:pt x="8064" y="17535"/>
                </a:lnTo>
                <a:lnTo>
                  <a:pt x="8096" y="17848"/>
                </a:lnTo>
                <a:lnTo>
                  <a:pt x="8096" y="18379"/>
                </a:lnTo>
                <a:lnTo>
                  <a:pt x="8064" y="18723"/>
                </a:lnTo>
                <a:lnTo>
                  <a:pt x="8033" y="18848"/>
                </a:lnTo>
                <a:lnTo>
                  <a:pt x="8283" y="18911"/>
                </a:lnTo>
                <a:lnTo>
                  <a:pt x="8283" y="18754"/>
                </a:lnTo>
                <a:lnTo>
                  <a:pt x="8346" y="18379"/>
                </a:lnTo>
                <a:lnTo>
                  <a:pt x="8346" y="17848"/>
                </a:lnTo>
                <a:lnTo>
                  <a:pt x="8314" y="17504"/>
                </a:lnTo>
                <a:lnTo>
                  <a:pt x="8283" y="17129"/>
                </a:lnTo>
                <a:lnTo>
                  <a:pt x="8221" y="16723"/>
                </a:lnTo>
                <a:lnTo>
                  <a:pt x="8096" y="16285"/>
                </a:lnTo>
                <a:lnTo>
                  <a:pt x="7971" y="15785"/>
                </a:lnTo>
                <a:lnTo>
                  <a:pt x="7783" y="15285"/>
                </a:lnTo>
                <a:lnTo>
                  <a:pt x="7564" y="14785"/>
                </a:lnTo>
                <a:lnTo>
                  <a:pt x="7283" y="14222"/>
                </a:lnTo>
                <a:lnTo>
                  <a:pt x="6970" y="13660"/>
                </a:lnTo>
                <a:lnTo>
                  <a:pt x="6564" y="13066"/>
                </a:lnTo>
                <a:lnTo>
                  <a:pt x="6252" y="12659"/>
                </a:lnTo>
                <a:lnTo>
                  <a:pt x="5908" y="12253"/>
                </a:lnTo>
                <a:lnTo>
                  <a:pt x="5564" y="11909"/>
                </a:lnTo>
                <a:lnTo>
                  <a:pt x="5189" y="11597"/>
                </a:lnTo>
                <a:lnTo>
                  <a:pt x="4845" y="11315"/>
                </a:lnTo>
                <a:lnTo>
                  <a:pt x="4470" y="11065"/>
                </a:lnTo>
                <a:lnTo>
                  <a:pt x="4095" y="10846"/>
                </a:lnTo>
                <a:lnTo>
                  <a:pt x="3751" y="10659"/>
                </a:lnTo>
                <a:lnTo>
                  <a:pt x="3032" y="10346"/>
                </a:lnTo>
                <a:lnTo>
                  <a:pt x="2376" y="10127"/>
                </a:lnTo>
                <a:lnTo>
                  <a:pt x="1750" y="9971"/>
                </a:lnTo>
                <a:lnTo>
                  <a:pt x="1250" y="9846"/>
                </a:lnTo>
                <a:lnTo>
                  <a:pt x="781" y="9721"/>
                </a:lnTo>
                <a:lnTo>
                  <a:pt x="594" y="9659"/>
                </a:lnTo>
                <a:lnTo>
                  <a:pt x="500" y="9596"/>
                </a:lnTo>
                <a:lnTo>
                  <a:pt x="438" y="9534"/>
                </a:lnTo>
                <a:lnTo>
                  <a:pt x="406" y="9440"/>
                </a:lnTo>
                <a:lnTo>
                  <a:pt x="344" y="9127"/>
                </a:lnTo>
                <a:lnTo>
                  <a:pt x="281" y="8658"/>
                </a:lnTo>
                <a:lnTo>
                  <a:pt x="281" y="8127"/>
                </a:lnTo>
                <a:lnTo>
                  <a:pt x="250" y="6939"/>
                </a:lnTo>
                <a:lnTo>
                  <a:pt x="313" y="5720"/>
                </a:lnTo>
                <a:lnTo>
                  <a:pt x="813" y="5158"/>
                </a:lnTo>
                <a:lnTo>
                  <a:pt x="1532" y="4439"/>
                </a:lnTo>
                <a:lnTo>
                  <a:pt x="1938" y="4063"/>
                </a:lnTo>
                <a:lnTo>
                  <a:pt x="2376" y="3657"/>
                </a:lnTo>
                <a:lnTo>
                  <a:pt x="2876" y="3251"/>
                </a:lnTo>
                <a:lnTo>
                  <a:pt x="3438" y="2844"/>
                </a:lnTo>
                <a:lnTo>
                  <a:pt x="4032" y="2469"/>
                </a:lnTo>
                <a:lnTo>
                  <a:pt x="4657" y="2094"/>
                </a:lnTo>
                <a:lnTo>
                  <a:pt x="5345" y="1719"/>
                </a:lnTo>
                <a:lnTo>
                  <a:pt x="6064" y="1407"/>
                </a:lnTo>
                <a:lnTo>
                  <a:pt x="6814" y="1094"/>
                </a:lnTo>
                <a:lnTo>
                  <a:pt x="7658" y="844"/>
                </a:lnTo>
                <a:lnTo>
                  <a:pt x="8502" y="656"/>
                </a:lnTo>
                <a:lnTo>
                  <a:pt x="9409" y="531"/>
                </a:lnTo>
                <a:lnTo>
                  <a:pt x="10377" y="406"/>
                </a:lnTo>
                <a:lnTo>
                  <a:pt x="11378" y="344"/>
                </a:lnTo>
                <a:lnTo>
                  <a:pt x="12409" y="281"/>
                </a:lnTo>
                <a:lnTo>
                  <a:pt x="13503" y="250"/>
                </a:lnTo>
                <a:lnTo>
                  <a:pt x="15691" y="219"/>
                </a:lnTo>
                <a:lnTo>
                  <a:pt x="17817" y="281"/>
                </a:lnTo>
                <a:lnTo>
                  <a:pt x="19817" y="375"/>
                </a:lnTo>
                <a:lnTo>
                  <a:pt x="21568" y="531"/>
                </a:lnTo>
                <a:lnTo>
                  <a:pt x="22318" y="625"/>
                </a:lnTo>
                <a:lnTo>
                  <a:pt x="22974" y="750"/>
                </a:lnTo>
                <a:lnTo>
                  <a:pt x="23506" y="875"/>
                </a:lnTo>
                <a:lnTo>
                  <a:pt x="23943" y="1000"/>
                </a:lnTo>
                <a:lnTo>
                  <a:pt x="24350" y="1157"/>
                </a:lnTo>
                <a:lnTo>
                  <a:pt x="24787" y="1375"/>
                </a:lnTo>
                <a:lnTo>
                  <a:pt x="25287" y="1625"/>
                </a:lnTo>
                <a:lnTo>
                  <a:pt x="25819" y="1938"/>
                </a:lnTo>
                <a:lnTo>
                  <a:pt x="26975" y="2626"/>
                </a:lnTo>
                <a:lnTo>
                  <a:pt x="28163" y="3438"/>
                </a:lnTo>
                <a:lnTo>
                  <a:pt x="29319" y="4282"/>
                </a:lnTo>
                <a:lnTo>
                  <a:pt x="30413" y="5126"/>
                </a:lnTo>
                <a:lnTo>
                  <a:pt x="31351" y="5908"/>
                </a:lnTo>
                <a:lnTo>
                  <a:pt x="31726" y="6283"/>
                </a:lnTo>
                <a:lnTo>
                  <a:pt x="32070" y="6595"/>
                </a:lnTo>
                <a:lnTo>
                  <a:pt x="32320" y="6908"/>
                </a:lnTo>
                <a:lnTo>
                  <a:pt x="32539" y="7189"/>
                </a:lnTo>
                <a:lnTo>
                  <a:pt x="32758" y="7502"/>
                </a:lnTo>
                <a:lnTo>
                  <a:pt x="32914" y="7814"/>
                </a:lnTo>
                <a:lnTo>
                  <a:pt x="33039" y="8127"/>
                </a:lnTo>
                <a:lnTo>
                  <a:pt x="33164" y="8440"/>
                </a:lnTo>
                <a:lnTo>
                  <a:pt x="33258" y="8752"/>
                </a:lnTo>
                <a:lnTo>
                  <a:pt x="33320" y="9096"/>
                </a:lnTo>
                <a:lnTo>
                  <a:pt x="33414" y="9721"/>
                </a:lnTo>
                <a:lnTo>
                  <a:pt x="33445" y="10346"/>
                </a:lnTo>
                <a:lnTo>
                  <a:pt x="33445" y="10971"/>
                </a:lnTo>
                <a:lnTo>
                  <a:pt x="33414" y="11597"/>
                </a:lnTo>
                <a:lnTo>
                  <a:pt x="33352" y="12097"/>
                </a:lnTo>
                <a:lnTo>
                  <a:pt x="33258" y="13534"/>
                </a:lnTo>
                <a:lnTo>
                  <a:pt x="33164" y="15254"/>
                </a:lnTo>
                <a:lnTo>
                  <a:pt x="33133" y="16160"/>
                </a:lnTo>
                <a:lnTo>
                  <a:pt x="33164" y="17098"/>
                </a:lnTo>
                <a:lnTo>
                  <a:pt x="33195" y="18004"/>
                </a:lnTo>
                <a:lnTo>
                  <a:pt x="33258" y="18880"/>
                </a:lnTo>
                <a:lnTo>
                  <a:pt x="33508" y="18880"/>
                </a:lnTo>
                <a:lnTo>
                  <a:pt x="33414" y="17973"/>
                </a:lnTo>
                <a:lnTo>
                  <a:pt x="33383" y="17067"/>
                </a:lnTo>
                <a:lnTo>
                  <a:pt x="33383" y="16160"/>
                </a:lnTo>
                <a:lnTo>
                  <a:pt x="33414" y="15254"/>
                </a:lnTo>
                <a:lnTo>
                  <a:pt x="33508" y="13534"/>
                </a:lnTo>
                <a:lnTo>
                  <a:pt x="33602" y="12128"/>
                </a:lnTo>
                <a:lnTo>
                  <a:pt x="33664" y="11597"/>
                </a:lnTo>
                <a:lnTo>
                  <a:pt x="33695" y="10971"/>
                </a:lnTo>
                <a:lnTo>
                  <a:pt x="33695" y="10346"/>
                </a:lnTo>
                <a:lnTo>
                  <a:pt x="33664" y="9690"/>
                </a:lnTo>
                <a:lnTo>
                  <a:pt x="33570" y="9002"/>
                </a:lnTo>
                <a:lnTo>
                  <a:pt x="33508" y="8690"/>
                </a:lnTo>
                <a:lnTo>
                  <a:pt x="33383" y="8346"/>
                </a:lnTo>
                <a:lnTo>
                  <a:pt x="33289" y="8033"/>
                </a:lnTo>
                <a:lnTo>
                  <a:pt x="33133" y="7689"/>
                </a:lnTo>
                <a:lnTo>
                  <a:pt x="32945" y="7377"/>
                </a:lnTo>
                <a:lnTo>
                  <a:pt x="32758" y="7064"/>
                </a:lnTo>
                <a:lnTo>
                  <a:pt x="32508" y="6752"/>
                </a:lnTo>
                <a:lnTo>
                  <a:pt x="32226" y="6439"/>
                </a:lnTo>
                <a:lnTo>
                  <a:pt x="31914" y="6095"/>
                </a:lnTo>
                <a:lnTo>
                  <a:pt x="31507" y="5751"/>
                </a:lnTo>
                <a:lnTo>
                  <a:pt x="30570" y="4939"/>
                </a:lnTo>
                <a:lnTo>
                  <a:pt x="29476" y="4095"/>
                </a:lnTo>
                <a:lnTo>
                  <a:pt x="28288" y="3251"/>
                </a:lnTo>
                <a:lnTo>
                  <a:pt x="27100" y="2438"/>
                </a:lnTo>
                <a:lnTo>
                  <a:pt x="25944" y="1719"/>
                </a:lnTo>
                <a:lnTo>
                  <a:pt x="25381" y="1407"/>
                </a:lnTo>
                <a:lnTo>
                  <a:pt x="24881" y="1125"/>
                </a:lnTo>
                <a:lnTo>
                  <a:pt x="24443" y="906"/>
                </a:lnTo>
                <a:lnTo>
                  <a:pt x="24037" y="750"/>
                </a:lnTo>
                <a:lnTo>
                  <a:pt x="23568" y="625"/>
                </a:lnTo>
                <a:lnTo>
                  <a:pt x="22974" y="500"/>
                </a:lnTo>
                <a:lnTo>
                  <a:pt x="22287" y="375"/>
                </a:lnTo>
                <a:lnTo>
                  <a:pt x="21505" y="281"/>
                </a:lnTo>
                <a:lnTo>
                  <a:pt x="20630" y="188"/>
                </a:lnTo>
                <a:lnTo>
                  <a:pt x="19661" y="125"/>
                </a:lnTo>
                <a:lnTo>
                  <a:pt x="17629" y="31"/>
                </a:lnTo>
                <a:lnTo>
                  <a:pt x="15472" y="0"/>
                </a:lnTo>
                <a:close/>
              </a:path>
            </a:pathLst>
          </a:custGeom>
          <a:solidFill>
            <a:srgbClr val="BFB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
          <p:cNvSpPr/>
          <p:nvPr/>
        </p:nvSpPr>
        <p:spPr>
          <a:xfrm>
            <a:off x="1745513" y="1054654"/>
            <a:ext cx="55122" cy="1180158"/>
          </a:xfrm>
          <a:custGeom>
            <a:rect b="b" l="l" r="r" t="t"/>
            <a:pathLst>
              <a:path extrusionOk="0" h="18755" w="876">
                <a:moveTo>
                  <a:pt x="625" y="0"/>
                </a:moveTo>
                <a:lnTo>
                  <a:pt x="625" y="344"/>
                </a:lnTo>
                <a:lnTo>
                  <a:pt x="375" y="3345"/>
                </a:lnTo>
                <a:lnTo>
                  <a:pt x="156" y="6439"/>
                </a:lnTo>
                <a:lnTo>
                  <a:pt x="63" y="7908"/>
                </a:lnTo>
                <a:lnTo>
                  <a:pt x="0" y="9284"/>
                </a:lnTo>
                <a:lnTo>
                  <a:pt x="0" y="10471"/>
                </a:lnTo>
                <a:lnTo>
                  <a:pt x="0" y="11472"/>
                </a:lnTo>
                <a:lnTo>
                  <a:pt x="156" y="13566"/>
                </a:lnTo>
                <a:lnTo>
                  <a:pt x="375" y="15973"/>
                </a:lnTo>
                <a:lnTo>
                  <a:pt x="625" y="18755"/>
                </a:lnTo>
                <a:lnTo>
                  <a:pt x="875" y="18755"/>
                </a:lnTo>
                <a:lnTo>
                  <a:pt x="594" y="15941"/>
                </a:lnTo>
                <a:lnTo>
                  <a:pt x="407" y="13566"/>
                </a:lnTo>
                <a:lnTo>
                  <a:pt x="250" y="11440"/>
                </a:lnTo>
                <a:lnTo>
                  <a:pt x="219" y="10471"/>
                </a:lnTo>
                <a:lnTo>
                  <a:pt x="250" y="9284"/>
                </a:lnTo>
                <a:lnTo>
                  <a:pt x="313" y="7908"/>
                </a:lnTo>
                <a:lnTo>
                  <a:pt x="407" y="6439"/>
                </a:lnTo>
                <a:lnTo>
                  <a:pt x="625" y="3345"/>
                </a:lnTo>
                <a:lnTo>
                  <a:pt x="844" y="375"/>
                </a:lnTo>
                <a:lnTo>
                  <a:pt x="875" y="31"/>
                </a:lnTo>
                <a:lnTo>
                  <a:pt x="625" y="0"/>
                </a:lnTo>
                <a:close/>
              </a:path>
            </a:pathLst>
          </a:custGeom>
          <a:solidFill>
            <a:srgbClr val="BFB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
          <p:cNvSpPr/>
          <p:nvPr/>
        </p:nvSpPr>
        <p:spPr>
          <a:xfrm>
            <a:off x="1078699" y="1103798"/>
            <a:ext cx="1898133" cy="432798"/>
          </a:xfrm>
          <a:custGeom>
            <a:rect b="b" l="l" r="r" t="t"/>
            <a:pathLst>
              <a:path extrusionOk="0" h="6878" w="30165">
                <a:moveTo>
                  <a:pt x="13754" y="0"/>
                </a:moveTo>
                <a:lnTo>
                  <a:pt x="12316" y="32"/>
                </a:lnTo>
                <a:lnTo>
                  <a:pt x="10253" y="94"/>
                </a:lnTo>
                <a:lnTo>
                  <a:pt x="10003" y="126"/>
                </a:lnTo>
                <a:lnTo>
                  <a:pt x="8909" y="219"/>
                </a:lnTo>
                <a:lnTo>
                  <a:pt x="7847" y="376"/>
                </a:lnTo>
                <a:lnTo>
                  <a:pt x="6878" y="563"/>
                </a:lnTo>
                <a:lnTo>
                  <a:pt x="6002" y="813"/>
                </a:lnTo>
                <a:lnTo>
                  <a:pt x="5158" y="1094"/>
                </a:lnTo>
                <a:lnTo>
                  <a:pt x="4408" y="1438"/>
                </a:lnTo>
                <a:lnTo>
                  <a:pt x="3721" y="1782"/>
                </a:lnTo>
                <a:lnTo>
                  <a:pt x="3064" y="2126"/>
                </a:lnTo>
                <a:lnTo>
                  <a:pt x="2502" y="2501"/>
                </a:lnTo>
                <a:lnTo>
                  <a:pt x="2001" y="2876"/>
                </a:lnTo>
                <a:lnTo>
                  <a:pt x="1533" y="3251"/>
                </a:lnTo>
                <a:lnTo>
                  <a:pt x="1126" y="3595"/>
                </a:lnTo>
                <a:lnTo>
                  <a:pt x="782" y="3939"/>
                </a:lnTo>
                <a:lnTo>
                  <a:pt x="470" y="4252"/>
                </a:lnTo>
                <a:lnTo>
                  <a:pt x="1" y="4783"/>
                </a:lnTo>
                <a:lnTo>
                  <a:pt x="188" y="5189"/>
                </a:lnTo>
                <a:lnTo>
                  <a:pt x="345" y="5408"/>
                </a:lnTo>
                <a:lnTo>
                  <a:pt x="470" y="5658"/>
                </a:lnTo>
                <a:lnTo>
                  <a:pt x="657" y="5877"/>
                </a:lnTo>
                <a:lnTo>
                  <a:pt x="845" y="6064"/>
                </a:lnTo>
                <a:lnTo>
                  <a:pt x="1032" y="6221"/>
                </a:lnTo>
                <a:lnTo>
                  <a:pt x="1251" y="6314"/>
                </a:lnTo>
                <a:lnTo>
                  <a:pt x="1595" y="6408"/>
                </a:lnTo>
                <a:lnTo>
                  <a:pt x="2033" y="6471"/>
                </a:lnTo>
                <a:lnTo>
                  <a:pt x="2658" y="6502"/>
                </a:lnTo>
                <a:lnTo>
                  <a:pt x="3439" y="6533"/>
                </a:lnTo>
                <a:lnTo>
                  <a:pt x="5877" y="6596"/>
                </a:lnTo>
                <a:lnTo>
                  <a:pt x="11816" y="6596"/>
                </a:lnTo>
                <a:lnTo>
                  <a:pt x="15317" y="6658"/>
                </a:lnTo>
                <a:lnTo>
                  <a:pt x="19037" y="6752"/>
                </a:lnTo>
                <a:lnTo>
                  <a:pt x="23256" y="6846"/>
                </a:lnTo>
                <a:lnTo>
                  <a:pt x="25163" y="6877"/>
                </a:lnTo>
                <a:lnTo>
                  <a:pt x="28289" y="6877"/>
                </a:lnTo>
                <a:lnTo>
                  <a:pt x="29258" y="6846"/>
                </a:lnTo>
                <a:lnTo>
                  <a:pt x="29852" y="6783"/>
                </a:lnTo>
                <a:lnTo>
                  <a:pt x="30164" y="6752"/>
                </a:lnTo>
                <a:lnTo>
                  <a:pt x="29820" y="6346"/>
                </a:lnTo>
                <a:lnTo>
                  <a:pt x="29195" y="5721"/>
                </a:lnTo>
                <a:lnTo>
                  <a:pt x="28320" y="4908"/>
                </a:lnTo>
                <a:lnTo>
                  <a:pt x="27132" y="3908"/>
                </a:lnTo>
                <a:lnTo>
                  <a:pt x="25788" y="2845"/>
                </a:lnTo>
                <a:lnTo>
                  <a:pt x="25132" y="2376"/>
                </a:lnTo>
                <a:lnTo>
                  <a:pt x="24507" y="1938"/>
                </a:lnTo>
                <a:lnTo>
                  <a:pt x="23975" y="1595"/>
                </a:lnTo>
                <a:lnTo>
                  <a:pt x="23444" y="1282"/>
                </a:lnTo>
                <a:lnTo>
                  <a:pt x="23006" y="1032"/>
                </a:lnTo>
                <a:lnTo>
                  <a:pt x="22631" y="876"/>
                </a:lnTo>
                <a:lnTo>
                  <a:pt x="22006" y="657"/>
                </a:lnTo>
                <a:lnTo>
                  <a:pt x="21287" y="469"/>
                </a:lnTo>
                <a:lnTo>
                  <a:pt x="20506" y="313"/>
                </a:lnTo>
                <a:lnTo>
                  <a:pt x="19599" y="188"/>
                </a:lnTo>
                <a:lnTo>
                  <a:pt x="18630" y="94"/>
                </a:lnTo>
                <a:lnTo>
                  <a:pt x="17536" y="32"/>
                </a:lnTo>
                <a:lnTo>
                  <a:pt x="16349" y="0"/>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4"/>
          <p:cNvSpPr/>
          <p:nvPr/>
        </p:nvSpPr>
        <p:spPr>
          <a:xfrm>
            <a:off x="1061017" y="1088067"/>
            <a:ext cx="1935447" cy="464261"/>
          </a:xfrm>
          <a:custGeom>
            <a:rect b="b" l="l" r="r" t="t"/>
            <a:pathLst>
              <a:path extrusionOk="0" h="7378" w="30758">
                <a:moveTo>
                  <a:pt x="15348" y="469"/>
                </a:moveTo>
                <a:lnTo>
                  <a:pt x="16630" y="501"/>
                </a:lnTo>
                <a:lnTo>
                  <a:pt x="17817" y="532"/>
                </a:lnTo>
                <a:lnTo>
                  <a:pt x="18880" y="594"/>
                </a:lnTo>
                <a:lnTo>
                  <a:pt x="19849" y="688"/>
                </a:lnTo>
                <a:lnTo>
                  <a:pt x="20724" y="813"/>
                </a:lnTo>
                <a:lnTo>
                  <a:pt x="21506" y="969"/>
                </a:lnTo>
                <a:lnTo>
                  <a:pt x="22193" y="1126"/>
                </a:lnTo>
                <a:lnTo>
                  <a:pt x="22818" y="1344"/>
                </a:lnTo>
                <a:lnTo>
                  <a:pt x="23194" y="1501"/>
                </a:lnTo>
                <a:lnTo>
                  <a:pt x="23600" y="1720"/>
                </a:lnTo>
                <a:lnTo>
                  <a:pt x="24069" y="2001"/>
                </a:lnTo>
                <a:lnTo>
                  <a:pt x="24538" y="2313"/>
                </a:lnTo>
                <a:lnTo>
                  <a:pt x="25569" y="3032"/>
                </a:lnTo>
                <a:lnTo>
                  <a:pt x="26632" y="3845"/>
                </a:lnTo>
                <a:lnTo>
                  <a:pt x="27695" y="4689"/>
                </a:lnTo>
                <a:lnTo>
                  <a:pt x="28632" y="5502"/>
                </a:lnTo>
                <a:lnTo>
                  <a:pt x="29414" y="6221"/>
                </a:lnTo>
                <a:lnTo>
                  <a:pt x="29976" y="6815"/>
                </a:lnTo>
                <a:lnTo>
                  <a:pt x="28976" y="6877"/>
                </a:lnTo>
                <a:lnTo>
                  <a:pt x="27163" y="6908"/>
                </a:lnTo>
                <a:lnTo>
                  <a:pt x="25444" y="6877"/>
                </a:lnTo>
                <a:lnTo>
                  <a:pt x="23537" y="6846"/>
                </a:lnTo>
                <a:lnTo>
                  <a:pt x="19318" y="6752"/>
                </a:lnTo>
                <a:lnTo>
                  <a:pt x="15598" y="6658"/>
                </a:lnTo>
                <a:lnTo>
                  <a:pt x="12097" y="6596"/>
                </a:lnTo>
                <a:lnTo>
                  <a:pt x="6190" y="6596"/>
                </a:lnTo>
                <a:lnTo>
                  <a:pt x="3752" y="6564"/>
                </a:lnTo>
                <a:lnTo>
                  <a:pt x="2970" y="6533"/>
                </a:lnTo>
                <a:lnTo>
                  <a:pt x="2376" y="6471"/>
                </a:lnTo>
                <a:lnTo>
                  <a:pt x="1939" y="6408"/>
                </a:lnTo>
                <a:lnTo>
                  <a:pt x="1595" y="6346"/>
                </a:lnTo>
                <a:lnTo>
                  <a:pt x="1438" y="6252"/>
                </a:lnTo>
                <a:lnTo>
                  <a:pt x="1313" y="6158"/>
                </a:lnTo>
                <a:lnTo>
                  <a:pt x="1157" y="6002"/>
                </a:lnTo>
                <a:lnTo>
                  <a:pt x="1032" y="5846"/>
                </a:lnTo>
                <a:lnTo>
                  <a:pt x="782" y="5470"/>
                </a:lnTo>
                <a:lnTo>
                  <a:pt x="563" y="5064"/>
                </a:lnTo>
                <a:lnTo>
                  <a:pt x="1063" y="4533"/>
                </a:lnTo>
                <a:lnTo>
                  <a:pt x="1376" y="4220"/>
                </a:lnTo>
                <a:lnTo>
                  <a:pt x="1720" y="3908"/>
                </a:lnTo>
                <a:lnTo>
                  <a:pt x="2126" y="3564"/>
                </a:lnTo>
                <a:lnTo>
                  <a:pt x="2564" y="3189"/>
                </a:lnTo>
                <a:lnTo>
                  <a:pt x="3064" y="2845"/>
                </a:lnTo>
                <a:lnTo>
                  <a:pt x="3626" y="2501"/>
                </a:lnTo>
                <a:lnTo>
                  <a:pt x="4252" y="2157"/>
                </a:lnTo>
                <a:lnTo>
                  <a:pt x="4939" y="1845"/>
                </a:lnTo>
                <a:lnTo>
                  <a:pt x="5658" y="1532"/>
                </a:lnTo>
                <a:lnTo>
                  <a:pt x="6471" y="1282"/>
                </a:lnTo>
                <a:lnTo>
                  <a:pt x="7315" y="1032"/>
                </a:lnTo>
                <a:lnTo>
                  <a:pt x="8253" y="844"/>
                </a:lnTo>
                <a:lnTo>
                  <a:pt x="9253" y="688"/>
                </a:lnTo>
                <a:lnTo>
                  <a:pt x="10316" y="626"/>
                </a:lnTo>
                <a:lnTo>
                  <a:pt x="10409" y="626"/>
                </a:lnTo>
                <a:lnTo>
                  <a:pt x="10534" y="594"/>
                </a:lnTo>
                <a:lnTo>
                  <a:pt x="12597" y="532"/>
                </a:lnTo>
                <a:lnTo>
                  <a:pt x="14035" y="501"/>
                </a:lnTo>
                <a:lnTo>
                  <a:pt x="15348" y="469"/>
                </a:lnTo>
                <a:close/>
                <a:moveTo>
                  <a:pt x="14035" y="0"/>
                </a:moveTo>
                <a:lnTo>
                  <a:pt x="12597" y="32"/>
                </a:lnTo>
                <a:lnTo>
                  <a:pt x="10503" y="125"/>
                </a:lnTo>
                <a:lnTo>
                  <a:pt x="10284" y="125"/>
                </a:lnTo>
                <a:lnTo>
                  <a:pt x="9190" y="219"/>
                </a:lnTo>
                <a:lnTo>
                  <a:pt x="8159" y="376"/>
                </a:lnTo>
                <a:lnTo>
                  <a:pt x="7190" y="563"/>
                </a:lnTo>
                <a:lnTo>
                  <a:pt x="6315" y="813"/>
                </a:lnTo>
                <a:lnTo>
                  <a:pt x="5471" y="1063"/>
                </a:lnTo>
                <a:lnTo>
                  <a:pt x="4720" y="1376"/>
                </a:lnTo>
                <a:lnTo>
                  <a:pt x="4033" y="1720"/>
                </a:lnTo>
                <a:lnTo>
                  <a:pt x="3376" y="2095"/>
                </a:lnTo>
                <a:lnTo>
                  <a:pt x="2783" y="2470"/>
                </a:lnTo>
                <a:lnTo>
                  <a:pt x="2251" y="2845"/>
                </a:lnTo>
                <a:lnTo>
                  <a:pt x="1751" y="3220"/>
                </a:lnTo>
                <a:lnTo>
                  <a:pt x="1313" y="3595"/>
                </a:lnTo>
                <a:lnTo>
                  <a:pt x="938" y="3970"/>
                </a:lnTo>
                <a:lnTo>
                  <a:pt x="595" y="4345"/>
                </a:lnTo>
                <a:lnTo>
                  <a:pt x="1" y="4970"/>
                </a:lnTo>
                <a:lnTo>
                  <a:pt x="94" y="5220"/>
                </a:lnTo>
                <a:lnTo>
                  <a:pt x="219" y="5470"/>
                </a:lnTo>
                <a:lnTo>
                  <a:pt x="407" y="5783"/>
                </a:lnTo>
                <a:lnTo>
                  <a:pt x="595" y="6096"/>
                </a:lnTo>
                <a:lnTo>
                  <a:pt x="845" y="6408"/>
                </a:lnTo>
                <a:lnTo>
                  <a:pt x="1001" y="6533"/>
                </a:lnTo>
                <a:lnTo>
                  <a:pt x="1126" y="6627"/>
                </a:lnTo>
                <a:lnTo>
                  <a:pt x="1313" y="6721"/>
                </a:lnTo>
                <a:lnTo>
                  <a:pt x="1470" y="6783"/>
                </a:lnTo>
                <a:lnTo>
                  <a:pt x="1814" y="6877"/>
                </a:lnTo>
                <a:lnTo>
                  <a:pt x="2282" y="6940"/>
                </a:lnTo>
                <a:lnTo>
                  <a:pt x="2908" y="7002"/>
                </a:lnTo>
                <a:lnTo>
                  <a:pt x="3720" y="7033"/>
                </a:lnTo>
                <a:lnTo>
                  <a:pt x="6158" y="7065"/>
                </a:lnTo>
                <a:lnTo>
                  <a:pt x="10034" y="7096"/>
                </a:lnTo>
                <a:lnTo>
                  <a:pt x="12097" y="7096"/>
                </a:lnTo>
                <a:lnTo>
                  <a:pt x="15879" y="7158"/>
                </a:lnTo>
                <a:lnTo>
                  <a:pt x="19912" y="7252"/>
                </a:lnTo>
                <a:lnTo>
                  <a:pt x="23787" y="7346"/>
                </a:lnTo>
                <a:lnTo>
                  <a:pt x="27163" y="7377"/>
                </a:lnTo>
                <a:lnTo>
                  <a:pt x="28632" y="7377"/>
                </a:lnTo>
                <a:lnTo>
                  <a:pt x="29758" y="7315"/>
                </a:lnTo>
                <a:lnTo>
                  <a:pt x="30164" y="7283"/>
                </a:lnTo>
                <a:lnTo>
                  <a:pt x="30477" y="7221"/>
                </a:lnTo>
                <a:lnTo>
                  <a:pt x="30664" y="7158"/>
                </a:lnTo>
                <a:lnTo>
                  <a:pt x="30727" y="7127"/>
                </a:lnTo>
                <a:lnTo>
                  <a:pt x="30758" y="7096"/>
                </a:lnTo>
                <a:lnTo>
                  <a:pt x="30727" y="7033"/>
                </a:lnTo>
                <a:lnTo>
                  <a:pt x="30664" y="6940"/>
                </a:lnTo>
                <a:lnTo>
                  <a:pt x="30508" y="6690"/>
                </a:lnTo>
                <a:lnTo>
                  <a:pt x="30226" y="6346"/>
                </a:lnTo>
                <a:lnTo>
                  <a:pt x="29820" y="5971"/>
                </a:lnTo>
                <a:lnTo>
                  <a:pt x="28851" y="5064"/>
                </a:lnTo>
                <a:lnTo>
                  <a:pt x="27695" y="4064"/>
                </a:lnTo>
                <a:lnTo>
                  <a:pt x="26382" y="3064"/>
                </a:lnTo>
                <a:lnTo>
                  <a:pt x="25757" y="2564"/>
                </a:lnTo>
                <a:lnTo>
                  <a:pt x="25132" y="2126"/>
                </a:lnTo>
                <a:lnTo>
                  <a:pt x="24506" y="1720"/>
                </a:lnTo>
                <a:lnTo>
                  <a:pt x="23944" y="1376"/>
                </a:lnTo>
                <a:lnTo>
                  <a:pt x="23444" y="1094"/>
                </a:lnTo>
                <a:lnTo>
                  <a:pt x="23006" y="907"/>
                </a:lnTo>
                <a:lnTo>
                  <a:pt x="22381" y="688"/>
                </a:lnTo>
                <a:lnTo>
                  <a:pt x="21693" y="501"/>
                </a:lnTo>
                <a:lnTo>
                  <a:pt x="20912" y="344"/>
                </a:lnTo>
                <a:lnTo>
                  <a:pt x="20037" y="219"/>
                </a:lnTo>
                <a:lnTo>
                  <a:pt x="19036" y="125"/>
                </a:lnTo>
                <a:lnTo>
                  <a:pt x="17942" y="63"/>
                </a:lnTo>
                <a:lnTo>
                  <a:pt x="16692" y="0"/>
                </a:lnTo>
                <a:close/>
              </a:path>
            </a:pathLst>
          </a:custGeom>
          <a:solidFill>
            <a:srgbClr val="4241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4"/>
          <p:cNvSpPr/>
          <p:nvPr/>
        </p:nvSpPr>
        <p:spPr>
          <a:xfrm>
            <a:off x="1096444" y="1088067"/>
            <a:ext cx="1850876" cy="434749"/>
          </a:xfrm>
          <a:custGeom>
            <a:rect b="b" l="l" r="r" t="t"/>
            <a:pathLst>
              <a:path extrusionOk="0" fill="none" h="6909" w="29414">
                <a:moveTo>
                  <a:pt x="14785" y="0"/>
                </a:moveTo>
                <a:lnTo>
                  <a:pt x="14785" y="469"/>
                </a:lnTo>
                <a:lnTo>
                  <a:pt x="14785" y="469"/>
                </a:lnTo>
                <a:lnTo>
                  <a:pt x="16067" y="501"/>
                </a:lnTo>
                <a:lnTo>
                  <a:pt x="17254" y="532"/>
                </a:lnTo>
                <a:lnTo>
                  <a:pt x="18317" y="594"/>
                </a:lnTo>
                <a:lnTo>
                  <a:pt x="19286" y="688"/>
                </a:lnTo>
                <a:lnTo>
                  <a:pt x="20161" y="813"/>
                </a:lnTo>
                <a:lnTo>
                  <a:pt x="20943" y="969"/>
                </a:lnTo>
                <a:lnTo>
                  <a:pt x="21630" y="1126"/>
                </a:lnTo>
                <a:lnTo>
                  <a:pt x="22255" y="1344"/>
                </a:lnTo>
                <a:lnTo>
                  <a:pt x="22255" y="1344"/>
                </a:lnTo>
                <a:lnTo>
                  <a:pt x="22631" y="1501"/>
                </a:lnTo>
                <a:lnTo>
                  <a:pt x="23037" y="1720"/>
                </a:lnTo>
                <a:lnTo>
                  <a:pt x="23506" y="2001"/>
                </a:lnTo>
                <a:lnTo>
                  <a:pt x="23975" y="2313"/>
                </a:lnTo>
                <a:lnTo>
                  <a:pt x="25006" y="3032"/>
                </a:lnTo>
                <a:lnTo>
                  <a:pt x="26069" y="3845"/>
                </a:lnTo>
                <a:lnTo>
                  <a:pt x="27132" y="4689"/>
                </a:lnTo>
                <a:lnTo>
                  <a:pt x="28069" y="5502"/>
                </a:lnTo>
                <a:lnTo>
                  <a:pt x="28851" y="6221"/>
                </a:lnTo>
                <a:lnTo>
                  <a:pt x="29413" y="6815"/>
                </a:lnTo>
                <a:lnTo>
                  <a:pt x="29413" y="6815"/>
                </a:lnTo>
                <a:lnTo>
                  <a:pt x="28413" y="6877"/>
                </a:lnTo>
                <a:lnTo>
                  <a:pt x="26600" y="6908"/>
                </a:lnTo>
                <a:lnTo>
                  <a:pt x="26600" y="6908"/>
                </a:lnTo>
                <a:lnTo>
                  <a:pt x="24881" y="6877"/>
                </a:lnTo>
                <a:lnTo>
                  <a:pt x="22974" y="6846"/>
                </a:lnTo>
                <a:lnTo>
                  <a:pt x="18755" y="6752"/>
                </a:lnTo>
                <a:lnTo>
                  <a:pt x="18755" y="6752"/>
                </a:lnTo>
                <a:lnTo>
                  <a:pt x="15035" y="6658"/>
                </a:lnTo>
                <a:lnTo>
                  <a:pt x="11534" y="6596"/>
                </a:lnTo>
                <a:lnTo>
                  <a:pt x="11503" y="6596"/>
                </a:lnTo>
                <a:lnTo>
                  <a:pt x="11503" y="6596"/>
                </a:lnTo>
                <a:lnTo>
                  <a:pt x="10534" y="6596"/>
                </a:lnTo>
                <a:lnTo>
                  <a:pt x="10534" y="6596"/>
                </a:lnTo>
                <a:lnTo>
                  <a:pt x="9971" y="6596"/>
                </a:lnTo>
                <a:lnTo>
                  <a:pt x="9971" y="6596"/>
                </a:lnTo>
                <a:lnTo>
                  <a:pt x="9471" y="6596"/>
                </a:lnTo>
                <a:lnTo>
                  <a:pt x="9471" y="6596"/>
                </a:lnTo>
                <a:lnTo>
                  <a:pt x="5627" y="6596"/>
                </a:lnTo>
                <a:lnTo>
                  <a:pt x="3189" y="6564"/>
                </a:lnTo>
                <a:lnTo>
                  <a:pt x="2407" y="6533"/>
                </a:lnTo>
                <a:lnTo>
                  <a:pt x="1813" y="6471"/>
                </a:lnTo>
                <a:lnTo>
                  <a:pt x="1376" y="6408"/>
                </a:lnTo>
                <a:lnTo>
                  <a:pt x="1032" y="6346"/>
                </a:lnTo>
                <a:lnTo>
                  <a:pt x="1032" y="6346"/>
                </a:lnTo>
                <a:lnTo>
                  <a:pt x="875" y="6252"/>
                </a:lnTo>
                <a:lnTo>
                  <a:pt x="750" y="6158"/>
                </a:lnTo>
                <a:lnTo>
                  <a:pt x="594" y="6002"/>
                </a:lnTo>
                <a:lnTo>
                  <a:pt x="469" y="5846"/>
                </a:lnTo>
                <a:lnTo>
                  <a:pt x="219" y="5470"/>
                </a:lnTo>
                <a:lnTo>
                  <a:pt x="0" y="5064"/>
                </a:lnTo>
                <a:lnTo>
                  <a:pt x="0" y="5064"/>
                </a:lnTo>
                <a:lnTo>
                  <a:pt x="500" y="4533"/>
                </a:lnTo>
                <a:lnTo>
                  <a:pt x="813" y="4220"/>
                </a:lnTo>
                <a:lnTo>
                  <a:pt x="1157" y="3908"/>
                </a:lnTo>
                <a:lnTo>
                  <a:pt x="1563" y="3564"/>
                </a:lnTo>
                <a:lnTo>
                  <a:pt x="2001" y="3189"/>
                </a:lnTo>
                <a:lnTo>
                  <a:pt x="2501" y="2845"/>
                </a:lnTo>
                <a:lnTo>
                  <a:pt x="3063" y="2501"/>
                </a:lnTo>
                <a:lnTo>
                  <a:pt x="3689" y="2157"/>
                </a:lnTo>
                <a:lnTo>
                  <a:pt x="4376" y="1845"/>
                </a:lnTo>
                <a:lnTo>
                  <a:pt x="5095" y="1532"/>
                </a:lnTo>
                <a:lnTo>
                  <a:pt x="5908" y="1282"/>
                </a:lnTo>
                <a:lnTo>
                  <a:pt x="6752" y="1032"/>
                </a:lnTo>
                <a:lnTo>
                  <a:pt x="7690" y="844"/>
                </a:lnTo>
                <a:lnTo>
                  <a:pt x="8690" y="688"/>
                </a:lnTo>
                <a:lnTo>
                  <a:pt x="9753" y="626"/>
                </a:lnTo>
                <a:lnTo>
                  <a:pt x="9846" y="626"/>
                </a:lnTo>
                <a:lnTo>
                  <a:pt x="9846" y="626"/>
                </a:lnTo>
                <a:lnTo>
                  <a:pt x="9971" y="594"/>
                </a:lnTo>
                <a:lnTo>
                  <a:pt x="9971" y="594"/>
                </a:lnTo>
                <a:lnTo>
                  <a:pt x="12034" y="532"/>
                </a:lnTo>
                <a:lnTo>
                  <a:pt x="12034" y="532"/>
                </a:lnTo>
                <a:lnTo>
                  <a:pt x="13472" y="501"/>
                </a:lnTo>
                <a:lnTo>
                  <a:pt x="14785" y="469"/>
                </a:lnTo>
                <a:lnTo>
                  <a:pt x="14785"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4"/>
          <p:cNvSpPr/>
          <p:nvPr/>
        </p:nvSpPr>
        <p:spPr>
          <a:xfrm>
            <a:off x="1061017" y="1088067"/>
            <a:ext cx="1935447" cy="464261"/>
          </a:xfrm>
          <a:custGeom>
            <a:rect b="b" l="l" r="r" t="t"/>
            <a:pathLst>
              <a:path extrusionOk="0" fill="none" h="7378" w="30758">
                <a:moveTo>
                  <a:pt x="15348" y="0"/>
                </a:moveTo>
                <a:lnTo>
                  <a:pt x="15348" y="0"/>
                </a:lnTo>
                <a:lnTo>
                  <a:pt x="14035" y="0"/>
                </a:lnTo>
                <a:lnTo>
                  <a:pt x="12597" y="32"/>
                </a:lnTo>
                <a:lnTo>
                  <a:pt x="12597" y="32"/>
                </a:lnTo>
                <a:lnTo>
                  <a:pt x="10503" y="125"/>
                </a:lnTo>
                <a:lnTo>
                  <a:pt x="10503" y="125"/>
                </a:lnTo>
                <a:lnTo>
                  <a:pt x="10284" y="125"/>
                </a:lnTo>
                <a:lnTo>
                  <a:pt x="10284" y="125"/>
                </a:lnTo>
                <a:lnTo>
                  <a:pt x="9190" y="219"/>
                </a:lnTo>
                <a:lnTo>
                  <a:pt x="8159" y="376"/>
                </a:lnTo>
                <a:lnTo>
                  <a:pt x="7190" y="563"/>
                </a:lnTo>
                <a:lnTo>
                  <a:pt x="6315" y="813"/>
                </a:lnTo>
                <a:lnTo>
                  <a:pt x="5471" y="1063"/>
                </a:lnTo>
                <a:lnTo>
                  <a:pt x="4720" y="1376"/>
                </a:lnTo>
                <a:lnTo>
                  <a:pt x="4033" y="1720"/>
                </a:lnTo>
                <a:lnTo>
                  <a:pt x="3376" y="2095"/>
                </a:lnTo>
                <a:lnTo>
                  <a:pt x="2783" y="2470"/>
                </a:lnTo>
                <a:lnTo>
                  <a:pt x="2251" y="2845"/>
                </a:lnTo>
                <a:lnTo>
                  <a:pt x="1751" y="3220"/>
                </a:lnTo>
                <a:lnTo>
                  <a:pt x="1313" y="3595"/>
                </a:lnTo>
                <a:lnTo>
                  <a:pt x="938" y="3970"/>
                </a:lnTo>
                <a:lnTo>
                  <a:pt x="595" y="4345"/>
                </a:lnTo>
                <a:lnTo>
                  <a:pt x="1" y="4970"/>
                </a:lnTo>
                <a:lnTo>
                  <a:pt x="1" y="4970"/>
                </a:lnTo>
                <a:lnTo>
                  <a:pt x="94" y="5220"/>
                </a:lnTo>
                <a:lnTo>
                  <a:pt x="219" y="5470"/>
                </a:lnTo>
                <a:lnTo>
                  <a:pt x="407" y="5783"/>
                </a:lnTo>
                <a:lnTo>
                  <a:pt x="595" y="6096"/>
                </a:lnTo>
                <a:lnTo>
                  <a:pt x="845" y="6408"/>
                </a:lnTo>
                <a:lnTo>
                  <a:pt x="1001" y="6533"/>
                </a:lnTo>
                <a:lnTo>
                  <a:pt x="1126" y="6627"/>
                </a:lnTo>
                <a:lnTo>
                  <a:pt x="1313" y="6721"/>
                </a:lnTo>
                <a:lnTo>
                  <a:pt x="1470" y="6783"/>
                </a:lnTo>
                <a:lnTo>
                  <a:pt x="1470" y="6783"/>
                </a:lnTo>
                <a:lnTo>
                  <a:pt x="1814" y="6877"/>
                </a:lnTo>
                <a:lnTo>
                  <a:pt x="2282" y="6940"/>
                </a:lnTo>
                <a:lnTo>
                  <a:pt x="2908" y="7002"/>
                </a:lnTo>
                <a:lnTo>
                  <a:pt x="3720" y="7033"/>
                </a:lnTo>
                <a:lnTo>
                  <a:pt x="6158" y="7065"/>
                </a:lnTo>
                <a:lnTo>
                  <a:pt x="10034" y="7096"/>
                </a:lnTo>
                <a:lnTo>
                  <a:pt x="10034" y="7096"/>
                </a:lnTo>
                <a:lnTo>
                  <a:pt x="11097" y="7096"/>
                </a:lnTo>
                <a:lnTo>
                  <a:pt x="11097" y="7096"/>
                </a:lnTo>
                <a:lnTo>
                  <a:pt x="12097" y="7096"/>
                </a:lnTo>
                <a:lnTo>
                  <a:pt x="12097" y="7096"/>
                </a:lnTo>
                <a:lnTo>
                  <a:pt x="15879" y="7158"/>
                </a:lnTo>
                <a:lnTo>
                  <a:pt x="19912" y="7252"/>
                </a:lnTo>
                <a:lnTo>
                  <a:pt x="23787" y="7346"/>
                </a:lnTo>
                <a:lnTo>
                  <a:pt x="27163" y="7377"/>
                </a:lnTo>
                <a:lnTo>
                  <a:pt x="27163" y="7377"/>
                </a:lnTo>
                <a:lnTo>
                  <a:pt x="28632" y="7377"/>
                </a:lnTo>
                <a:lnTo>
                  <a:pt x="29758" y="7315"/>
                </a:lnTo>
                <a:lnTo>
                  <a:pt x="30164" y="7283"/>
                </a:lnTo>
                <a:lnTo>
                  <a:pt x="30477" y="7221"/>
                </a:lnTo>
                <a:lnTo>
                  <a:pt x="30664" y="7158"/>
                </a:lnTo>
                <a:lnTo>
                  <a:pt x="30727" y="7127"/>
                </a:lnTo>
                <a:lnTo>
                  <a:pt x="30758" y="7096"/>
                </a:lnTo>
                <a:lnTo>
                  <a:pt x="30758" y="7096"/>
                </a:lnTo>
                <a:lnTo>
                  <a:pt x="30727" y="7033"/>
                </a:lnTo>
                <a:lnTo>
                  <a:pt x="30664" y="6940"/>
                </a:lnTo>
                <a:lnTo>
                  <a:pt x="30508" y="6690"/>
                </a:lnTo>
                <a:lnTo>
                  <a:pt x="30226" y="6346"/>
                </a:lnTo>
                <a:lnTo>
                  <a:pt x="29820" y="5971"/>
                </a:lnTo>
                <a:lnTo>
                  <a:pt x="28851" y="5064"/>
                </a:lnTo>
                <a:lnTo>
                  <a:pt x="27695" y="4064"/>
                </a:lnTo>
                <a:lnTo>
                  <a:pt x="26382" y="3064"/>
                </a:lnTo>
                <a:lnTo>
                  <a:pt x="25757" y="2564"/>
                </a:lnTo>
                <a:lnTo>
                  <a:pt x="25132" y="2126"/>
                </a:lnTo>
                <a:lnTo>
                  <a:pt x="24506" y="1720"/>
                </a:lnTo>
                <a:lnTo>
                  <a:pt x="23944" y="1376"/>
                </a:lnTo>
                <a:lnTo>
                  <a:pt x="23444" y="1094"/>
                </a:lnTo>
                <a:lnTo>
                  <a:pt x="23006" y="907"/>
                </a:lnTo>
                <a:lnTo>
                  <a:pt x="23006" y="907"/>
                </a:lnTo>
                <a:lnTo>
                  <a:pt x="22381" y="688"/>
                </a:lnTo>
                <a:lnTo>
                  <a:pt x="21693" y="501"/>
                </a:lnTo>
                <a:lnTo>
                  <a:pt x="20912" y="344"/>
                </a:lnTo>
                <a:lnTo>
                  <a:pt x="20037" y="219"/>
                </a:lnTo>
                <a:lnTo>
                  <a:pt x="19036" y="125"/>
                </a:lnTo>
                <a:lnTo>
                  <a:pt x="17942" y="63"/>
                </a:lnTo>
                <a:lnTo>
                  <a:pt x="16692" y="0"/>
                </a:lnTo>
                <a:lnTo>
                  <a:pt x="15348" y="0"/>
                </a:lnTo>
                <a:lnTo>
                  <a:pt x="15348"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4"/>
          <p:cNvSpPr/>
          <p:nvPr/>
        </p:nvSpPr>
        <p:spPr>
          <a:xfrm>
            <a:off x="514264" y="1733162"/>
            <a:ext cx="3581691" cy="558648"/>
          </a:xfrm>
          <a:custGeom>
            <a:rect b="b" l="l" r="r" t="t"/>
            <a:pathLst>
              <a:path extrusionOk="0" h="8878" w="56920">
                <a:moveTo>
                  <a:pt x="47949" y="1"/>
                </a:moveTo>
                <a:lnTo>
                  <a:pt x="47292" y="63"/>
                </a:lnTo>
                <a:lnTo>
                  <a:pt x="46667" y="188"/>
                </a:lnTo>
                <a:lnTo>
                  <a:pt x="46042" y="407"/>
                </a:lnTo>
                <a:lnTo>
                  <a:pt x="45448" y="657"/>
                </a:lnTo>
                <a:lnTo>
                  <a:pt x="44886" y="939"/>
                </a:lnTo>
                <a:lnTo>
                  <a:pt x="44354" y="1314"/>
                </a:lnTo>
                <a:lnTo>
                  <a:pt x="43854" y="1720"/>
                </a:lnTo>
                <a:lnTo>
                  <a:pt x="43385" y="2158"/>
                </a:lnTo>
                <a:lnTo>
                  <a:pt x="42979" y="2658"/>
                </a:lnTo>
                <a:lnTo>
                  <a:pt x="42635" y="3189"/>
                </a:lnTo>
                <a:lnTo>
                  <a:pt x="42323" y="3752"/>
                </a:lnTo>
                <a:lnTo>
                  <a:pt x="42072" y="4346"/>
                </a:lnTo>
                <a:lnTo>
                  <a:pt x="41885" y="4971"/>
                </a:lnTo>
                <a:lnTo>
                  <a:pt x="41729" y="5627"/>
                </a:lnTo>
                <a:lnTo>
                  <a:pt x="41666" y="6315"/>
                </a:lnTo>
                <a:lnTo>
                  <a:pt x="41666" y="6721"/>
                </a:lnTo>
                <a:lnTo>
                  <a:pt x="41697" y="7159"/>
                </a:lnTo>
                <a:lnTo>
                  <a:pt x="41729" y="7565"/>
                </a:lnTo>
                <a:lnTo>
                  <a:pt x="41791" y="7972"/>
                </a:lnTo>
                <a:lnTo>
                  <a:pt x="14347" y="7972"/>
                </a:lnTo>
                <a:lnTo>
                  <a:pt x="14378" y="7440"/>
                </a:lnTo>
                <a:lnTo>
                  <a:pt x="14378" y="7065"/>
                </a:lnTo>
                <a:lnTo>
                  <a:pt x="14378" y="6690"/>
                </a:lnTo>
                <a:lnTo>
                  <a:pt x="14347" y="6315"/>
                </a:lnTo>
                <a:lnTo>
                  <a:pt x="14285" y="5971"/>
                </a:lnTo>
                <a:lnTo>
                  <a:pt x="14222" y="5627"/>
                </a:lnTo>
                <a:lnTo>
                  <a:pt x="14128" y="5283"/>
                </a:lnTo>
                <a:lnTo>
                  <a:pt x="14035" y="4940"/>
                </a:lnTo>
                <a:lnTo>
                  <a:pt x="13910" y="4627"/>
                </a:lnTo>
                <a:lnTo>
                  <a:pt x="13910" y="4596"/>
                </a:lnTo>
                <a:lnTo>
                  <a:pt x="13753" y="4221"/>
                </a:lnTo>
                <a:lnTo>
                  <a:pt x="13535" y="3846"/>
                </a:lnTo>
                <a:lnTo>
                  <a:pt x="13316" y="3470"/>
                </a:lnTo>
                <a:lnTo>
                  <a:pt x="13066" y="3095"/>
                </a:lnTo>
                <a:lnTo>
                  <a:pt x="12784" y="2752"/>
                </a:lnTo>
                <a:lnTo>
                  <a:pt x="12472" y="2439"/>
                </a:lnTo>
                <a:lnTo>
                  <a:pt x="12159" y="2126"/>
                </a:lnTo>
                <a:lnTo>
                  <a:pt x="11815" y="1845"/>
                </a:lnTo>
                <a:lnTo>
                  <a:pt x="11472" y="1595"/>
                </a:lnTo>
                <a:lnTo>
                  <a:pt x="11096" y="1345"/>
                </a:lnTo>
                <a:lnTo>
                  <a:pt x="10721" y="1157"/>
                </a:lnTo>
                <a:lnTo>
                  <a:pt x="10315" y="970"/>
                </a:lnTo>
                <a:lnTo>
                  <a:pt x="9877" y="814"/>
                </a:lnTo>
                <a:lnTo>
                  <a:pt x="9440" y="657"/>
                </a:lnTo>
                <a:lnTo>
                  <a:pt x="9002" y="564"/>
                </a:lnTo>
                <a:lnTo>
                  <a:pt x="8533" y="501"/>
                </a:lnTo>
                <a:lnTo>
                  <a:pt x="8064" y="470"/>
                </a:lnTo>
                <a:lnTo>
                  <a:pt x="7408" y="470"/>
                </a:lnTo>
                <a:lnTo>
                  <a:pt x="6720" y="532"/>
                </a:lnTo>
                <a:lnTo>
                  <a:pt x="6095" y="657"/>
                </a:lnTo>
                <a:lnTo>
                  <a:pt x="5470" y="845"/>
                </a:lnTo>
                <a:lnTo>
                  <a:pt x="4876" y="1095"/>
                </a:lnTo>
                <a:lnTo>
                  <a:pt x="4314" y="1407"/>
                </a:lnTo>
                <a:lnTo>
                  <a:pt x="3782" y="1751"/>
                </a:lnTo>
                <a:lnTo>
                  <a:pt x="3282" y="2158"/>
                </a:lnTo>
                <a:lnTo>
                  <a:pt x="2844" y="2626"/>
                </a:lnTo>
                <a:lnTo>
                  <a:pt x="2438" y="3127"/>
                </a:lnTo>
                <a:lnTo>
                  <a:pt x="2063" y="3658"/>
                </a:lnTo>
                <a:lnTo>
                  <a:pt x="1750" y="4221"/>
                </a:lnTo>
                <a:lnTo>
                  <a:pt x="1500" y="4815"/>
                </a:lnTo>
                <a:lnTo>
                  <a:pt x="1313" y="5440"/>
                </a:lnTo>
                <a:lnTo>
                  <a:pt x="1188" y="6096"/>
                </a:lnTo>
                <a:lnTo>
                  <a:pt x="1094" y="6784"/>
                </a:lnTo>
                <a:lnTo>
                  <a:pt x="1094" y="7378"/>
                </a:lnTo>
                <a:lnTo>
                  <a:pt x="1157" y="7972"/>
                </a:lnTo>
                <a:lnTo>
                  <a:pt x="0" y="7972"/>
                </a:lnTo>
                <a:lnTo>
                  <a:pt x="281" y="8597"/>
                </a:lnTo>
                <a:lnTo>
                  <a:pt x="344" y="8722"/>
                </a:lnTo>
                <a:lnTo>
                  <a:pt x="438" y="8784"/>
                </a:lnTo>
                <a:lnTo>
                  <a:pt x="563" y="8847"/>
                </a:lnTo>
                <a:lnTo>
                  <a:pt x="688" y="8878"/>
                </a:lnTo>
                <a:lnTo>
                  <a:pt x="2251" y="8878"/>
                </a:lnTo>
                <a:lnTo>
                  <a:pt x="2126" y="8409"/>
                </a:lnTo>
                <a:lnTo>
                  <a:pt x="2032" y="7940"/>
                </a:lnTo>
                <a:lnTo>
                  <a:pt x="1969" y="7471"/>
                </a:lnTo>
                <a:lnTo>
                  <a:pt x="1938" y="6971"/>
                </a:lnTo>
                <a:lnTo>
                  <a:pt x="1969" y="6377"/>
                </a:lnTo>
                <a:lnTo>
                  <a:pt x="2063" y="5815"/>
                </a:lnTo>
                <a:lnTo>
                  <a:pt x="2188" y="5283"/>
                </a:lnTo>
                <a:lnTo>
                  <a:pt x="2407" y="4752"/>
                </a:lnTo>
                <a:lnTo>
                  <a:pt x="2626" y="4252"/>
                </a:lnTo>
                <a:lnTo>
                  <a:pt x="2938" y="3752"/>
                </a:lnTo>
                <a:lnTo>
                  <a:pt x="3251" y="3314"/>
                </a:lnTo>
                <a:lnTo>
                  <a:pt x="3626" y="2908"/>
                </a:lnTo>
                <a:lnTo>
                  <a:pt x="4032" y="2533"/>
                </a:lnTo>
                <a:lnTo>
                  <a:pt x="4470" y="2220"/>
                </a:lnTo>
                <a:lnTo>
                  <a:pt x="4970" y="1908"/>
                </a:lnTo>
                <a:lnTo>
                  <a:pt x="5470" y="1689"/>
                </a:lnTo>
                <a:lnTo>
                  <a:pt x="6001" y="1470"/>
                </a:lnTo>
                <a:lnTo>
                  <a:pt x="6533" y="1345"/>
                </a:lnTo>
                <a:lnTo>
                  <a:pt x="7095" y="1251"/>
                </a:lnTo>
                <a:lnTo>
                  <a:pt x="7689" y="1220"/>
                </a:lnTo>
                <a:lnTo>
                  <a:pt x="8283" y="1251"/>
                </a:lnTo>
                <a:lnTo>
                  <a:pt x="8846" y="1345"/>
                </a:lnTo>
                <a:lnTo>
                  <a:pt x="9409" y="1470"/>
                </a:lnTo>
                <a:lnTo>
                  <a:pt x="9940" y="1689"/>
                </a:lnTo>
                <a:lnTo>
                  <a:pt x="10440" y="1908"/>
                </a:lnTo>
                <a:lnTo>
                  <a:pt x="10909" y="2220"/>
                </a:lnTo>
                <a:lnTo>
                  <a:pt x="11346" y="2533"/>
                </a:lnTo>
                <a:lnTo>
                  <a:pt x="11753" y="2908"/>
                </a:lnTo>
                <a:lnTo>
                  <a:pt x="12128" y="3314"/>
                </a:lnTo>
                <a:lnTo>
                  <a:pt x="12472" y="3752"/>
                </a:lnTo>
                <a:lnTo>
                  <a:pt x="12753" y="4252"/>
                </a:lnTo>
                <a:lnTo>
                  <a:pt x="13003" y="4752"/>
                </a:lnTo>
                <a:lnTo>
                  <a:pt x="13191" y="5283"/>
                </a:lnTo>
                <a:lnTo>
                  <a:pt x="13347" y="5815"/>
                </a:lnTo>
                <a:lnTo>
                  <a:pt x="13409" y="6377"/>
                </a:lnTo>
                <a:lnTo>
                  <a:pt x="13441" y="6971"/>
                </a:lnTo>
                <a:lnTo>
                  <a:pt x="13441" y="7471"/>
                </a:lnTo>
                <a:lnTo>
                  <a:pt x="13378" y="7940"/>
                </a:lnTo>
                <a:lnTo>
                  <a:pt x="13284" y="8409"/>
                </a:lnTo>
                <a:lnTo>
                  <a:pt x="13128" y="8878"/>
                </a:lnTo>
                <a:lnTo>
                  <a:pt x="43010" y="8878"/>
                </a:lnTo>
                <a:lnTo>
                  <a:pt x="42885" y="8409"/>
                </a:lnTo>
                <a:lnTo>
                  <a:pt x="42791" y="7940"/>
                </a:lnTo>
                <a:lnTo>
                  <a:pt x="42729" y="7471"/>
                </a:lnTo>
                <a:lnTo>
                  <a:pt x="42698" y="6971"/>
                </a:lnTo>
                <a:lnTo>
                  <a:pt x="42729" y="6377"/>
                </a:lnTo>
                <a:lnTo>
                  <a:pt x="42823" y="5815"/>
                </a:lnTo>
                <a:lnTo>
                  <a:pt x="42948" y="5283"/>
                </a:lnTo>
                <a:lnTo>
                  <a:pt x="43166" y="4752"/>
                </a:lnTo>
                <a:lnTo>
                  <a:pt x="43385" y="4252"/>
                </a:lnTo>
                <a:lnTo>
                  <a:pt x="43698" y="3752"/>
                </a:lnTo>
                <a:lnTo>
                  <a:pt x="44010" y="3314"/>
                </a:lnTo>
                <a:lnTo>
                  <a:pt x="44386" y="2908"/>
                </a:lnTo>
                <a:lnTo>
                  <a:pt x="44792" y="2533"/>
                </a:lnTo>
                <a:lnTo>
                  <a:pt x="45229" y="2220"/>
                </a:lnTo>
                <a:lnTo>
                  <a:pt x="45730" y="1908"/>
                </a:lnTo>
                <a:lnTo>
                  <a:pt x="46230" y="1689"/>
                </a:lnTo>
                <a:lnTo>
                  <a:pt x="46761" y="1470"/>
                </a:lnTo>
                <a:lnTo>
                  <a:pt x="47292" y="1345"/>
                </a:lnTo>
                <a:lnTo>
                  <a:pt x="47886" y="1251"/>
                </a:lnTo>
                <a:lnTo>
                  <a:pt x="48449" y="1220"/>
                </a:lnTo>
                <a:lnTo>
                  <a:pt x="49043" y="1251"/>
                </a:lnTo>
                <a:lnTo>
                  <a:pt x="49606" y="1345"/>
                </a:lnTo>
                <a:lnTo>
                  <a:pt x="50168" y="1470"/>
                </a:lnTo>
                <a:lnTo>
                  <a:pt x="50700" y="1689"/>
                </a:lnTo>
                <a:lnTo>
                  <a:pt x="51200" y="1908"/>
                </a:lnTo>
                <a:lnTo>
                  <a:pt x="51669" y="2220"/>
                </a:lnTo>
                <a:lnTo>
                  <a:pt x="52106" y="2533"/>
                </a:lnTo>
                <a:lnTo>
                  <a:pt x="52544" y="2908"/>
                </a:lnTo>
                <a:lnTo>
                  <a:pt x="52888" y="3314"/>
                </a:lnTo>
                <a:lnTo>
                  <a:pt x="53231" y="3752"/>
                </a:lnTo>
                <a:lnTo>
                  <a:pt x="53513" y="4252"/>
                </a:lnTo>
                <a:lnTo>
                  <a:pt x="53763" y="4752"/>
                </a:lnTo>
                <a:lnTo>
                  <a:pt x="53950" y="5283"/>
                </a:lnTo>
                <a:lnTo>
                  <a:pt x="54107" y="5815"/>
                </a:lnTo>
                <a:lnTo>
                  <a:pt x="54200" y="6377"/>
                </a:lnTo>
                <a:lnTo>
                  <a:pt x="54200" y="6971"/>
                </a:lnTo>
                <a:lnTo>
                  <a:pt x="54200" y="7471"/>
                </a:lnTo>
                <a:lnTo>
                  <a:pt x="54138" y="7940"/>
                </a:lnTo>
                <a:lnTo>
                  <a:pt x="54044" y="8409"/>
                </a:lnTo>
                <a:lnTo>
                  <a:pt x="53888" y="8878"/>
                </a:lnTo>
                <a:lnTo>
                  <a:pt x="56607" y="8878"/>
                </a:lnTo>
                <a:lnTo>
                  <a:pt x="56732" y="8597"/>
                </a:lnTo>
                <a:lnTo>
                  <a:pt x="56826" y="8284"/>
                </a:lnTo>
                <a:lnTo>
                  <a:pt x="56920" y="7972"/>
                </a:lnTo>
                <a:lnTo>
                  <a:pt x="54825" y="7972"/>
                </a:lnTo>
                <a:lnTo>
                  <a:pt x="54919" y="7471"/>
                </a:lnTo>
                <a:lnTo>
                  <a:pt x="54951" y="6971"/>
                </a:lnTo>
                <a:lnTo>
                  <a:pt x="54951" y="6284"/>
                </a:lnTo>
                <a:lnTo>
                  <a:pt x="54888" y="5627"/>
                </a:lnTo>
                <a:lnTo>
                  <a:pt x="54763" y="4971"/>
                </a:lnTo>
                <a:lnTo>
                  <a:pt x="54544" y="4346"/>
                </a:lnTo>
                <a:lnTo>
                  <a:pt x="54294" y="3752"/>
                </a:lnTo>
                <a:lnTo>
                  <a:pt x="54013" y="3189"/>
                </a:lnTo>
                <a:lnTo>
                  <a:pt x="53638" y="2658"/>
                </a:lnTo>
                <a:lnTo>
                  <a:pt x="53231" y="2189"/>
                </a:lnTo>
                <a:lnTo>
                  <a:pt x="52794" y="1720"/>
                </a:lnTo>
                <a:lnTo>
                  <a:pt x="52294" y="1314"/>
                </a:lnTo>
                <a:lnTo>
                  <a:pt x="51762" y="970"/>
                </a:lnTo>
                <a:lnTo>
                  <a:pt x="51200" y="657"/>
                </a:lnTo>
                <a:lnTo>
                  <a:pt x="50606" y="407"/>
                </a:lnTo>
                <a:lnTo>
                  <a:pt x="49981" y="188"/>
                </a:lnTo>
                <a:lnTo>
                  <a:pt x="49324" y="63"/>
                </a:lnTo>
                <a:lnTo>
                  <a:pt x="48637"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4"/>
          <p:cNvSpPr/>
          <p:nvPr/>
        </p:nvSpPr>
        <p:spPr>
          <a:xfrm>
            <a:off x="3873629" y="1715481"/>
            <a:ext cx="222314" cy="236095"/>
          </a:xfrm>
          <a:custGeom>
            <a:rect b="b" l="l" r="r" t="t"/>
            <a:pathLst>
              <a:path extrusionOk="0" h="3752" w="3533">
                <a:moveTo>
                  <a:pt x="1" y="1"/>
                </a:moveTo>
                <a:lnTo>
                  <a:pt x="32" y="126"/>
                </a:lnTo>
                <a:lnTo>
                  <a:pt x="94" y="407"/>
                </a:lnTo>
                <a:lnTo>
                  <a:pt x="251" y="845"/>
                </a:lnTo>
                <a:lnTo>
                  <a:pt x="344" y="1095"/>
                </a:lnTo>
                <a:lnTo>
                  <a:pt x="501" y="1376"/>
                </a:lnTo>
                <a:lnTo>
                  <a:pt x="688" y="1657"/>
                </a:lnTo>
                <a:lnTo>
                  <a:pt x="907" y="1939"/>
                </a:lnTo>
                <a:lnTo>
                  <a:pt x="1188" y="2251"/>
                </a:lnTo>
                <a:lnTo>
                  <a:pt x="1532" y="2564"/>
                </a:lnTo>
                <a:lnTo>
                  <a:pt x="1939" y="2876"/>
                </a:lnTo>
                <a:lnTo>
                  <a:pt x="2376" y="3189"/>
                </a:lnTo>
                <a:lnTo>
                  <a:pt x="2908" y="3470"/>
                </a:lnTo>
                <a:lnTo>
                  <a:pt x="3501" y="3751"/>
                </a:lnTo>
                <a:lnTo>
                  <a:pt x="3533" y="3564"/>
                </a:lnTo>
                <a:lnTo>
                  <a:pt x="3501" y="3376"/>
                </a:lnTo>
                <a:lnTo>
                  <a:pt x="3439" y="3095"/>
                </a:lnTo>
                <a:lnTo>
                  <a:pt x="3345" y="2845"/>
                </a:lnTo>
                <a:lnTo>
                  <a:pt x="3220" y="2626"/>
                </a:lnTo>
                <a:lnTo>
                  <a:pt x="3064" y="2376"/>
                </a:lnTo>
                <a:lnTo>
                  <a:pt x="2814" y="2064"/>
                </a:lnTo>
                <a:lnTo>
                  <a:pt x="2501" y="1720"/>
                </a:lnTo>
                <a:lnTo>
                  <a:pt x="2126" y="1345"/>
                </a:lnTo>
                <a:lnTo>
                  <a:pt x="1689" y="970"/>
                </a:lnTo>
                <a:lnTo>
                  <a:pt x="1157" y="594"/>
                </a:lnTo>
                <a:lnTo>
                  <a:pt x="595" y="251"/>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
          <p:cNvSpPr/>
          <p:nvPr/>
        </p:nvSpPr>
        <p:spPr>
          <a:xfrm>
            <a:off x="1871363" y="1601400"/>
            <a:ext cx="200668" cy="55122"/>
          </a:xfrm>
          <a:custGeom>
            <a:rect b="b" l="l" r="r" t="t"/>
            <a:pathLst>
              <a:path extrusionOk="0" h="876" w="3189">
                <a:moveTo>
                  <a:pt x="1595" y="1"/>
                </a:moveTo>
                <a:lnTo>
                  <a:pt x="970" y="32"/>
                </a:lnTo>
                <a:lnTo>
                  <a:pt x="720" y="94"/>
                </a:lnTo>
                <a:lnTo>
                  <a:pt x="470" y="126"/>
                </a:lnTo>
                <a:lnTo>
                  <a:pt x="282" y="219"/>
                </a:lnTo>
                <a:lnTo>
                  <a:pt x="126" y="282"/>
                </a:lnTo>
                <a:lnTo>
                  <a:pt x="32" y="376"/>
                </a:lnTo>
                <a:lnTo>
                  <a:pt x="1" y="438"/>
                </a:lnTo>
                <a:lnTo>
                  <a:pt x="32" y="532"/>
                </a:lnTo>
                <a:lnTo>
                  <a:pt x="126" y="626"/>
                </a:lnTo>
                <a:lnTo>
                  <a:pt x="282" y="688"/>
                </a:lnTo>
                <a:lnTo>
                  <a:pt x="470" y="751"/>
                </a:lnTo>
                <a:lnTo>
                  <a:pt x="720" y="813"/>
                </a:lnTo>
                <a:lnTo>
                  <a:pt x="970" y="845"/>
                </a:lnTo>
                <a:lnTo>
                  <a:pt x="1595" y="876"/>
                </a:lnTo>
                <a:lnTo>
                  <a:pt x="2220" y="845"/>
                </a:lnTo>
                <a:lnTo>
                  <a:pt x="2501" y="813"/>
                </a:lnTo>
                <a:lnTo>
                  <a:pt x="2720" y="751"/>
                </a:lnTo>
                <a:lnTo>
                  <a:pt x="2939" y="688"/>
                </a:lnTo>
                <a:lnTo>
                  <a:pt x="3064" y="626"/>
                </a:lnTo>
                <a:lnTo>
                  <a:pt x="3158" y="532"/>
                </a:lnTo>
                <a:lnTo>
                  <a:pt x="3189" y="438"/>
                </a:lnTo>
                <a:lnTo>
                  <a:pt x="3158" y="376"/>
                </a:lnTo>
                <a:lnTo>
                  <a:pt x="3064" y="282"/>
                </a:lnTo>
                <a:lnTo>
                  <a:pt x="2939" y="219"/>
                </a:lnTo>
                <a:lnTo>
                  <a:pt x="2720" y="126"/>
                </a:lnTo>
                <a:lnTo>
                  <a:pt x="2501" y="94"/>
                </a:lnTo>
                <a:lnTo>
                  <a:pt x="2220" y="32"/>
                </a:lnTo>
                <a:lnTo>
                  <a:pt x="1595" y="1"/>
                </a:lnTo>
                <a:close/>
              </a:path>
            </a:pathLst>
          </a:custGeom>
          <a:solidFill>
            <a:srgbClr val="BFB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4"/>
          <p:cNvSpPr/>
          <p:nvPr/>
        </p:nvSpPr>
        <p:spPr>
          <a:xfrm>
            <a:off x="2681708" y="1404700"/>
            <a:ext cx="238045" cy="137743"/>
          </a:xfrm>
          <a:custGeom>
            <a:rect b="b" l="l" r="r" t="t"/>
            <a:pathLst>
              <a:path extrusionOk="0" h="2189" w="3783">
                <a:moveTo>
                  <a:pt x="782" y="1"/>
                </a:moveTo>
                <a:lnTo>
                  <a:pt x="595" y="32"/>
                </a:lnTo>
                <a:lnTo>
                  <a:pt x="407" y="126"/>
                </a:lnTo>
                <a:lnTo>
                  <a:pt x="251" y="251"/>
                </a:lnTo>
                <a:lnTo>
                  <a:pt x="126" y="438"/>
                </a:lnTo>
                <a:lnTo>
                  <a:pt x="32" y="689"/>
                </a:lnTo>
                <a:lnTo>
                  <a:pt x="1" y="907"/>
                </a:lnTo>
                <a:lnTo>
                  <a:pt x="1" y="1126"/>
                </a:lnTo>
                <a:lnTo>
                  <a:pt x="63" y="1345"/>
                </a:lnTo>
                <a:lnTo>
                  <a:pt x="157" y="1532"/>
                </a:lnTo>
                <a:lnTo>
                  <a:pt x="313" y="1720"/>
                </a:lnTo>
                <a:lnTo>
                  <a:pt x="501" y="1876"/>
                </a:lnTo>
                <a:lnTo>
                  <a:pt x="751" y="2001"/>
                </a:lnTo>
                <a:lnTo>
                  <a:pt x="1001" y="2095"/>
                </a:lnTo>
                <a:lnTo>
                  <a:pt x="1314" y="2158"/>
                </a:lnTo>
                <a:lnTo>
                  <a:pt x="1626" y="2189"/>
                </a:lnTo>
                <a:lnTo>
                  <a:pt x="2001" y="2189"/>
                </a:lnTo>
                <a:lnTo>
                  <a:pt x="2376" y="2158"/>
                </a:lnTo>
                <a:lnTo>
                  <a:pt x="2751" y="2064"/>
                </a:lnTo>
                <a:lnTo>
                  <a:pt x="3158" y="1939"/>
                </a:lnTo>
                <a:lnTo>
                  <a:pt x="3595" y="1751"/>
                </a:lnTo>
                <a:lnTo>
                  <a:pt x="3658" y="1689"/>
                </a:lnTo>
                <a:lnTo>
                  <a:pt x="3720" y="1626"/>
                </a:lnTo>
                <a:lnTo>
                  <a:pt x="3783" y="1564"/>
                </a:lnTo>
                <a:lnTo>
                  <a:pt x="3783" y="1470"/>
                </a:lnTo>
                <a:lnTo>
                  <a:pt x="3783" y="1376"/>
                </a:lnTo>
                <a:lnTo>
                  <a:pt x="3752" y="1282"/>
                </a:lnTo>
                <a:lnTo>
                  <a:pt x="3689" y="1220"/>
                </a:lnTo>
                <a:lnTo>
                  <a:pt x="3627" y="1157"/>
                </a:lnTo>
                <a:lnTo>
                  <a:pt x="3251" y="876"/>
                </a:lnTo>
                <a:lnTo>
                  <a:pt x="2783" y="626"/>
                </a:lnTo>
                <a:lnTo>
                  <a:pt x="2282" y="376"/>
                </a:lnTo>
                <a:lnTo>
                  <a:pt x="1751" y="157"/>
                </a:lnTo>
                <a:lnTo>
                  <a:pt x="1501" y="63"/>
                </a:lnTo>
                <a:lnTo>
                  <a:pt x="1251" y="32"/>
                </a:lnTo>
                <a:lnTo>
                  <a:pt x="1001" y="1"/>
                </a:lnTo>
                <a:close/>
              </a:path>
            </a:pathLst>
          </a:custGeom>
          <a:solidFill>
            <a:srgbClr val="D3D3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4"/>
          <p:cNvSpPr/>
          <p:nvPr/>
        </p:nvSpPr>
        <p:spPr>
          <a:xfrm>
            <a:off x="1692405" y="1090018"/>
            <a:ext cx="161340" cy="444565"/>
          </a:xfrm>
          <a:custGeom>
            <a:rect b="b" l="l" r="r" t="t"/>
            <a:pathLst>
              <a:path extrusionOk="0" h="7065" w="2564">
                <a:moveTo>
                  <a:pt x="2563" y="1"/>
                </a:moveTo>
                <a:lnTo>
                  <a:pt x="469" y="94"/>
                </a:lnTo>
                <a:lnTo>
                  <a:pt x="0" y="7065"/>
                </a:lnTo>
                <a:lnTo>
                  <a:pt x="2063" y="7065"/>
                </a:lnTo>
                <a:lnTo>
                  <a:pt x="2563" y="1"/>
                </a:lnTo>
                <a:close/>
              </a:path>
            </a:pathLst>
          </a:custGeom>
          <a:solidFill>
            <a:srgbClr val="3233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4"/>
          <p:cNvSpPr/>
          <p:nvPr/>
        </p:nvSpPr>
        <p:spPr>
          <a:xfrm>
            <a:off x="502434" y="1455857"/>
            <a:ext cx="440664" cy="232130"/>
          </a:xfrm>
          <a:custGeom>
            <a:rect b="b" l="l" r="r" t="t"/>
            <a:pathLst>
              <a:path extrusionOk="0" h="3689" w="7003">
                <a:moveTo>
                  <a:pt x="4689" y="1"/>
                </a:moveTo>
                <a:lnTo>
                  <a:pt x="4126" y="63"/>
                </a:lnTo>
                <a:lnTo>
                  <a:pt x="3251" y="157"/>
                </a:lnTo>
                <a:lnTo>
                  <a:pt x="2720" y="219"/>
                </a:lnTo>
                <a:lnTo>
                  <a:pt x="2157" y="313"/>
                </a:lnTo>
                <a:lnTo>
                  <a:pt x="1595" y="438"/>
                </a:lnTo>
                <a:lnTo>
                  <a:pt x="1095" y="594"/>
                </a:lnTo>
                <a:lnTo>
                  <a:pt x="876" y="688"/>
                </a:lnTo>
                <a:lnTo>
                  <a:pt x="657" y="813"/>
                </a:lnTo>
                <a:lnTo>
                  <a:pt x="501" y="938"/>
                </a:lnTo>
                <a:lnTo>
                  <a:pt x="344" y="1063"/>
                </a:lnTo>
                <a:lnTo>
                  <a:pt x="251" y="1220"/>
                </a:lnTo>
                <a:lnTo>
                  <a:pt x="157" y="1376"/>
                </a:lnTo>
                <a:lnTo>
                  <a:pt x="94" y="1532"/>
                </a:lnTo>
                <a:lnTo>
                  <a:pt x="63" y="1688"/>
                </a:lnTo>
                <a:lnTo>
                  <a:pt x="1" y="2032"/>
                </a:lnTo>
                <a:lnTo>
                  <a:pt x="32" y="2376"/>
                </a:lnTo>
                <a:lnTo>
                  <a:pt x="126" y="2657"/>
                </a:lnTo>
                <a:lnTo>
                  <a:pt x="344" y="3126"/>
                </a:lnTo>
                <a:lnTo>
                  <a:pt x="563" y="3533"/>
                </a:lnTo>
                <a:lnTo>
                  <a:pt x="626" y="3658"/>
                </a:lnTo>
                <a:lnTo>
                  <a:pt x="657" y="3689"/>
                </a:lnTo>
                <a:lnTo>
                  <a:pt x="688" y="3689"/>
                </a:lnTo>
                <a:lnTo>
                  <a:pt x="782" y="3564"/>
                </a:lnTo>
                <a:lnTo>
                  <a:pt x="1063" y="3314"/>
                </a:lnTo>
                <a:lnTo>
                  <a:pt x="1501" y="2908"/>
                </a:lnTo>
                <a:lnTo>
                  <a:pt x="1782" y="2689"/>
                </a:lnTo>
                <a:lnTo>
                  <a:pt x="2126" y="2470"/>
                </a:lnTo>
                <a:lnTo>
                  <a:pt x="2501" y="2251"/>
                </a:lnTo>
                <a:lnTo>
                  <a:pt x="2907" y="2032"/>
                </a:lnTo>
                <a:lnTo>
                  <a:pt x="3345" y="1845"/>
                </a:lnTo>
                <a:lnTo>
                  <a:pt x="3845" y="1657"/>
                </a:lnTo>
                <a:lnTo>
                  <a:pt x="4377" y="1501"/>
                </a:lnTo>
                <a:lnTo>
                  <a:pt x="4939" y="1376"/>
                </a:lnTo>
                <a:lnTo>
                  <a:pt x="5533" y="1313"/>
                </a:lnTo>
                <a:lnTo>
                  <a:pt x="6158" y="1282"/>
                </a:lnTo>
                <a:lnTo>
                  <a:pt x="6440" y="1126"/>
                </a:lnTo>
                <a:lnTo>
                  <a:pt x="6658" y="970"/>
                </a:lnTo>
                <a:lnTo>
                  <a:pt x="6877" y="782"/>
                </a:lnTo>
                <a:lnTo>
                  <a:pt x="6940" y="657"/>
                </a:lnTo>
                <a:lnTo>
                  <a:pt x="7002" y="563"/>
                </a:lnTo>
                <a:lnTo>
                  <a:pt x="7002" y="469"/>
                </a:lnTo>
                <a:lnTo>
                  <a:pt x="6971" y="376"/>
                </a:lnTo>
                <a:lnTo>
                  <a:pt x="6846" y="282"/>
                </a:lnTo>
                <a:lnTo>
                  <a:pt x="6690" y="188"/>
                </a:lnTo>
                <a:lnTo>
                  <a:pt x="6471" y="126"/>
                </a:lnTo>
                <a:lnTo>
                  <a:pt x="6158" y="94"/>
                </a:lnTo>
                <a:lnTo>
                  <a:pt x="5533" y="1"/>
                </a:lnTo>
                <a:close/>
              </a:path>
            </a:pathLst>
          </a:custGeom>
          <a:solidFill>
            <a:srgbClr val="F1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4"/>
          <p:cNvSpPr/>
          <p:nvPr/>
        </p:nvSpPr>
        <p:spPr>
          <a:xfrm>
            <a:off x="502434" y="1601400"/>
            <a:ext cx="265606" cy="177071"/>
          </a:xfrm>
          <a:custGeom>
            <a:rect b="b" l="l" r="r" t="t"/>
            <a:pathLst>
              <a:path extrusionOk="0" h="2814" w="4221">
                <a:moveTo>
                  <a:pt x="4220" y="1"/>
                </a:moveTo>
                <a:lnTo>
                  <a:pt x="3689" y="32"/>
                </a:lnTo>
                <a:lnTo>
                  <a:pt x="3220" y="94"/>
                </a:lnTo>
                <a:lnTo>
                  <a:pt x="2782" y="157"/>
                </a:lnTo>
                <a:lnTo>
                  <a:pt x="2407" y="251"/>
                </a:lnTo>
                <a:lnTo>
                  <a:pt x="2095" y="344"/>
                </a:lnTo>
                <a:lnTo>
                  <a:pt x="1813" y="469"/>
                </a:lnTo>
                <a:lnTo>
                  <a:pt x="1563" y="595"/>
                </a:lnTo>
                <a:lnTo>
                  <a:pt x="1345" y="720"/>
                </a:lnTo>
                <a:lnTo>
                  <a:pt x="1032" y="970"/>
                </a:lnTo>
                <a:lnTo>
                  <a:pt x="813" y="1157"/>
                </a:lnTo>
                <a:lnTo>
                  <a:pt x="719" y="1313"/>
                </a:lnTo>
                <a:lnTo>
                  <a:pt x="688" y="1376"/>
                </a:lnTo>
                <a:lnTo>
                  <a:pt x="1" y="2814"/>
                </a:lnTo>
                <a:lnTo>
                  <a:pt x="344" y="2720"/>
                </a:lnTo>
                <a:lnTo>
                  <a:pt x="688" y="2595"/>
                </a:lnTo>
                <a:lnTo>
                  <a:pt x="1032" y="2407"/>
                </a:lnTo>
                <a:lnTo>
                  <a:pt x="1376" y="2220"/>
                </a:lnTo>
                <a:lnTo>
                  <a:pt x="2095" y="1751"/>
                </a:lnTo>
                <a:lnTo>
                  <a:pt x="2751" y="1282"/>
                </a:lnTo>
                <a:lnTo>
                  <a:pt x="3345" y="813"/>
                </a:lnTo>
                <a:lnTo>
                  <a:pt x="3814" y="407"/>
                </a:lnTo>
                <a:lnTo>
                  <a:pt x="4220" y="1"/>
                </a:lnTo>
                <a:close/>
              </a:path>
            </a:pathLst>
          </a:custGeom>
          <a:solidFill>
            <a:srgbClr val="FD8C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7" name="Google Shape;297;p4"/>
          <p:cNvGrpSpPr/>
          <p:nvPr/>
        </p:nvGrpSpPr>
        <p:grpSpPr>
          <a:xfrm>
            <a:off x="720783" y="2732470"/>
            <a:ext cx="3082120" cy="896918"/>
            <a:chOff x="720783" y="2730720"/>
            <a:chExt cx="3082120" cy="896918"/>
          </a:xfrm>
        </p:grpSpPr>
        <p:sp>
          <p:nvSpPr>
            <p:cNvPr id="298" name="Google Shape;298;p4"/>
            <p:cNvSpPr/>
            <p:nvPr/>
          </p:nvSpPr>
          <p:spPr>
            <a:xfrm>
              <a:off x="905656" y="3458434"/>
              <a:ext cx="2769392" cy="65002"/>
            </a:xfrm>
            <a:custGeom>
              <a:rect b="b" l="l" r="r" t="t"/>
              <a:pathLst>
                <a:path extrusionOk="0" h="1033" w="44011">
                  <a:moveTo>
                    <a:pt x="438" y="1"/>
                  </a:moveTo>
                  <a:lnTo>
                    <a:pt x="313" y="32"/>
                  </a:lnTo>
                  <a:lnTo>
                    <a:pt x="250" y="63"/>
                  </a:lnTo>
                  <a:lnTo>
                    <a:pt x="157" y="126"/>
                  </a:lnTo>
                  <a:lnTo>
                    <a:pt x="94" y="220"/>
                  </a:lnTo>
                  <a:lnTo>
                    <a:pt x="63" y="313"/>
                  </a:lnTo>
                  <a:lnTo>
                    <a:pt x="32" y="407"/>
                  </a:lnTo>
                  <a:lnTo>
                    <a:pt x="0" y="501"/>
                  </a:lnTo>
                  <a:lnTo>
                    <a:pt x="32" y="626"/>
                  </a:lnTo>
                  <a:lnTo>
                    <a:pt x="63" y="720"/>
                  </a:lnTo>
                  <a:lnTo>
                    <a:pt x="94" y="814"/>
                  </a:lnTo>
                  <a:lnTo>
                    <a:pt x="157" y="876"/>
                  </a:lnTo>
                  <a:lnTo>
                    <a:pt x="250" y="939"/>
                  </a:lnTo>
                  <a:lnTo>
                    <a:pt x="313" y="1001"/>
                  </a:lnTo>
                  <a:lnTo>
                    <a:pt x="438" y="1032"/>
                  </a:lnTo>
                  <a:lnTo>
                    <a:pt x="43573" y="1032"/>
                  </a:lnTo>
                  <a:lnTo>
                    <a:pt x="43698" y="1001"/>
                  </a:lnTo>
                  <a:lnTo>
                    <a:pt x="43761" y="939"/>
                  </a:lnTo>
                  <a:lnTo>
                    <a:pt x="43854" y="876"/>
                  </a:lnTo>
                  <a:lnTo>
                    <a:pt x="43917" y="814"/>
                  </a:lnTo>
                  <a:lnTo>
                    <a:pt x="43948" y="720"/>
                  </a:lnTo>
                  <a:lnTo>
                    <a:pt x="43979" y="626"/>
                  </a:lnTo>
                  <a:lnTo>
                    <a:pt x="44011" y="501"/>
                  </a:lnTo>
                  <a:lnTo>
                    <a:pt x="43979" y="407"/>
                  </a:lnTo>
                  <a:lnTo>
                    <a:pt x="43948" y="313"/>
                  </a:lnTo>
                  <a:lnTo>
                    <a:pt x="43917" y="220"/>
                  </a:lnTo>
                  <a:lnTo>
                    <a:pt x="43854" y="126"/>
                  </a:lnTo>
                  <a:lnTo>
                    <a:pt x="43761" y="63"/>
                  </a:lnTo>
                  <a:lnTo>
                    <a:pt x="43698" y="32"/>
                  </a:lnTo>
                  <a:lnTo>
                    <a:pt x="43573"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
            <p:cNvSpPr/>
            <p:nvPr/>
          </p:nvSpPr>
          <p:spPr>
            <a:xfrm>
              <a:off x="1818254" y="2966747"/>
              <a:ext cx="879251" cy="446516"/>
            </a:xfrm>
            <a:custGeom>
              <a:rect b="b" l="l" r="r" t="t"/>
              <a:pathLst>
                <a:path extrusionOk="0" h="7096" w="13973">
                  <a:moveTo>
                    <a:pt x="12566" y="657"/>
                  </a:moveTo>
                  <a:lnTo>
                    <a:pt x="12754" y="719"/>
                  </a:lnTo>
                  <a:lnTo>
                    <a:pt x="12910" y="813"/>
                  </a:lnTo>
                  <a:lnTo>
                    <a:pt x="13066" y="938"/>
                  </a:lnTo>
                  <a:lnTo>
                    <a:pt x="13160" y="1063"/>
                  </a:lnTo>
                  <a:lnTo>
                    <a:pt x="13254" y="1219"/>
                  </a:lnTo>
                  <a:lnTo>
                    <a:pt x="13316" y="1407"/>
                  </a:lnTo>
                  <a:lnTo>
                    <a:pt x="13316" y="1595"/>
                  </a:lnTo>
                  <a:lnTo>
                    <a:pt x="13316" y="5502"/>
                  </a:lnTo>
                  <a:lnTo>
                    <a:pt x="13316" y="5689"/>
                  </a:lnTo>
                  <a:lnTo>
                    <a:pt x="13254" y="5846"/>
                  </a:lnTo>
                  <a:lnTo>
                    <a:pt x="13160" y="6033"/>
                  </a:lnTo>
                  <a:lnTo>
                    <a:pt x="13066" y="6158"/>
                  </a:lnTo>
                  <a:lnTo>
                    <a:pt x="12910" y="6283"/>
                  </a:lnTo>
                  <a:lnTo>
                    <a:pt x="12754" y="6377"/>
                  </a:lnTo>
                  <a:lnTo>
                    <a:pt x="12566" y="6408"/>
                  </a:lnTo>
                  <a:lnTo>
                    <a:pt x="12379" y="6439"/>
                  </a:lnTo>
                  <a:lnTo>
                    <a:pt x="1595" y="6439"/>
                  </a:lnTo>
                  <a:lnTo>
                    <a:pt x="1407" y="6408"/>
                  </a:lnTo>
                  <a:lnTo>
                    <a:pt x="1251" y="6377"/>
                  </a:lnTo>
                  <a:lnTo>
                    <a:pt x="1095" y="6283"/>
                  </a:lnTo>
                  <a:lnTo>
                    <a:pt x="938" y="6158"/>
                  </a:lnTo>
                  <a:lnTo>
                    <a:pt x="813" y="6033"/>
                  </a:lnTo>
                  <a:lnTo>
                    <a:pt x="751" y="5846"/>
                  </a:lnTo>
                  <a:lnTo>
                    <a:pt x="688" y="5689"/>
                  </a:lnTo>
                  <a:lnTo>
                    <a:pt x="657" y="5502"/>
                  </a:lnTo>
                  <a:lnTo>
                    <a:pt x="657" y="1595"/>
                  </a:lnTo>
                  <a:lnTo>
                    <a:pt x="688" y="1407"/>
                  </a:lnTo>
                  <a:lnTo>
                    <a:pt x="751" y="1219"/>
                  </a:lnTo>
                  <a:lnTo>
                    <a:pt x="813" y="1063"/>
                  </a:lnTo>
                  <a:lnTo>
                    <a:pt x="938" y="938"/>
                  </a:lnTo>
                  <a:lnTo>
                    <a:pt x="1095" y="813"/>
                  </a:lnTo>
                  <a:lnTo>
                    <a:pt x="1251" y="719"/>
                  </a:lnTo>
                  <a:lnTo>
                    <a:pt x="1407" y="657"/>
                  </a:lnTo>
                  <a:close/>
                  <a:moveTo>
                    <a:pt x="1595" y="0"/>
                  </a:moveTo>
                  <a:lnTo>
                    <a:pt x="1282" y="32"/>
                  </a:lnTo>
                  <a:lnTo>
                    <a:pt x="1001" y="125"/>
                  </a:lnTo>
                  <a:lnTo>
                    <a:pt x="720" y="282"/>
                  </a:lnTo>
                  <a:lnTo>
                    <a:pt x="470" y="469"/>
                  </a:lnTo>
                  <a:lnTo>
                    <a:pt x="282" y="688"/>
                  </a:lnTo>
                  <a:lnTo>
                    <a:pt x="126" y="969"/>
                  </a:lnTo>
                  <a:lnTo>
                    <a:pt x="32" y="1282"/>
                  </a:lnTo>
                  <a:lnTo>
                    <a:pt x="1" y="1595"/>
                  </a:lnTo>
                  <a:lnTo>
                    <a:pt x="1" y="5502"/>
                  </a:lnTo>
                  <a:lnTo>
                    <a:pt x="32" y="5814"/>
                  </a:lnTo>
                  <a:lnTo>
                    <a:pt x="126" y="6127"/>
                  </a:lnTo>
                  <a:lnTo>
                    <a:pt x="282" y="6377"/>
                  </a:lnTo>
                  <a:lnTo>
                    <a:pt x="470" y="6627"/>
                  </a:lnTo>
                  <a:lnTo>
                    <a:pt x="720" y="6815"/>
                  </a:lnTo>
                  <a:lnTo>
                    <a:pt x="1001" y="6971"/>
                  </a:lnTo>
                  <a:lnTo>
                    <a:pt x="1282" y="7065"/>
                  </a:lnTo>
                  <a:lnTo>
                    <a:pt x="1595" y="7096"/>
                  </a:lnTo>
                  <a:lnTo>
                    <a:pt x="12379" y="7096"/>
                  </a:lnTo>
                  <a:lnTo>
                    <a:pt x="12691" y="7065"/>
                  </a:lnTo>
                  <a:lnTo>
                    <a:pt x="13004" y="6971"/>
                  </a:lnTo>
                  <a:lnTo>
                    <a:pt x="13285" y="6815"/>
                  </a:lnTo>
                  <a:lnTo>
                    <a:pt x="13504" y="6627"/>
                  </a:lnTo>
                  <a:lnTo>
                    <a:pt x="13723" y="6377"/>
                  </a:lnTo>
                  <a:lnTo>
                    <a:pt x="13848" y="6127"/>
                  </a:lnTo>
                  <a:lnTo>
                    <a:pt x="13941" y="5814"/>
                  </a:lnTo>
                  <a:lnTo>
                    <a:pt x="13973" y="5502"/>
                  </a:lnTo>
                  <a:lnTo>
                    <a:pt x="13973" y="1595"/>
                  </a:lnTo>
                  <a:lnTo>
                    <a:pt x="13941" y="1282"/>
                  </a:lnTo>
                  <a:lnTo>
                    <a:pt x="13848" y="969"/>
                  </a:lnTo>
                  <a:lnTo>
                    <a:pt x="13723" y="688"/>
                  </a:lnTo>
                  <a:lnTo>
                    <a:pt x="13504" y="469"/>
                  </a:lnTo>
                  <a:lnTo>
                    <a:pt x="13285" y="282"/>
                  </a:lnTo>
                  <a:lnTo>
                    <a:pt x="13004" y="125"/>
                  </a:lnTo>
                  <a:lnTo>
                    <a:pt x="12691" y="32"/>
                  </a:lnTo>
                  <a:lnTo>
                    <a:pt x="12379" y="0"/>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4"/>
            <p:cNvSpPr/>
            <p:nvPr/>
          </p:nvSpPr>
          <p:spPr>
            <a:xfrm>
              <a:off x="1952032" y="3051317"/>
              <a:ext cx="88535" cy="275423"/>
            </a:xfrm>
            <a:custGeom>
              <a:rect b="b" l="l" r="r" t="t"/>
              <a:pathLst>
                <a:path extrusionOk="0" h="4377" w="1407">
                  <a:moveTo>
                    <a:pt x="688" y="1"/>
                  </a:moveTo>
                  <a:lnTo>
                    <a:pt x="563" y="32"/>
                  </a:lnTo>
                  <a:lnTo>
                    <a:pt x="438" y="63"/>
                  </a:lnTo>
                  <a:lnTo>
                    <a:pt x="313" y="126"/>
                  </a:lnTo>
                  <a:lnTo>
                    <a:pt x="188" y="219"/>
                  </a:lnTo>
                  <a:lnTo>
                    <a:pt x="125" y="313"/>
                  </a:lnTo>
                  <a:lnTo>
                    <a:pt x="63" y="438"/>
                  </a:lnTo>
                  <a:lnTo>
                    <a:pt x="0" y="563"/>
                  </a:lnTo>
                  <a:lnTo>
                    <a:pt x="0" y="719"/>
                  </a:lnTo>
                  <a:lnTo>
                    <a:pt x="0" y="3658"/>
                  </a:lnTo>
                  <a:lnTo>
                    <a:pt x="0" y="3814"/>
                  </a:lnTo>
                  <a:lnTo>
                    <a:pt x="63" y="3939"/>
                  </a:lnTo>
                  <a:lnTo>
                    <a:pt x="125" y="4064"/>
                  </a:lnTo>
                  <a:lnTo>
                    <a:pt x="188" y="4158"/>
                  </a:lnTo>
                  <a:lnTo>
                    <a:pt x="313" y="4252"/>
                  </a:lnTo>
                  <a:lnTo>
                    <a:pt x="438" y="4314"/>
                  </a:lnTo>
                  <a:lnTo>
                    <a:pt x="563" y="4345"/>
                  </a:lnTo>
                  <a:lnTo>
                    <a:pt x="688" y="4377"/>
                  </a:lnTo>
                  <a:lnTo>
                    <a:pt x="844" y="4345"/>
                  </a:lnTo>
                  <a:lnTo>
                    <a:pt x="969" y="4314"/>
                  </a:lnTo>
                  <a:lnTo>
                    <a:pt x="1094" y="4252"/>
                  </a:lnTo>
                  <a:lnTo>
                    <a:pt x="1188" y="4158"/>
                  </a:lnTo>
                  <a:lnTo>
                    <a:pt x="1282" y="4064"/>
                  </a:lnTo>
                  <a:lnTo>
                    <a:pt x="1344" y="3939"/>
                  </a:lnTo>
                  <a:lnTo>
                    <a:pt x="1376" y="3814"/>
                  </a:lnTo>
                  <a:lnTo>
                    <a:pt x="1407" y="3658"/>
                  </a:lnTo>
                  <a:lnTo>
                    <a:pt x="1407" y="719"/>
                  </a:lnTo>
                  <a:lnTo>
                    <a:pt x="1376" y="563"/>
                  </a:lnTo>
                  <a:lnTo>
                    <a:pt x="1344" y="438"/>
                  </a:lnTo>
                  <a:lnTo>
                    <a:pt x="1282" y="313"/>
                  </a:lnTo>
                  <a:lnTo>
                    <a:pt x="1188" y="219"/>
                  </a:lnTo>
                  <a:lnTo>
                    <a:pt x="1094" y="126"/>
                  </a:lnTo>
                  <a:lnTo>
                    <a:pt x="969" y="63"/>
                  </a:lnTo>
                  <a:lnTo>
                    <a:pt x="844" y="32"/>
                  </a:lnTo>
                  <a:lnTo>
                    <a:pt x="688"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4"/>
            <p:cNvSpPr/>
            <p:nvPr/>
          </p:nvSpPr>
          <p:spPr>
            <a:xfrm>
              <a:off x="2087698" y="3051317"/>
              <a:ext cx="88598" cy="275423"/>
            </a:xfrm>
            <a:custGeom>
              <a:rect b="b" l="l" r="r" t="t"/>
              <a:pathLst>
                <a:path extrusionOk="0" h="4377" w="1408">
                  <a:moveTo>
                    <a:pt x="689" y="1"/>
                  </a:moveTo>
                  <a:lnTo>
                    <a:pt x="564" y="32"/>
                  </a:lnTo>
                  <a:lnTo>
                    <a:pt x="407" y="63"/>
                  </a:lnTo>
                  <a:lnTo>
                    <a:pt x="314" y="126"/>
                  </a:lnTo>
                  <a:lnTo>
                    <a:pt x="189" y="219"/>
                  </a:lnTo>
                  <a:lnTo>
                    <a:pt x="95" y="313"/>
                  </a:lnTo>
                  <a:lnTo>
                    <a:pt x="32" y="438"/>
                  </a:lnTo>
                  <a:lnTo>
                    <a:pt x="1" y="563"/>
                  </a:lnTo>
                  <a:lnTo>
                    <a:pt x="1" y="719"/>
                  </a:lnTo>
                  <a:lnTo>
                    <a:pt x="1" y="3658"/>
                  </a:lnTo>
                  <a:lnTo>
                    <a:pt x="1" y="3814"/>
                  </a:lnTo>
                  <a:lnTo>
                    <a:pt x="32" y="3939"/>
                  </a:lnTo>
                  <a:lnTo>
                    <a:pt x="95" y="4064"/>
                  </a:lnTo>
                  <a:lnTo>
                    <a:pt x="189" y="4158"/>
                  </a:lnTo>
                  <a:lnTo>
                    <a:pt x="314" y="4252"/>
                  </a:lnTo>
                  <a:lnTo>
                    <a:pt x="407" y="4314"/>
                  </a:lnTo>
                  <a:lnTo>
                    <a:pt x="564" y="4345"/>
                  </a:lnTo>
                  <a:lnTo>
                    <a:pt x="689" y="4377"/>
                  </a:lnTo>
                  <a:lnTo>
                    <a:pt x="845" y="4345"/>
                  </a:lnTo>
                  <a:lnTo>
                    <a:pt x="970" y="4314"/>
                  </a:lnTo>
                  <a:lnTo>
                    <a:pt x="1095" y="4252"/>
                  </a:lnTo>
                  <a:lnTo>
                    <a:pt x="1189" y="4158"/>
                  </a:lnTo>
                  <a:lnTo>
                    <a:pt x="1283" y="4064"/>
                  </a:lnTo>
                  <a:lnTo>
                    <a:pt x="1345" y="3939"/>
                  </a:lnTo>
                  <a:lnTo>
                    <a:pt x="1376" y="3814"/>
                  </a:lnTo>
                  <a:lnTo>
                    <a:pt x="1408" y="3658"/>
                  </a:lnTo>
                  <a:lnTo>
                    <a:pt x="1408" y="719"/>
                  </a:lnTo>
                  <a:lnTo>
                    <a:pt x="1376" y="563"/>
                  </a:lnTo>
                  <a:lnTo>
                    <a:pt x="1345" y="438"/>
                  </a:lnTo>
                  <a:lnTo>
                    <a:pt x="1283" y="313"/>
                  </a:lnTo>
                  <a:lnTo>
                    <a:pt x="1189" y="219"/>
                  </a:lnTo>
                  <a:lnTo>
                    <a:pt x="1095" y="126"/>
                  </a:lnTo>
                  <a:lnTo>
                    <a:pt x="970" y="63"/>
                  </a:lnTo>
                  <a:lnTo>
                    <a:pt x="845" y="32"/>
                  </a:lnTo>
                  <a:lnTo>
                    <a:pt x="689"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
            <p:cNvSpPr/>
            <p:nvPr/>
          </p:nvSpPr>
          <p:spPr>
            <a:xfrm>
              <a:off x="2217512" y="3051317"/>
              <a:ext cx="88598" cy="275423"/>
            </a:xfrm>
            <a:custGeom>
              <a:rect b="b" l="l" r="r" t="t"/>
              <a:pathLst>
                <a:path extrusionOk="0" h="4377" w="1408">
                  <a:moveTo>
                    <a:pt x="689" y="1"/>
                  </a:moveTo>
                  <a:lnTo>
                    <a:pt x="564" y="32"/>
                  </a:lnTo>
                  <a:lnTo>
                    <a:pt x="407" y="63"/>
                  </a:lnTo>
                  <a:lnTo>
                    <a:pt x="314" y="126"/>
                  </a:lnTo>
                  <a:lnTo>
                    <a:pt x="188" y="219"/>
                  </a:lnTo>
                  <a:lnTo>
                    <a:pt x="95" y="313"/>
                  </a:lnTo>
                  <a:lnTo>
                    <a:pt x="32" y="438"/>
                  </a:lnTo>
                  <a:lnTo>
                    <a:pt x="1" y="563"/>
                  </a:lnTo>
                  <a:lnTo>
                    <a:pt x="1" y="719"/>
                  </a:lnTo>
                  <a:lnTo>
                    <a:pt x="1" y="3658"/>
                  </a:lnTo>
                  <a:lnTo>
                    <a:pt x="1" y="3814"/>
                  </a:lnTo>
                  <a:lnTo>
                    <a:pt x="32" y="3939"/>
                  </a:lnTo>
                  <a:lnTo>
                    <a:pt x="95" y="4064"/>
                  </a:lnTo>
                  <a:lnTo>
                    <a:pt x="188" y="4158"/>
                  </a:lnTo>
                  <a:lnTo>
                    <a:pt x="314" y="4252"/>
                  </a:lnTo>
                  <a:lnTo>
                    <a:pt x="407" y="4314"/>
                  </a:lnTo>
                  <a:lnTo>
                    <a:pt x="564" y="4345"/>
                  </a:lnTo>
                  <a:lnTo>
                    <a:pt x="689" y="4377"/>
                  </a:lnTo>
                  <a:lnTo>
                    <a:pt x="845" y="4345"/>
                  </a:lnTo>
                  <a:lnTo>
                    <a:pt x="970" y="4314"/>
                  </a:lnTo>
                  <a:lnTo>
                    <a:pt x="1095" y="4252"/>
                  </a:lnTo>
                  <a:lnTo>
                    <a:pt x="1189" y="4158"/>
                  </a:lnTo>
                  <a:lnTo>
                    <a:pt x="1283" y="4064"/>
                  </a:lnTo>
                  <a:lnTo>
                    <a:pt x="1345" y="3939"/>
                  </a:lnTo>
                  <a:lnTo>
                    <a:pt x="1376" y="3814"/>
                  </a:lnTo>
                  <a:lnTo>
                    <a:pt x="1408" y="3658"/>
                  </a:lnTo>
                  <a:lnTo>
                    <a:pt x="1408" y="719"/>
                  </a:lnTo>
                  <a:lnTo>
                    <a:pt x="1376" y="563"/>
                  </a:lnTo>
                  <a:lnTo>
                    <a:pt x="1345" y="438"/>
                  </a:lnTo>
                  <a:lnTo>
                    <a:pt x="1283" y="313"/>
                  </a:lnTo>
                  <a:lnTo>
                    <a:pt x="1189" y="219"/>
                  </a:lnTo>
                  <a:lnTo>
                    <a:pt x="1095" y="126"/>
                  </a:lnTo>
                  <a:lnTo>
                    <a:pt x="970" y="63"/>
                  </a:lnTo>
                  <a:lnTo>
                    <a:pt x="845" y="32"/>
                  </a:lnTo>
                  <a:lnTo>
                    <a:pt x="689"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
            <p:cNvSpPr/>
            <p:nvPr/>
          </p:nvSpPr>
          <p:spPr>
            <a:xfrm>
              <a:off x="2353241" y="3051317"/>
              <a:ext cx="88598" cy="275423"/>
            </a:xfrm>
            <a:custGeom>
              <a:rect b="b" l="l" r="r" t="t"/>
              <a:pathLst>
                <a:path extrusionOk="0" h="4377" w="1408">
                  <a:moveTo>
                    <a:pt x="720" y="1"/>
                  </a:moveTo>
                  <a:lnTo>
                    <a:pt x="563" y="32"/>
                  </a:lnTo>
                  <a:lnTo>
                    <a:pt x="438" y="63"/>
                  </a:lnTo>
                  <a:lnTo>
                    <a:pt x="313" y="126"/>
                  </a:lnTo>
                  <a:lnTo>
                    <a:pt x="220" y="219"/>
                  </a:lnTo>
                  <a:lnTo>
                    <a:pt x="126" y="313"/>
                  </a:lnTo>
                  <a:lnTo>
                    <a:pt x="63" y="438"/>
                  </a:lnTo>
                  <a:lnTo>
                    <a:pt x="1" y="563"/>
                  </a:lnTo>
                  <a:lnTo>
                    <a:pt x="1" y="719"/>
                  </a:lnTo>
                  <a:lnTo>
                    <a:pt x="1" y="3658"/>
                  </a:lnTo>
                  <a:lnTo>
                    <a:pt x="1" y="3814"/>
                  </a:lnTo>
                  <a:lnTo>
                    <a:pt x="63" y="3939"/>
                  </a:lnTo>
                  <a:lnTo>
                    <a:pt x="126" y="4064"/>
                  </a:lnTo>
                  <a:lnTo>
                    <a:pt x="220" y="4158"/>
                  </a:lnTo>
                  <a:lnTo>
                    <a:pt x="313" y="4252"/>
                  </a:lnTo>
                  <a:lnTo>
                    <a:pt x="438" y="4314"/>
                  </a:lnTo>
                  <a:lnTo>
                    <a:pt x="563" y="4345"/>
                  </a:lnTo>
                  <a:lnTo>
                    <a:pt x="720" y="4377"/>
                  </a:lnTo>
                  <a:lnTo>
                    <a:pt x="845" y="4345"/>
                  </a:lnTo>
                  <a:lnTo>
                    <a:pt x="970" y="4314"/>
                  </a:lnTo>
                  <a:lnTo>
                    <a:pt x="1095" y="4252"/>
                  </a:lnTo>
                  <a:lnTo>
                    <a:pt x="1188" y="4158"/>
                  </a:lnTo>
                  <a:lnTo>
                    <a:pt x="1282" y="4064"/>
                  </a:lnTo>
                  <a:lnTo>
                    <a:pt x="1345" y="3939"/>
                  </a:lnTo>
                  <a:lnTo>
                    <a:pt x="1407" y="3814"/>
                  </a:lnTo>
                  <a:lnTo>
                    <a:pt x="1407" y="3658"/>
                  </a:lnTo>
                  <a:lnTo>
                    <a:pt x="1407" y="719"/>
                  </a:lnTo>
                  <a:lnTo>
                    <a:pt x="1407" y="563"/>
                  </a:lnTo>
                  <a:lnTo>
                    <a:pt x="1345" y="438"/>
                  </a:lnTo>
                  <a:lnTo>
                    <a:pt x="1282" y="313"/>
                  </a:lnTo>
                  <a:lnTo>
                    <a:pt x="1188" y="219"/>
                  </a:lnTo>
                  <a:lnTo>
                    <a:pt x="1095" y="126"/>
                  </a:lnTo>
                  <a:lnTo>
                    <a:pt x="970" y="63"/>
                  </a:lnTo>
                  <a:lnTo>
                    <a:pt x="845" y="32"/>
                  </a:lnTo>
                  <a:lnTo>
                    <a:pt x="720"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4"/>
            <p:cNvSpPr/>
            <p:nvPr/>
          </p:nvSpPr>
          <p:spPr>
            <a:xfrm>
              <a:off x="2481104" y="3051317"/>
              <a:ext cx="88598" cy="275423"/>
            </a:xfrm>
            <a:custGeom>
              <a:rect b="b" l="l" r="r" t="t"/>
              <a:pathLst>
                <a:path extrusionOk="0" h="4377" w="1408">
                  <a:moveTo>
                    <a:pt x="688" y="1"/>
                  </a:moveTo>
                  <a:lnTo>
                    <a:pt x="563" y="32"/>
                  </a:lnTo>
                  <a:lnTo>
                    <a:pt x="438" y="63"/>
                  </a:lnTo>
                  <a:lnTo>
                    <a:pt x="313" y="126"/>
                  </a:lnTo>
                  <a:lnTo>
                    <a:pt x="219" y="219"/>
                  </a:lnTo>
                  <a:lnTo>
                    <a:pt x="125" y="313"/>
                  </a:lnTo>
                  <a:lnTo>
                    <a:pt x="63" y="438"/>
                  </a:lnTo>
                  <a:lnTo>
                    <a:pt x="0" y="563"/>
                  </a:lnTo>
                  <a:lnTo>
                    <a:pt x="0" y="719"/>
                  </a:lnTo>
                  <a:lnTo>
                    <a:pt x="0" y="3658"/>
                  </a:lnTo>
                  <a:lnTo>
                    <a:pt x="0" y="3814"/>
                  </a:lnTo>
                  <a:lnTo>
                    <a:pt x="63" y="3939"/>
                  </a:lnTo>
                  <a:lnTo>
                    <a:pt x="125" y="4064"/>
                  </a:lnTo>
                  <a:lnTo>
                    <a:pt x="219" y="4158"/>
                  </a:lnTo>
                  <a:lnTo>
                    <a:pt x="313" y="4252"/>
                  </a:lnTo>
                  <a:lnTo>
                    <a:pt x="438" y="4314"/>
                  </a:lnTo>
                  <a:lnTo>
                    <a:pt x="563" y="4345"/>
                  </a:lnTo>
                  <a:lnTo>
                    <a:pt x="688" y="4377"/>
                  </a:lnTo>
                  <a:lnTo>
                    <a:pt x="844" y="4345"/>
                  </a:lnTo>
                  <a:lnTo>
                    <a:pt x="969" y="4314"/>
                  </a:lnTo>
                  <a:lnTo>
                    <a:pt x="1094" y="4252"/>
                  </a:lnTo>
                  <a:lnTo>
                    <a:pt x="1188" y="4158"/>
                  </a:lnTo>
                  <a:lnTo>
                    <a:pt x="1282" y="4064"/>
                  </a:lnTo>
                  <a:lnTo>
                    <a:pt x="1345" y="3939"/>
                  </a:lnTo>
                  <a:lnTo>
                    <a:pt x="1407" y="3814"/>
                  </a:lnTo>
                  <a:lnTo>
                    <a:pt x="1407" y="3658"/>
                  </a:lnTo>
                  <a:lnTo>
                    <a:pt x="1407" y="719"/>
                  </a:lnTo>
                  <a:lnTo>
                    <a:pt x="1407" y="563"/>
                  </a:lnTo>
                  <a:lnTo>
                    <a:pt x="1345" y="438"/>
                  </a:lnTo>
                  <a:lnTo>
                    <a:pt x="1282" y="313"/>
                  </a:lnTo>
                  <a:lnTo>
                    <a:pt x="1188" y="219"/>
                  </a:lnTo>
                  <a:lnTo>
                    <a:pt x="1094" y="126"/>
                  </a:lnTo>
                  <a:lnTo>
                    <a:pt x="969" y="63"/>
                  </a:lnTo>
                  <a:lnTo>
                    <a:pt x="844" y="32"/>
                  </a:lnTo>
                  <a:lnTo>
                    <a:pt x="688"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4"/>
            <p:cNvSpPr/>
            <p:nvPr/>
          </p:nvSpPr>
          <p:spPr>
            <a:xfrm>
              <a:off x="1208513" y="3326671"/>
              <a:ext cx="474077" cy="163290"/>
            </a:xfrm>
            <a:custGeom>
              <a:rect b="b" l="l" r="r" t="t"/>
              <a:pathLst>
                <a:path extrusionOk="0" h="2595" w="7534">
                  <a:moveTo>
                    <a:pt x="1" y="1"/>
                  </a:moveTo>
                  <a:lnTo>
                    <a:pt x="1" y="2595"/>
                  </a:lnTo>
                  <a:lnTo>
                    <a:pt x="7534" y="2595"/>
                  </a:lnTo>
                  <a:lnTo>
                    <a:pt x="7534" y="1"/>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4"/>
            <p:cNvSpPr/>
            <p:nvPr/>
          </p:nvSpPr>
          <p:spPr>
            <a:xfrm>
              <a:off x="885961" y="3063146"/>
              <a:ext cx="422982" cy="365846"/>
            </a:xfrm>
            <a:custGeom>
              <a:rect b="b" l="l" r="r" t="t"/>
              <a:pathLst>
                <a:path extrusionOk="0" h="5814" w="6722">
                  <a:moveTo>
                    <a:pt x="313" y="0"/>
                  </a:moveTo>
                  <a:lnTo>
                    <a:pt x="188" y="31"/>
                  </a:lnTo>
                  <a:lnTo>
                    <a:pt x="94" y="94"/>
                  </a:lnTo>
                  <a:lnTo>
                    <a:pt x="32" y="219"/>
                  </a:lnTo>
                  <a:lnTo>
                    <a:pt x="1" y="344"/>
                  </a:lnTo>
                  <a:lnTo>
                    <a:pt x="1" y="5470"/>
                  </a:lnTo>
                  <a:lnTo>
                    <a:pt x="32" y="5595"/>
                  </a:lnTo>
                  <a:lnTo>
                    <a:pt x="94" y="5720"/>
                  </a:lnTo>
                  <a:lnTo>
                    <a:pt x="188" y="5783"/>
                  </a:lnTo>
                  <a:lnTo>
                    <a:pt x="313" y="5814"/>
                  </a:lnTo>
                  <a:lnTo>
                    <a:pt x="6408" y="5814"/>
                  </a:lnTo>
                  <a:lnTo>
                    <a:pt x="6534" y="5783"/>
                  </a:lnTo>
                  <a:lnTo>
                    <a:pt x="6627" y="5720"/>
                  </a:lnTo>
                  <a:lnTo>
                    <a:pt x="6721" y="5595"/>
                  </a:lnTo>
                  <a:lnTo>
                    <a:pt x="6721" y="5470"/>
                  </a:lnTo>
                  <a:lnTo>
                    <a:pt x="6721" y="5345"/>
                  </a:lnTo>
                  <a:lnTo>
                    <a:pt x="6627" y="5251"/>
                  </a:lnTo>
                  <a:lnTo>
                    <a:pt x="6534" y="5189"/>
                  </a:lnTo>
                  <a:lnTo>
                    <a:pt x="6408" y="5158"/>
                  </a:lnTo>
                  <a:lnTo>
                    <a:pt x="657" y="5158"/>
                  </a:lnTo>
                  <a:lnTo>
                    <a:pt x="657" y="344"/>
                  </a:lnTo>
                  <a:lnTo>
                    <a:pt x="626" y="219"/>
                  </a:lnTo>
                  <a:lnTo>
                    <a:pt x="563" y="94"/>
                  </a:lnTo>
                  <a:lnTo>
                    <a:pt x="438" y="31"/>
                  </a:lnTo>
                  <a:lnTo>
                    <a:pt x="313"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4"/>
            <p:cNvSpPr/>
            <p:nvPr/>
          </p:nvSpPr>
          <p:spPr>
            <a:xfrm>
              <a:off x="850597" y="2966747"/>
              <a:ext cx="137743" cy="137743"/>
            </a:xfrm>
            <a:custGeom>
              <a:rect b="b" l="l" r="r" t="t"/>
              <a:pathLst>
                <a:path extrusionOk="0" h="2189" w="2189">
                  <a:moveTo>
                    <a:pt x="1094" y="657"/>
                  </a:moveTo>
                  <a:lnTo>
                    <a:pt x="1282" y="688"/>
                  </a:lnTo>
                  <a:lnTo>
                    <a:pt x="1407" y="782"/>
                  </a:lnTo>
                  <a:lnTo>
                    <a:pt x="1500" y="907"/>
                  </a:lnTo>
                  <a:lnTo>
                    <a:pt x="1532" y="1094"/>
                  </a:lnTo>
                  <a:lnTo>
                    <a:pt x="1500" y="1282"/>
                  </a:lnTo>
                  <a:lnTo>
                    <a:pt x="1407" y="1407"/>
                  </a:lnTo>
                  <a:lnTo>
                    <a:pt x="1282" y="1501"/>
                  </a:lnTo>
                  <a:lnTo>
                    <a:pt x="1094" y="1532"/>
                  </a:lnTo>
                  <a:lnTo>
                    <a:pt x="938" y="1501"/>
                  </a:lnTo>
                  <a:lnTo>
                    <a:pt x="782" y="1407"/>
                  </a:lnTo>
                  <a:lnTo>
                    <a:pt x="688" y="1282"/>
                  </a:lnTo>
                  <a:lnTo>
                    <a:pt x="656" y="1094"/>
                  </a:lnTo>
                  <a:lnTo>
                    <a:pt x="688" y="907"/>
                  </a:lnTo>
                  <a:lnTo>
                    <a:pt x="782" y="782"/>
                  </a:lnTo>
                  <a:lnTo>
                    <a:pt x="938" y="688"/>
                  </a:lnTo>
                  <a:lnTo>
                    <a:pt x="1094" y="657"/>
                  </a:lnTo>
                  <a:close/>
                  <a:moveTo>
                    <a:pt x="875" y="0"/>
                  </a:moveTo>
                  <a:lnTo>
                    <a:pt x="656" y="94"/>
                  </a:lnTo>
                  <a:lnTo>
                    <a:pt x="469" y="188"/>
                  </a:lnTo>
                  <a:lnTo>
                    <a:pt x="313" y="313"/>
                  </a:lnTo>
                  <a:lnTo>
                    <a:pt x="188" y="469"/>
                  </a:lnTo>
                  <a:lnTo>
                    <a:pt x="94" y="657"/>
                  </a:lnTo>
                  <a:lnTo>
                    <a:pt x="31" y="876"/>
                  </a:lnTo>
                  <a:lnTo>
                    <a:pt x="0" y="1094"/>
                  </a:lnTo>
                  <a:lnTo>
                    <a:pt x="31" y="1313"/>
                  </a:lnTo>
                  <a:lnTo>
                    <a:pt x="94" y="1532"/>
                  </a:lnTo>
                  <a:lnTo>
                    <a:pt x="188" y="1720"/>
                  </a:lnTo>
                  <a:lnTo>
                    <a:pt x="313" y="1876"/>
                  </a:lnTo>
                  <a:lnTo>
                    <a:pt x="469" y="2001"/>
                  </a:lnTo>
                  <a:lnTo>
                    <a:pt x="656" y="2095"/>
                  </a:lnTo>
                  <a:lnTo>
                    <a:pt x="875" y="2188"/>
                  </a:lnTo>
                  <a:lnTo>
                    <a:pt x="1313" y="2188"/>
                  </a:lnTo>
                  <a:lnTo>
                    <a:pt x="1532" y="2095"/>
                  </a:lnTo>
                  <a:lnTo>
                    <a:pt x="1719" y="2001"/>
                  </a:lnTo>
                  <a:lnTo>
                    <a:pt x="1876" y="1876"/>
                  </a:lnTo>
                  <a:lnTo>
                    <a:pt x="2001" y="1720"/>
                  </a:lnTo>
                  <a:lnTo>
                    <a:pt x="2126" y="1532"/>
                  </a:lnTo>
                  <a:lnTo>
                    <a:pt x="2188" y="1313"/>
                  </a:lnTo>
                  <a:lnTo>
                    <a:pt x="2188" y="1094"/>
                  </a:lnTo>
                  <a:lnTo>
                    <a:pt x="2188" y="876"/>
                  </a:lnTo>
                  <a:lnTo>
                    <a:pt x="2126" y="657"/>
                  </a:lnTo>
                  <a:lnTo>
                    <a:pt x="2001" y="469"/>
                  </a:lnTo>
                  <a:lnTo>
                    <a:pt x="1876" y="313"/>
                  </a:lnTo>
                  <a:lnTo>
                    <a:pt x="1719" y="188"/>
                  </a:lnTo>
                  <a:lnTo>
                    <a:pt x="1532" y="94"/>
                  </a:lnTo>
                  <a:lnTo>
                    <a:pt x="1313"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4"/>
            <p:cNvSpPr/>
            <p:nvPr/>
          </p:nvSpPr>
          <p:spPr>
            <a:xfrm>
              <a:off x="1027604" y="2862482"/>
              <a:ext cx="139693" cy="139756"/>
            </a:xfrm>
            <a:custGeom>
              <a:rect b="b" l="l" r="r" t="t"/>
              <a:pathLst>
                <a:path extrusionOk="0" h="2221" w="2220">
                  <a:moveTo>
                    <a:pt x="1126" y="657"/>
                  </a:moveTo>
                  <a:lnTo>
                    <a:pt x="1282" y="688"/>
                  </a:lnTo>
                  <a:lnTo>
                    <a:pt x="1438" y="782"/>
                  </a:lnTo>
                  <a:lnTo>
                    <a:pt x="1532" y="939"/>
                  </a:lnTo>
                  <a:lnTo>
                    <a:pt x="1563" y="1126"/>
                  </a:lnTo>
                  <a:lnTo>
                    <a:pt x="1532" y="1282"/>
                  </a:lnTo>
                  <a:lnTo>
                    <a:pt x="1438" y="1439"/>
                  </a:lnTo>
                  <a:lnTo>
                    <a:pt x="1282" y="1532"/>
                  </a:lnTo>
                  <a:lnTo>
                    <a:pt x="1126" y="1564"/>
                  </a:lnTo>
                  <a:lnTo>
                    <a:pt x="938" y="1532"/>
                  </a:lnTo>
                  <a:lnTo>
                    <a:pt x="782" y="1439"/>
                  </a:lnTo>
                  <a:lnTo>
                    <a:pt x="688" y="1282"/>
                  </a:lnTo>
                  <a:lnTo>
                    <a:pt x="657" y="1126"/>
                  </a:lnTo>
                  <a:lnTo>
                    <a:pt x="688" y="939"/>
                  </a:lnTo>
                  <a:lnTo>
                    <a:pt x="782" y="782"/>
                  </a:lnTo>
                  <a:lnTo>
                    <a:pt x="938" y="688"/>
                  </a:lnTo>
                  <a:lnTo>
                    <a:pt x="1126" y="657"/>
                  </a:lnTo>
                  <a:close/>
                  <a:moveTo>
                    <a:pt x="1126" y="1"/>
                  </a:moveTo>
                  <a:lnTo>
                    <a:pt x="875" y="32"/>
                  </a:lnTo>
                  <a:lnTo>
                    <a:pt x="688" y="95"/>
                  </a:lnTo>
                  <a:lnTo>
                    <a:pt x="500" y="188"/>
                  </a:lnTo>
                  <a:lnTo>
                    <a:pt x="344" y="345"/>
                  </a:lnTo>
                  <a:lnTo>
                    <a:pt x="188" y="501"/>
                  </a:lnTo>
                  <a:lnTo>
                    <a:pt x="94" y="688"/>
                  </a:lnTo>
                  <a:lnTo>
                    <a:pt x="31" y="876"/>
                  </a:lnTo>
                  <a:lnTo>
                    <a:pt x="0" y="1126"/>
                  </a:lnTo>
                  <a:lnTo>
                    <a:pt x="31" y="1345"/>
                  </a:lnTo>
                  <a:lnTo>
                    <a:pt x="94" y="1532"/>
                  </a:lnTo>
                  <a:lnTo>
                    <a:pt x="188" y="1720"/>
                  </a:lnTo>
                  <a:lnTo>
                    <a:pt x="344" y="1908"/>
                  </a:lnTo>
                  <a:lnTo>
                    <a:pt x="500" y="2033"/>
                  </a:lnTo>
                  <a:lnTo>
                    <a:pt x="688" y="2126"/>
                  </a:lnTo>
                  <a:lnTo>
                    <a:pt x="875" y="2189"/>
                  </a:lnTo>
                  <a:lnTo>
                    <a:pt x="1126" y="2220"/>
                  </a:lnTo>
                  <a:lnTo>
                    <a:pt x="1344" y="2189"/>
                  </a:lnTo>
                  <a:lnTo>
                    <a:pt x="1532" y="2126"/>
                  </a:lnTo>
                  <a:lnTo>
                    <a:pt x="1719" y="2033"/>
                  </a:lnTo>
                  <a:lnTo>
                    <a:pt x="1876" y="1908"/>
                  </a:lnTo>
                  <a:lnTo>
                    <a:pt x="2032" y="1720"/>
                  </a:lnTo>
                  <a:lnTo>
                    <a:pt x="2126" y="1532"/>
                  </a:lnTo>
                  <a:lnTo>
                    <a:pt x="2188" y="1345"/>
                  </a:lnTo>
                  <a:lnTo>
                    <a:pt x="2220" y="1126"/>
                  </a:lnTo>
                  <a:lnTo>
                    <a:pt x="2188" y="876"/>
                  </a:lnTo>
                  <a:lnTo>
                    <a:pt x="2126" y="688"/>
                  </a:lnTo>
                  <a:lnTo>
                    <a:pt x="2032" y="501"/>
                  </a:lnTo>
                  <a:lnTo>
                    <a:pt x="1876" y="345"/>
                  </a:lnTo>
                  <a:lnTo>
                    <a:pt x="1719" y="188"/>
                  </a:lnTo>
                  <a:lnTo>
                    <a:pt x="1532" y="95"/>
                  </a:lnTo>
                  <a:lnTo>
                    <a:pt x="1344" y="32"/>
                  </a:lnTo>
                  <a:lnTo>
                    <a:pt x="1126" y="1"/>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4"/>
            <p:cNvSpPr/>
            <p:nvPr/>
          </p:nvSpPr>
          <p:spPr>
            <a:xfrm>
              <a:off x="1004007" y="3167348"/>
              <a:ext cx="619622" cy="245911"/>
            </a:xfrm>
            <a:custGeom>
              <a:rect b="b" l="l" r="r" t="t"/>
              <a:pathLst>
                <a:path extrusionOk="0" h="3908" w="9847">
                  <a:moveTo>
                    <a:pt x="313" y="1"/>
                  </a:moveTo>
                  <a:lnTo>
                    <a:pt x="188" y="32"/>
                  </a:lnTo>
                  <a:lnTo>
                    <a:pt x="94" y="94"/>
                  </a:lnTo>
                  <a:lnTo>
                    <a:pt x="31" y="220"/>
                  </a:lnTo>
                  <a:lnTo>
                    <a:pt x="0" y="345"/>
                  </a:lnTo>
                  <a:lnTo>
                    <a:pt x="0" y="2533"/>
                  </a:lnTo>
                  <a:lnTo>
                    <a:pt x="31" y="2658"/>
                  </a:lnTo>
                  <a:lnTo>
                    <a:pt x="94" y="2751"/>
                  </a:lnTo>
                  <a:lnTo>
                    <a:pt x="188" y="2814"/>
                  </a:lnTo>
                  <a:lnTo>
                    <a:pt x="313" y="2845"/>
                  </a:lnTo>
                  <a:lnTo>
                    <a:pt x="4564" y="2845"/>
                  </a:lnTo>
                  <a:lnTo>
                    <a:pt x="4689" y="2814"/>
                  </a:lnTo>
                  <a:lnTo>
                    <a:pt x="4783" y="2751"/>
                  </a:lnTo>
                  <a:lnTo>
                    <a:pt x="4845" y="2658"/>
                  </a:lnTo>
                  <a:lnTo>
                    <a:pt x="4876" y="2533"/>
                  </a:lnTo>
                  <a:lnTo>
                    <a:pt x="4845" y="2376"/>
                  </a:lnTo>
                  <a:lnTo>
                    <a:pt x="4783" y="2283"/>
                  </a:lnTo>
                  <a:lnTo>
                    <a:pt x="4689" y="2220"/>
                  </a:lnTo>
                  <a:lnTo>
                    <a:pt x="4564" y="2189"/>
                  </a:lnTo>
                  <a:lnTo>
                    <a:pt x="657" y="2189"/>
                  </a:lnTo>
                  <a:lnTo>
                    <a:pt x="657" y="657"/>
                  </a:lnTo>
                  <a:lnTo>
                    <a:pt x="9190" y="657"/>
                  </a:lnTo>
                  <a:lnTo>
                    <a:pt x="9190" y="3564"/>
                  </a:lnTo>
                  <a:lnTo>
                    <a:pt x="9221" y="3720"/>
                  </a:lnTo>
                  <a:lnTo>
                    <a:pt x="9284" y="3814"/>
                  </a:lnTo>
                  <a:lnTo>
                    <a:pt x="9409" y="3877"/>
                  </a:lnTo>
                  <a:lnTo>
                    <a:pt x="9534" y="3908"/>
                  </a:lnTo>
                  <a:lnTo>
                    <a:pt x="9659" y="3877"/>
                  </a:lnTo>
                  <a:lnTo>
                    <a:pt x="9752" y="3814"/>
                  </a:lnTo>
                  <a:lnTo>
                    <a:pt x="9815" y="3720"/>
                  </a:lnTo>
                  <a:lnTo>
                    <a:pt x="9846" y="3564"/>
                  </a:lnTo>
                  <a:lnTo>
                    <a:pt x="9846" y="345"/>
                  </a:lnTo>
                  <a:lnTo>
                    <a:pt x="9815" y="220"/>
                  </a:lnTo>
                  <a:lnTo>
                    <a:pt x="9752" y="94"/>
                  </a:lnTo>
                  <a:lnTo>
                    <a:pt x="9659" y="32"/>
                  </a:lnTo>
                  <a:lnTo>
                    <a:pt x="9534" y="1"/>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4"/>
            <p:cNvSpPr/>
            <p:nvPr/>
          </p:nvSpPr>
          <p:spPr>
            <a:xfrm>
              <a:off x="1076748" y="2966747"/>
              <a:ext cx="460296" cy="401273"/>
            </a:xfrm>
            <a:custGeom>
              <a:rect b="b" l="l" r="r" t="t"/>
              <a:pathLst>
                <a:path extrusionOk="0" h="6377" w="7315">
                  <a:moveTo>
                    <a:pt x="345" y="0"/>
                  </a:moveTo>
                  <a:lnTo>
                    <a:pt x="188" y="32"/>
                  </a:lnTo>
                  <a:lnTo>
                    <a:pt x="94" y="94"/>
                  </a:lnTo>
                  <a:lnTo>
                    <a:pt x="32" y="188"/>
                  </a:lnTo>
                  <a:lnTo>
                    <a:pt x="1" y="313"/>
                  </a:lnTo>
                  <a:lnTo>
                    <a:pt x="1" y="2314"/>
                  </a:lnTo>
                  <a:lnTo>
                    <a:pt x="32" y="2439"/>
                  </a:lnTo>
                  <a:lnTo>
                    <a:pt x="94" y="2532"/>
                  </a:lnTo>
                  <a:lnTo>
                    <a:pt x="188" y="2595"/>
                  </a:lnTo>
                  <a:lnTo>
                    <a:pt x="345" y="2626"/>
                  </a:lnTo>
                  <a:lnTo>
                    <a:pt x="6658" y="2626"/>
                  </a:lnTo>
                  <a:lnTo>
                    <a:pt x="6658" y="6064"/>
                  </a:lnTo>
                  <a:lnTo>
                    <a:pt x="6658" y="6189"/>
                  </a:lnTo>
                  <a:lnTo>
                    <a:pt x="6752" y="6283"/>
                  </a:lnTo>
                  <a:lnTo>
                    <a:pt x="6846" y="6346"/>
                  </a:lnTo>
                  <a:lnTo>
                    <a:pt x="6971" y="6377"/>
                  </a:lnTo>
                  <a:lnTo>
                    <a:pt x="7096" y="6346"/>
                  </a:lnTo>
                  <a:lnTo>
                    <a:pt x="7221" y="6283"/>
                  </a:lnTo>
                  <a:lnTo>
                    <a:pt x="7284" y="6189"/>
                  </a:lnTo>
                  <a:lnTo>
                    <a:pt x="7315" y="6064"/>
                  </a:lnTo>
                  <a:lnTo>
                    <a:pt x="7315" y="2314"/>
                  </a:lnTo>
                  <a:lnTo>
                    <a:pt x="7284" y="2188"/>
                  </a:lnTo>
                  <a:lnTo>
                    <a:pt x="7221" y="2063"/>
                  </a:lnTo>
                  <a:lnTo>
                    <a:pt x="7096" y="2001"/>
                  </a:lnTo>
                  <a:lnTo>
                    <a:pt x="6971" y="1970"/>
                  </a:lnTo>
                  <a:lnTo>
                    <a:pt x="657" y="1970"/>
                  </a:lnTo>
                  <a:lnTo>
                    <a:pt x="657" y="313"/>
                  </a:lnTo>
                  <a:lnTo>
                    <a:pt x="626" y="188"/>
                  </a:lnTo>
                  <a:lnTo>
                    <a:pt x="563" y="94"/>
                  </a:lnTo>
                  <a:lnTo>
                    <a:pt x="470" y="32"/>
                  </a:lnTo>
                  <a:lnTo>
                    <a:pt x="345"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4"/>
            <p:cNvSpPr/>
            <p:nvPr/>
          </p:nvSpPr>
          <p:spPr>
            <a:xfrm>
              <a:off x="1023640" y="3523371"/>
              <a:ext cx="2551105" cy="39391"/>
            </a:xfrm>
            <a:custGeom>
              <a:rect b="b" l="l" r="r" t="t"/>
              <a:pathLst>
                <a:path extrusionOk="0" h="626" w="40542">
                  <a:moveTo>
                    <a:pt x="313" y="0"/>
                  </a:moveTo>
                  <a:lnTo>
                    <a:pt x="188" y="32"/>
                  </a:lnTo>
                  <a:lnTo>
                    <a:pt x="94" y="94"/>
                  </a:lnTo>
                  <a:lnTo>
                    <a:pt x="32" y="188"/>
                  </a:lnTo>
                  <a:lnTo>
                    <a:pt x="1" y="313"/>
                  </a:lnTo>
                  <a:lnTo>
                    <a:pt x="32" y="438"/>
                  </a:lnTo>
                  <a:lnTo>
                    <a:pt x="94" y="532"/>
                  </a:lnTo>
                  <a:lnTo>
                    <a:pt x="188" y="594"/>
                  </a:lnTo>
                  <a:lnTo>
                    <a:pt x="313" y="625"/>
                  </a:lnTo>
                  <a:lnTo>
                    <a:pt x="40229" y="625"/>
                  </a:lnTo>
                  <a:lnTo>
                    <a:pt x="40354" y="594"/>
                  </a:lnTo>
                  <a:lnTo>
                    <a:pt x="40448" y="532"/>
                  </a:lnTo>
                  <a:lnTo>
                    <a:pt x="40510" y="438"/>
                  </a:lnTo>
                  <a:lnTo>
                    <a:pt x="40542" y="313"/>
                  </a:lnTo>
                  <a:lnTo>
                    <a:pt x="40510" y="188"/>
                  </a:lnTo>
                  <a:lnTo>
                    <a:pt x="40448" y="94"/>
                  </a:lnTo>
                  <a:lnTo>
                    <a:pt x="40354" y="32"/>
                  </a:lnTo>
                  <a:lnTo>
                    <a:pt x="40229"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4"/>
            <p:cNvSpPr/>
            <p:nvPr/>
          </p:nvSpPr>
          <p:spPr>
            <a:xfrm>
              <a:off x="2789876" y="3369963"/>
              <a:ext cx="570478" cy="119998"/>
            </a:xfrm>
            <a:custGeom>
              <a:rect b="b" l="l" r="r" t="t"/>
              <a:pathLst>
                <a:path extrusionOk="0" h="1907" w="9066">
                  <a:moveTo>
                    <a:pt x="970" y="0"/>
                  </a:moveTo>
                  <a:lnTo>
                    <a:pt x="782" y="31"/>
                  </a:lnTo>
                  <a:lnTo>
                    <a:pt x="595" y="63"/>
                  </a:lnTo>
                  <a:lnTo>
                    <a:pt x="438" y="157"/>
                  </a:lnTo>
                  <a:lnTo>
                    <a:pt x="282" y="282"/>
                  </a:lnTo>
                  <a:lnTo>
                    <a:pt x="188" y="407"/>
                  </a:lnTo>
                  <a:lnTo>
                    <a:pt x="95" y="594"/>
                  </a:lnTo>
                  <a:lnTo>
                    <a:pt x="32" y="750"/>
                  </a:lnTo>
                  <a:lnTo>
                    <a:pt x="1" y="969"/>
                  </a:lnTo>
                  <a:lnTo>
                    <a:pt x="32" y="1157"/>
                  </a:lnTo>
                  <a:lnTo>
                    <a:pt x="95" y="1313"/>
                  </a:lnTo>
                  <a:lnTo>
                    <a:pt x="188" y="1501"/>
                  </a:lnTo>
                  <a:lnTo>
                    <a:pt x="282" y="1626"/>
                  </a:lnTo>
                  <a:lnTo>
                    <a:pt x="438" y="1751"/>
                  </a:lnTo>
                  <a:lnTo>
                    <a:pt x="595" y="1844"/>
                  </a:lnTo>
                  <a:lnTo>
                    <a:pt x="782" y="1907"/>
                  </a:lnTo>
                  <a:lnTo>
                    <a:pt x="8284" y="1907"/>
                  </a:lnTo>
                  <a:lnTo>
                    <a:pt x="8472" y="1844"/>
                  </a:lnTo>
                  <a:lnTo>
                    <a:pt x="8628" y="1751"/>
                  </a:lnTo>
                  <a:lnTo>
                    <a:pt x="8784" y="1626"/>
                  </a:lnTo>
                  <a:lnTo>
                    <a:pt x="8878" y="1501"/>
                  </a:lnTo>
                  <a:lnTo>
                    <a:pt x="8972" y="1313"/>
                  </a:lnTo>
                  <a:lnTo>
                    <a:pt x="9034" y="1157"/>
                  </a:lnTo>
                  <a:lnTo>
                    <a:pt x="9065" y="969"/>
                  </a:lnTo>
                  <a:lnTo>
                    <a:pt x="9034" y="750"/>
                  </a:lnTo>
                  <a:lnTo>
                    <a:pt x="8972" y="594"/>
                  </a:lnTo>
                  <a:lnTo>
                    <a:pt x="8878" y="407"/>
                  </a:lnTo>
                  <a:lnTo>
                    <a:pt x="8784" y="282"/>
                  </a:lnTo>
                  <a:lnTo>
                    <a:pt x="8628" y="157"/>
                  </a:lnTo>
                  <a:lnTo>
                    <a:pt x="8472" y="63"/>
                  </a:lnTo>
                  <a:lnTo>
                    <a:pt x="8284" y="31"/>
                  </a:lnTo>
                  <a:lnTo>
                    <a:pt x="8097"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
            <p:cNvSpPr/>
            <p:nvPr/>
          </p:nvSpPr>
          <p:spPr>
            <a:xfrm>
              <a:off x="3004261" y="3269662"/>
              <a:ext cx="529199" cy="143595"/>
            </a:xfrm>
            <a:custGeom>
              <a:rect b="b" l="l" r="r" t="t"/>
              <a:pathLst>
                <a:path extrusionOk="0" h="2282" w="8410">
                  <a:moveTo>
                    <a:pt x="313" y="0"/>
                  </a:moveTo>
                  <a:lnTo>
                    <a:pt x="188" y="31"/>
                  </a:lnTo>
                  <a:lnTo>
                    <a:pt x="95" y="94"/>
                  </a:lnTo>
                  <a:lnTo>
                    <a:pt x="32" y="219"/>
                  </a:lnTo>
                  <a:lnTo>
                    <a:pt x="1" y="344"/>
                  </a:lnTo>
                  <a:lnTo>
                    <a:pt x="1" y="1938"/>
                  </a:lnTo>
                  <a:lnTo>
                    <a:pt x="32" y="2094"/>
                  </a:lnTo>
                  <a:lnTo>
                    <a:pt x="95" y="2188"/>
                  </a:lnTo>
                  <a:lnTo>
                    <a:pt x="188" y="2251"/>
                  </a:lnTo>
                  <a:lnTo>
                    <a:pt x="313" y="2282"/>
                  </a:lnTo>
                  <a:lnTo>
                    <a:pt x="439" y="2251"/>
                  </a:lnTo>
                  <a:lnTo>
                    <a:pt x="564" y="2188"/>
                  </a:lnTo>
                  <a:lnTo>
                    <a:pt x="626" y="2094"/>
                  </a:lnTo>
                  <a:lnTo>
                    <a:pt x="657" y="1938"/>
                  </a:lnTo>
                  <a:lnTo>
                    <a:pt x="657" y="657"/>
                  </a:lnTo>
                  <a:lnTo>
                    <a:pt x="8097" y="657"/>
                  </a:lnTo>
                  <a:lnTo>
                    <a:pt x="8222" y="625"/>
                  </a:lnTo>
                  <a:lnTo>
                    <a:pt x="8315" y="563"/>
                  </a:lnTo>
                  <a:lnTo>
                    <a:pt x="8378" y="469"/>
                  </a:lnTo>
                  <a:lnTo>
                    <a:pt x="8409" y="344"/>
                  </a:lnTo>
                  <a:lnTo>
                    <a:pt x="8378" y="219"/>
                  </a:lnTo>
                  <a:lnTo>
                    <a:pt x="8315" y="94"/>
                  </a:lnTo>
                  <a:lnTo>
                    <a:pt x="8222" y="31"/>
                  </a:lnTo>
                  <a:lnTo>
                    <a:pt x="8097"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
            <p:cNvSpPr/>
            <p:nvPr/>
          </p:nvSpPr>
          <p:spPr>
            <a:xfrm>
              <a:off x="3228524" y="3226371"/>
              <a:ext cx="129877" cy="127927"/>
            </a:xfrm>
            <a:custGeom>
              <a:rect b="b" l="l" r="r" t="t"/>
              <a:pathLst>
                <a:path extrusionOk="0" h="2033" w="2064">
                  <a:moveTo>
                    <a:pt x="1188" y="657"/>
                  </a:moveTo>
                  <a:lnTo>
                    <a:pt x="1282" y="751"/>
                  </a:lnTo>
                  <a:lnTo>
                    <a:pt x="1376" y="876"/>
                  </a:lnTo>
                  <a:lnTo>
                    <a:pt x="1407" y="1001"/>
                  </a:lnTo>
                  <a:lnTo>
                    <a:pt x="1376" y="1157"/>
                  </a:lnTo>
                  <a:lnTo>
                    <a:pt x="1282" y="1282"/>
                  </a:lnTo>
                  <a:lnTo>
                    <a:pt x="1188" y="1345"/>
                  </a:lnTo>
                  <a:lnTo>
                    <a:pt x="1032" y="1376"/>
                  </a:lnTo>
                  <a:lnTo>
                    <a:pt x="875" y="1345"/>
                  </a:lnTo>
                  <a:lnTo>
                    <a:pt x="782" y="1282"/>
                  </a:lnTo>
                  <a:lnTo>
                    <a:pt x="688" y="1157"/>
                  </a:lnTo>
                  <a:lnTo>
                    <a:pt x="657" y="1001"/>
                  </a:lnTo>
                  <a:lnTo>
                    <a:pt x="688" y="876"/>
                  </a:lnTo>
                  <a:lnTo>
                    <a:pt x="782" y="751"/>
                  </a:lnTo>
                  <a:lnTo>
                    <a:pt x="875" y="657"/>
                  </a:lnTo>
                  <a:close/>
                  <a:moveTo>
                    <a:pt x="813" y="0"/>
                  </a:moveTo>
                  <a:lnTo>
                    <a:pt x="625" y="63"/>
                  </a:lnTo>
                  <a:lnTo>
                    <a:pt x="469" y="157"/>
                  </a:lnTo>
                  <a:lnTo>
                    <a:pt x="313" y="282"/>
                  </a:lnTo>
                  <a:lnTo>
                    <a:pt x="188" y="438"/>
                  </a:lnTo>
                  <a:lnTo>
                    <a:pt x="94" y="626"/>
                  </a:lnTo>
                  <a:lnTo>
                    <a:pt x="31" y="813"/>
                  </a:lnTo>
                  <a:lnTo>
                    <a:pt x="0" y="1001"/>
                  </a:lnTo>
                  <a:lnTo>
                    <a:pt x="31" y="1219"/>
                  </a:lnTo>
                  <a:lnTo>
                    <a:pt x="94" y="1407"/>
                  </a:lnTo>
                  <a:lnTo>
                    <a:pt x="188" y="1595"/>
                  </a:lnTo>
                  <a:lnTo>
                    <a:pt x="313" y="1751"/>
                  </a:lnTo>
                  <a:lnTo>
                    <a:pt x="469" y="1876"/>
                  </a:lnTo>
                  <a:lnTo>
                    <a:pt x="625" y="1970"/>
                  </a:lnTo>
                  <a:lnTo>
                    <a:pt x="813" y="2032"/>
                  </a:lnTo>
                  <a:lnTo>
                    <a:pt x="1251" y="2032"/>
                  </a:lnTo>
                  <a:lnTo>
                    <a:pt x="1438" y="1970"/>
                  </a:lnTo>
                  <a:lnTo>
                    <a:pt x="1594" y="1876"/>
                  </a:lnTo>
                  <a:lnTo>
                    <a:pt x="1751" y="1751"/>
                  </a:lnTo>
                  <a:lnTo>
                    <a:pt x="1876" y="1595"/>
                  </a:lnTo>
                  <a:lnTo>
                    <a:pt x="1969" y="1407"/>
                  </a:lnTo>
                  <a:lnTo>
                    <a:pt x="2032" y="1219"/>
                  </a:lnTo>
                  <a:lnTo>
                    <a:pt x="2063" y="1001"/>
                  </a:lnTo>
                  <a:lnTo>
                    <a:pt x="2032" y="813"/>
                  </a:lnTo>
                  <a:lnTo>
                    <a:pt x="1969" y="626"/>
                  </a:lnTo>
                  <a:lnTo>
                    <a:pt x="1876" y="438"/>
                  </a:lnTo>
                  <a:lnTo>
                    <a:pt x="1751" y="282"/>
                  </a:lnTo>
                  <a:lnTo>
                    <a:pt x="1594" y="157"/>
                  </a:lnTo>
                  <a:lnTo>
                    <a:pt x="1438" y="63"/>
                  </a:lnTo>
                  <a:lnTo>
                    <a:pt x="1251"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
            <p:cNvSpPr/>
            <p:nvPr/>
          </p:nvSpPr>
          <p:spPr>
            <a:xfrm>
              <a:off x="3492053" y="3102474"/>
              <a:ext cx="310850" cy="310787"/>
            </a:xfrm>
            <a:custGeom>
              <a:rect b="b" l="l" r="r" t="t"/>
              <a:pathLst>
                <a:path extrusionOk="0" h="4939" w="4940">
                  <a:moveTo>
                    <a:pt x="2658" y="657"/>
                  </a:moveTo>
                  <a:lnTo>
                    <a:pt x="2845" y="688"/>
                  </a:lnTo>
                  <a:lnTo>
                    <a:pt x="3189" y="782"/>
                  </a:lnTo>
                  <a:lnTo>
                    <a:pt x="3502" y="969"/>
                  </a:lnTo>
                  <a:lnTo>
                    <a:pt x="3752" y="1188"/>
                  </a:lnTo>
                  <a:lnTo>
                    <a:pt x="3970" y="1438"/>
                  </a:lnTo>
                  <a:lnTo>
                    <a:pt x="4158" y="1751"/>
                  </a:lnTo>
                  <a:lnTo>
                    <a:pt x="4252" y="2094"/>
                  </a:lnTo>
                  <a:lnTo>
                    <a:pt x="4283" y="2282"/>
                  </a:lnTo>
                  <a:lnTo>
                    <a:pt x="4283" y="2470"/>
                  </a:lnTo>
                  <a:lnTo>
                    <a:pt x="4283" y="2657"/>
                  </a:lnTo>
                  <a:lnTo>
                    <a:pt x="4252" y="2845"/>
                  </a:lnTo>
                  <a:lnTo>
                    <a:pt x="4158" y="3157"/>
                  </a:lnTo>
                  <a:lnTo>
                    <a:pt x="3970" y="3470"/>
                  </a:lnTo>
                  <a:lnTo>
                    <a:pt x="3752" y="3751"/>
                  </a:lnTo>
                  <a:lnTo>
                    <a:pt x="3502" y="3970"/>
                  </a:lnTo>
                  <a:lnTo>
                    <a:pt x="3189" y="4126"/>
                  </a:lnTo>
                  <a:lnTo>
                    <a:pt x="2845" y="4251"/>
                  </a:lnTo>
                  <a:lnTo>
                    <a:pt x="2658" y="4282"/>
                  </a:lnTo>
                  <a:lnTo>
                    <a:pt x="2283" y="4282"/>
                  </a:lnTo>
                  <a:lnTo>
                    <a:pt x="2126" y="4251"/>
                  </a:lnTo>
                  <a:lnTo>
                    <a:pt x="1782" y="4126"/>
                  </a:lnTo>
                  <a:lnTo>
                    <a:pt x="1470" y="3970"/>
                  </a:lnTo>
                  <a:lnTo>
                    <a:pt x="1189" y="3751"/>
                  </a:lnTo>
                  <a:lnTo>
                    <a:pt x="970" y="3470"/>
                  </a:lnTo>
                  <a:lnTo>
                    <a:pt x="813" y="3157"/>
                  </a:lnTo>
                  <a:lnTo>
                    <a:pt x="688" y="2845"/>
                  </a:lnTo>
                  <a:lnTo>
                    <a:pt x="657" y="2657"/>
                  </a:lnTo>
                  <a:lnTo>
                    <a:pt x="657" y="2470"/>
                  </a:lnTo>
                  <a:lnTo>
                    <a:pt x="657" y="2282"/>
                  </a:lnTo>
                  <a:lnTo>
                    <a:pt x="688" y="2094"/>
                  </a:lnTo>
                  <a:lnTo>
                    <a:pt x="813" y="1751"/>
                  </a:lnTo>
                  <a:lnTo>
                    <a:pt x="970" y="1438"/>
                  </a:lnTo>
                  <a:lnTo>
                    <a:pt x="1189" y="1188"/>
                  </a:lnTo>
                  <a:lnTo>
                    <a:pt x="1470" y="969"/>
                  </a:lnTo>
                  <a:lnTo>
                    <a:pt x="1782" y="782"/>
                  </a:lnTo>
                  <a:lnTo>
                    <a:pt x="2126" y="688"/>
                  </a:lnTo>
                  <a:lnTo>
                    <a:pt x="2283" y="657"/>
                  </a:lnTo>
                  <a:close/>
                  <a:moveTo>
                    <a:pt x="2220" y="0"/>
                  </a:moveTo>
                  <a:lnTo>
                    <a:pt x="1970" y="31"/>
                  </a:lnTo>
                  <a:lnTo>
                    <a:pt x="1751" y="94"/>
                  </a:lnTo>
                  <a:lnTo>
                    <a:pt x="1532" y="188"/>
                  </a:lnTo>
                  <a:lnTo>
                    <a:pt x="1314" y="282"/>
                  </a:lnTo>
                  <a:lnTo>
                    <a:pt x="1095" y="407"/>
                  </a:lnTo>
                  <a:lnTo>
                    <a:pt x="907" y="563"/>
                  </a:lnTo>
                  <a:lnTo>
                    <a:pt x="720" y="719"/>
                  </a:lnTo>
                  <a:lnTo>
                    <a:pt x="563" y="907"/>
                  </a:lnTo>
                  <a:lnTo>
                    <a:pt x="438" y="1094"/>
                  </a:lnTo>
                  <a:lnTo>
                    <a:pt x="313" y="1282"/>
                  </a:lnTo>
                  <a:lnTo>
                    <a:pt x="188" y="1501"/>
                  </a:lnTo>
                  <a:lnTo>
                    <a:pt x="126" y="1719"/>
                  </a:lnTo>
                  <a:lnTo>
                    <a:pt x="63" y="1969"/>
                  </a:lnTo>
                  <a:lnTo>
                    <a:pt x="32" y="2219"/>
                  </a:lnTo>
                  <a:lnTo>
                    <a:pt x="1" y="2470"/>
                  </a:lnTo>
                  <a:lnTo>
                    <a:pt x="32" y="2720"/>
                  </a:lnTo>
                  <a:lnTo>
                    <a:pt x="63" y="2970"/>
                  </a:lnTo>
                  <a:lnTo>
                    <a:pt x="126" y="3188"/>
                  </a:lnTo>
                  <a:lnTo>
                    <a:pt x="188" y="3439"/>
                  </a:lnTo>
                  <a:lnTo>
                    <a:pt x="313" y="3657"/>
                  </a:lnTo>
                  <a:lnTo>
                    <a:pt x="438" y="3845"/>
                  </a:lnTo>
                  <a:lnTo>
                    <a:pt x="563" y="4032"/>
                  </a:lnTo>
                  <a:lnTo>
                    <a:pt x="720" y="4220"/>
                  </a:lnTo>
                  <a:lnTo>
                    <a:pt x="907" y="4376"/>
                  </a:lnTo>
                  <a:lnTo>
                    <a:pt x="1095" y="4501"/>
                  </a:lnTo>
                  <a:lnTo>
                    <a:pt x="1314" y="4626"/>
                  </a:lnTo>
                  <a:lnTo>
                    <a:pt x="1532" y="4751"/>
                  </a:lnTo>
                  <a:lnTo>
                    <a:pt x="1751" y="4814"/>
                  </a:lnTo>
                  <a:lnTo>
                    <a:pt x="1970" y="4876"/>
                  </a:lnTo>
                  <a:lnTo>
                    <a:pt x="2220" y="4939"/>
                  </a:lnTo>
                  <a:lnTo>
                    <a:pt x="2720" y="4939"/>
                  </a:lnTo>
                  <a:lnTo>
                    <a:pt x="2970" y="4876"/>
                  </a:lnTo>
                  <a:lnTo>
                    <a:pt x="3220" y="4814"/>
                  </a:lnTo>
                  <a:lnTo>
                    <a:pt x="3439" y="4751"/>
                  </a:lnTo>
                  <a:lnTo>
                    <a:pt x="3658" y="4626"/>
                  </a:lnTo>
                  <a:lnTo>
                    <a:pt x="3845" y="4501"/>
                  </a:lnTo>
                  <a:lnTo>
                    <a:pt x="4064" y="4376"/>
                  </a:lnTo>
                  <a:lnTo>
                    <a:pt x="4220" y="4220"/>
                  </a:lnTo>
                  <a:lnTo>
                    <a:pt x="4377" y="4032"/>
                  </a:lnTo>
                  <a:lnTo>
                    <a:pt x="4533" y="3845"/>
                  </a:lnTo>
                  <a:lnTo>
                    <a:pt x="4658" y="3657"/>
                  </a:lnTo>
                  <a:lnTo>
                    <a:pt x="4752" y="3439"/>
                  </a:lnTo>
                  <a:lnTo>
                    <a:pt x="4846" y="3188"/>
                  </a:lnTo>
                  <a:lnTo>
                    <a:pt x="4908" y="2970"/>
                  </a:lnTo>
                  <a:lnTo>
                    <a:pt x="4939" y="2720"/>
                  </a:lnTo>
                  <a:lnTo>
                    <a:pt x="4939" y="2470"/>
                  </a:lnTo>
                  <a:lnTo>
                    <a:pt x="4939" y="2219"/>
                  </a:lnTo>
                  <a:lnTo>
                    <a:pt x="4908" y="1969"/>
                  </a:lnTo>
                  <a:lnTo>
                    <a:pt x="4846" y="1719"/>
                  </a:lnTo>
                  <a:lnTo>
                    <a:pt x="4752" y="1501"/>
                  </a:lnTo>
                  <a:lnTo>
                    <a:pt x="4658" y="1282"/>
                  </a:lnTo>
                  <a:lnTo>
                    <a:pt x="4533" y="1094"/>
                  </a:lnTo>
                  <a:lnTo>
                    <a:pt x="4377" y="907"/>
                  </a:lnTo>
                  <a:lnTo>
                    <a:pt x="4220" y="719"/>
                  </a:lnTo>
                  <a:lnTo>
                    <a:pt x="4064" y="563"/>
                  </a:lnTo>
                  <a:lnTo>
                    <a:pt x="3845" y="407"/>
                  </a:lnTo>
                  <a:lnTo>
                    <a:pt x="3658" y="282"/>
                  </a:lnTo>
                  <a:lnTo>
                    <a:pt x="3439" y="188"/>
                  </a:lnTo>
                  <a:lnTo>
                    <a:pt x="3220" y="94"/>
                  </a:lnTo>
                  <a:lnTo>
                    <a:pt x="2970" y="31"/>
                  </a:lnTo>
                  <a:lnTo>
                    <a:pt x="2720"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
            <p:cNvSpPr/>
            <p:nvPr/>
          </p:nvSpPr>
          <p:spPr>
            <a:xfrm>
              <a:off x="3586504" y="3196860"/>
              <a:ext cx="123962" cy="122012"/>
            </a:xfrm>
            <a:custGeom>
              <a:rect b="b" l="l" r="r" t="t"/>
              <a:pathLst>
                <a:path extrusionOk="0" h="1939" w="1970">
                  <a:moveTo>
                    <a:pt x="782" y="1"/>
                  </a:moveTo>
                  <a:lnTo>
                    <a:pt x="594" y="63"/>
                  </a:lnTo>
                  <a:lnTo>
                    <a:pt x="438" y="157"/>
                  </a:lnTo>
                  <a:lnTo>
                    <a:pt x="281" y="282"/>
                  </a:lnTo>
                  <a:lnTo>
                    <a:pt x="156" y="407"/>
                  </a:lnTo>
                  <a:lnTo>
                    <a:pt x="63" y="594"/>
                  </a:lnTo>
                  <a:lnTo>
                    <a:pt x="31" y="782"/>
                  </a:lnTo>
                  <a:lnTo>
                    <a:pt x="0" y="970"/>
                  </a:lnTo>
                  <a:lnTo>
                    <a:pt x="31" y="1157"/>
                  </a:lnTo>
                  <a:lnTo>
                    <a:pt x="63" y="1345"/>
                  </a:lnTo>
                  <a:lnTo>
                    <a:pt x="156" y="1501"/>
                  </a:lnTo>
                  <a:lnTo>
                    <a:pt x="281" y="1657"/>
                  </a:lnTo>
                  <a:lnTo>
                    <a:pt x="438" y="1782"/>
                  </a:lnTo>
                  <a:lnTo>
                    <a:pt x="594" y="1876"/>
                  </a:lnTo>
                  <a:lnTo>
                    <a:pt x="782" y="1939"/>
                  </a:lnTo>
                  <a:lnTo>
                    <a:pt x="1188" y="1939"/>
                  </a:lnTo>
                  <a:lnTo>
                    <a:pt x="1344" y="1876"/>
                  </a:lnTo>
                  <a:lnTo>
                    <a:pt x="1532" y="1782"/>
                  </a:lnTo>
                  <a:lnTo>
                    <a:pt x="1657" y="1657"/>
                  </a:lnTo>
                  <a:lnTo>
                    <a:pt x="1782" y="1501"/>
                  </a:lnTo>
                  <a:lnTo>
                    <a:pt x="1876" y="1345"/>
                  </a:lnTo>
                  <a:lnTo>
                    <a:pt x="1938" y="1157"/>
                  </a:lnTo>
                  <a:lnTo>
                    <a:pt x="1969" y="970"/>
                  </a:lnTo>
                  <a:lnTo>
                    <a:pt x="1938" y="782"/>
                  </a:lnTo>
                  <a:lnTo>
                    <a:pt x="1876" y="594"/>
                  </a:lnTo>
                  <a:lnTo>
                    <a:pt x="1782" y="407"/>
                  </a:lnTo>
                  <a:lnTo>
                    <a:pt x="1657" y="282"/>
                  </a:lnTo>
                  <a:lnTo>
                    <a:pt x="1532" y="157"/>
                  </a:lnTo>
                  <a:lnTo>
                    <a:pt x="1344" y="63"/>
                  </a:lnTo>
                  <a:lnTo>
                    <a:pt x="1188"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4"/>
            <p:cNvSpPr/>
            <p:nvPr/>
          </p:nvSpPr>
          <p:spPr>
            <a:xfrm>
              <a:off x="1206562" y="2935285"/>
              <a:ext cx="90549" cy="90549"/>
            </a:xfrm>
            <a:custGeom>
              <a:rect b="b" l="l" r="r" t="t"/>
              <a:pathLst>
                <a:path extrusionOk="0" h="1439" w="1439">
                  <a:moveTo>
                    <a:pt x="720" y="0"/>
                  </a:moveTo>
                  <a:lnTo>
                    <a:pt x="470" y="469"/>
                  </a:lnTo>
                  <a:lnTo>
                    <a:pt x="1" y="719"/>
                  </a:lnTo>
                  <a:lnTo>
                    <a:pt x="470" y="1001"/>
                  </a:lnTo>
                  <a:lnTo>
                    <a:pt x="720" y="1438"/>
                  </a:lnTo>
                  <a:lnTo>
                    <a:pt x="970" y="1001"/>
                  </a:lnTo>
                  <a:lnTo>
                    <a:pt x="1439" y="719"/>
                  </a:lnTo>
                  <a:lnTo>
                    <a:pt x="970" y="469"/>
                  </a:lnTo>
                  <a:lnTo>
                    <a:pt x="720" y="0"/>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4"/>
            <p:cNvSpPr/>
            <p:nvPr/>
          </p:nvSpPr>
          <p:spPr>
            <a:xfrm>
              <a:off x="1159369" y="2730720"/>
              <a:ext cx="98415" cy="98415"/>
            </a:xfrm>
            <a:custGeom>
              <a:rect b="b" l="l" r="r" t="t"/>
              <a:pathLst>
                <a:path extrusionOk="0" h="1564" w="1564">
                  <a:moveTo>
                    <a:pt x="782" y="1"/>
                  </a:moveTo>
                  <a:lnTo>
                    <a:pt x="501" y="501"/>
                  </a:lnTo>
                  <a:lnTo>
                    <a:pt x="0" y="782"/>
                  </a:lnTo>
                  <a:lnTo>
                    <a:pt x="501" y="1063"/>
                  </a:lnTo>
                  <a:lnTo>
                    <a:pt x="782" y="1563"/>
                  </a:lnTo>
                  <a:lnTo>
                    <a:pt x="1063" y="1063"/>
                  </a:lnTo>
                  <a:lnTo>
                    <a:pt x="1563" y="782"/>
                  </a:lnTo>
                  <a:lnTo>
                    <a:pt x="1063" y="501"/>
                  </a:lnTo>
                  <a:lnTo>
                    <a:pt x="782"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4"/>
            <p:cNvSpPr/>
            <p:nvPr/>
          </p:nvSpPr>
          <p:spPr>
            <a:xfrm>
              <a:off x="769927" y="3253932"/>
              <a:ext cx="74818" cy="72804"/>
            </a:xfrm>
            <a:custGeom>
              <a:rect b="b" l="l" r="r" t="t"/>
              <a:pathLst>
                <a:path extrusionOk="0" h="1157" w="1189">
                  <a:moveTo>
                    <a:pt x="594" y="0"/>
                  </a:moveTo>
                  <a:lnTo>
                    <a:pt x="407" y="375"/>
                  </a:lnTo>
                  <a:lnTo>
                    <a:pt x="1" y="594"/>
                  </a:lnTo>
                  <a:lnTo>
                    <a:pt x="407" y="781"/>
                  </a:lnTo>
                  <a:lnTo>
                    <a:pt x="594" y="1157"/>
                  </a:lnTo>
                  <a:lnTo>
                    <a:pt x="813" y="781"/>
                  </a:lnTo>
                  <a:lnTo>
                    <a:pt x="1188" y="594"/>
                  </a:lnTo>
                  <a:lnTo>
                    <a:pt x="813" y="375"/>
                  </a:lnTo>
                  <a:lnTo>
                    <a:pt x="594" y="0"/>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4"/>
            <p:cNvSpPr/>
            <p:nvPr/>
          </p:nvSpPr>
          <p:spPr>
            <a:xfrm>
              <a:off x="726635" y="3078877"/>
              <a:ext cx="88598" cy="88535"/>
            </a:xfrm>
            <a:custGeom>
              <a:rect b="b" l="l" r="r" t="t"/>
              <a:pathLst>
                <a:path extrusionOk="0" h="1407" w="1408">
                  <a:moveTo>
                    <a:pt x="689" y="0"/>
                  </a:moveTo>
                  <a:lnTo>
                    <a:pt x="438" y="438"/>
                  </a:lnTo>
                  <a:lnTo>
                    <a:pt x="1" y="688"/>
                  </a:lnTo>
                  <a:lnTo>
                    <a:pt x="438" y="938"/>
                  </a:lnTo>
                  <a:lnTo>
                    <a:pt x="689" y="1407"/>
                  </a:lnTo>
                  <a:lnTo>
                    <a:pt x="939" y="938"/>
                  </a:lnTo>
                  <a:lnTo>
                    <a:pt x="1407" y="688"/>
                  </a:lnTo>
                  <a:lnTo>
                    <a:pt x="939" y="438"/>
                  </a:lnTo>
                  <a:lnTo>
                    <a:pt x="689" y="0"/>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4"/>
            <p:cNvSpPr/>
            <p:nvPr/>
          </p:nvSpPr>
          <p:spPr>
            <a:xfrm>
              <a:off x="1599968" y="2939186"/>
              <a:ext cx="94450" cy="94513"/>
            </a:xfrm>
            <a:custGeom>
              <a:rect b="b" l="l" r="r" t="t"/>
              <a:pathLst>
                <a:path extrusionOk="0" h="1502" w="1501">
                  <a:moveTo>
                    <a:pt x="750" y="1"/>
                  </a:moveTo>
                  <a:lnTo>
                    <a:pt x="500" y="501"/>
                  </a:lnTo>
                  <a:lnTo>
                    <a:pt x="0" y="751"/>
                  </a:lnTo>
                  <a:lnTo>
                    <a:pt x="500" y="1032"/>
                  </a:lnTo>
                  <a:lnTo>
                    <a:pt x="750" y="1501"/>
                  </a:lnTo>
                  <a:lnTo>
                    <a:pt x="1032" y="1032"/>
                  </a:lnTo>
                  <a:lnTo>
                    <a:pt x="1500" y="751"/>
                  </a:lnTo>
                  <a:lnTo>
                    <a:pt x="1032" y="501"/>
                  </a:lnTo>
                  <a:lnTo>
                    <a:pt x="750"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4"/>
            <p:cNvSpPr/>
            <p:nvPr/>
          </p:nvSpPr>
          <p:spPr>
            <a:xfrm>
              <a:off x="2907923" y="3076864"/>
              <a:ext cx="90549" cy="92500"/>
            </a:xfrm>
            <a:custGeom>
              <a:rect b="b" l="l" r="r" t="t"/>
              <a:pathLst>
                <a:path extrusionOk="0" h="1470" w="1439">
                  <a:moveTo>
                    <a:pt x="719" y="1"/>
                  </a:moveTo>
                  <a:lnTo>
                    <a:pt x="469" y="470"/>
                  </a:lnTo>
                  <a:lnTo>
                    <a:pt x="0" y="720"/>
                  </a:lnTo>
                  <a:lnTo>
                    <a:pt x="469" y="1001"/>
                  </a:lnTo>
                  <a:lnTo>
                    <a:pt x="719" y="1470"/>
                  </a:lnTo>
                  <a:lnTo>
                    <a:pt x="969" y="1001"/>
                  </a:lnTo>
                  <a:lnTo>
                    <a:pt x="1438" y="720"/>
                  </a:lnTo>
                  <a:lnTo>
                    <a:pt x="969" y="470"/>
                  </a:lnTo>
                  <a:lnTo>
                    <a:pt x="719"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
            <p:cNvSpPr/>
            <p:nvPr/>
          </p:nvSpPr>
          <p:spPr>
            <a:xfrm>
              <a:off x="2795791" y="2884128"/>
              <a:ext cx="98415" cy="96464"/>
            </a:xfrm>
            <a:custGeom>
              <a:rect b="b" l="l" r="r" t="t"/>
              <a:pathLst>
                <a:path extrusionOk="0" h="1533" w="1564">
                  <a:moveTo>
                    <a:pt x="782" y="1"/>
                  </a:moveTo>
                  <a:lnTo>
                    <a:pt x="501" y="501"/>
                  </a:lnTo>
                  <a:lnTo>
                    <a:pt x="1" y="782"/>
                  </a:lnTo>
                  <a:lnTo>
                    <a:pt x="501" y="1032"/>
                  </a:lnTo>
                  <a:lnTo>
                    <a:pt x="782" y="1532"/>
                  </a:lnTo>
                  <a:lnTo>
                    <a:pt x="1063" y="1032"/>
                  </a:lnTo>
                  <a:lnTo>
                    <a:pt x="1563" y="782"/>
                  </a:lnTo>
                  <a:lnTo>
                    <a:pt x="1063" y="501"/>
                  </a:lnTo>
                  <a:lnTo>
                    <a:pt x="782"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
            <p:cNvSpPr/>
            <p:nvPr/>
          </p:nvSpPr>
          <p:spPr>
            <a:xfrm>
              <a:off x="3403581" y="2937236"/>
              <a:ext cx="98415" cy="98415"/>
            </a:xfrm>
            <a:custGeom>
              <a:rect b="b" l="l" r="r" t="t"/>
              <a:pathLst>
                <a:path extrusionOk="0" h="1564" w="1564">
                  <a:moveTo>
                    <a:pt x="782" y="1"/>
                  </a:moveTo>
                  <a:lnTo>
                    <a:pt x="500" y="501"/>
                  </a:lnTo>
                  <a:lnTo>
                    <a:pt x="0" y="782"/>
                  </a:lnTo>
                  <a:lnTo>
                    <a:pt x="500" y="1063"/>
                  </a:lnTo>
                  <a:lnTo>
                    <a:pt x="782" y="1563"/>
                  </a:lnTo>
                  <a:lnTo>
                    <a:pt x="1063" y="1063"/>
                  </a:lnTo>
                  <a:lnTo>
                    <a:pt x="1563" y="782"/>
                  </a:lnTo>
                  <a:lnTo>
                    <a:pt x="1063" y="501"/>
                  </a:lnTo>
                  <a:lnTo>
                    <a:pt x="782"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
            <p:cNvSpPr/>
            <p:nvPr/>
          </p:nvSpPr>
          <p:spPr>
            <a:xfrm>
              <a:off x="3293400" y="3078877"/>
              <a:ext cx="88598" cy="88535"/>
            </a:xfrm>
            <a:custGeom>
              <a:rect b="b" l="l" r="r" t="t"/>
              <a:pathLst>
                <a:path extrusionOk="0" h="1407" w="1408">
                  <a:moveTo>
                    <a:pt x="688" y="0"/>
                  </a:moveTo>
                  <a:lnTo>
                    <a:pt x="438" y="438"/>
                  </a:lnTo>
                  <a:lnTo>
                    <a:pt x="1" y="688"/>
                  </a:lnTo>
                  <a:lnTo>
                    <a:pt x="438" y="938"/>
                  </a:lnTo>
                  <a:lnTo>
                    <a:pt x="688" y="1407"/>
                  </a:lnTo>
                  <a:lnTo>
                    <a:pt x="938" y="938"/>
                  </a:lnTo>
                  <a:lnTo>
                    <a:pt x="1407" y="688"/>
                  </a:lnTo>
                  <a:lnTo>
                    <a:pt x="938" y="438"/>
                  </a:lnTo>
                  <a:lnTo>
                    <a:pt x="688" y="0"/>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
            <p:cNvSpPr/>
            <p:nvPr/>
          </p:nvSpPr>
          <p:spPr>
            <a:xfrm>
              <a:off x="3635648" y="3521421"/>
              <a:ext cx="78719" cy="80670"/>
            </a:xfrm>
            <a:custGeom>
              <a:rect b="b" l="l" r="r" t="t"/>
              <a:pathLst>
                <a:path extrusionOk="0" h="1282" w="1251">
                  <a:moveTo>
                    <a:pt x="626" y="0"/>
                  </a:moveTo>
                  <a:lnTo>
                    <a:pt x="407" y="406"/>
                  </a:lnTo>
                  <a:lnTo>
                    <a:pt x="1" y="656"/>
                  </a:lnTo>
                  <a:lnTo>
                    <a:pt x="407" y="875"/>
                  </a:lnTo>
                  <a:lnTo>
                    <a:pt x="626" y="1282"/>
                  </a:lnTo>
                  <a:lnTo>
                    <a:pt x="844" y="875"/>
                  </a:lnTo>
                  <a:lnTo>
                    <a:pt x="1251" y="656"/>
                  </a:lnTo>
                  <a:lnTo>
                    <a:pt x="844" y="406"/>
                  </a:lnTo>
                  <a:lnTo>
                    <a:pt x="626" y="0"/>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
            <p:cNvSpPr/>
            <p:nvPr/>
          </p:nvSpPr>
          <p:spPr>
            <a:xfrm>
              <a:off x="880046" y="3574529"/>
              <a:ext cx="53172" cy="53109"/>
            </a:xfrm>
            <a:custGeom>
              <a:rect b="b" l="l" r="r" t="t"/>
              <a:pathLst>
                <a:path extrusionOk="0" h="844" w="845">
                  <a:moveTo>
                    <a:pt x="407" y="0"/>
                  </a:moveTo>
                  <a:lnTo>
                    <a:pt x="282" y="281"/>
                  </a:lnTo>
                  <a:lnTo>
                    <a:pt x="1" y="438"/>
                  </a:lnTo>
                  <a:lnTo>
                    <a:pt x="282" y="563"/>
                  </a:lnTo>
                  <a:lnTo>
                    <a:pt x="407" y="844"/>
                  </a:lnTo>
                  <a:lnTo>
                    <a:pt x="564" y="563"/>
                  </a:lnTo>
                  <a:lnTo>
                    <a:pt x="845" y="438"/>
                  </a:lnTo>
                  <a:lnTo>
                    <a:pt x="564" y="281"/>
                  </a:lnTo>
                  <a:lnTo>
                    <a:pt x="407" y="0"/>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4"/>
            <p:cNvSpPr/>
            <p:nvPr/>
          </p:nvSpPr>
          <p:spPr>
            <a:xfrm>
              <a:off x="720783" y="3440752"/>
              <a:ext cx="100365" cy="98415"/>
            </a:xfrm>
            <a:custGeom>
              <a:rect b="b" l="l" r="r" t="t"/>
              <a:pathLst>
                <a:path extrusionOk="0" h="1564" w="1595">
                  <a:moveTo>
                    <a:pt x="782" y="1"/>
                  </a:moveTo>
                  <a:lnTo>
                    <a:pt x="531" y="501"/>
                  </a:lnTo>
                  <a:lnTo>
                    <a:pt x="0" y="782"/>
                  </a:lnTo>
                  <a:lnTo>
                    <a:pt x="531" y="1063"/>
                  </a:lnTo>
                  <a:lnTo>
                    <a:pt x="782" y="1563"/>
                  </a:lnTo>
                  <a:lnTo>
                    <a:pt x="1063" y="1063"/>
                  </a:lnTo>
                  <a:lnTo>
                    <a:pt x="1594" y="782"/>
                  </a:lnTo>
                  <a:lnTo>
                    <a:pt x="1063" y="501"/>
                  </a:lnTo>
                  <a:lnTo>
                    <a:pt x="782"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9" name="Google Shape;329;p4"/>
          <p:cNvSpPr/>
          <p:nvPr/>
        </p:nvSpPr>
        <p:spPr>
          <a:xfrm>
            <a:off x="3029871" y="4426008"/>
            <a:ext cx="255727" cy="70854"/>
          </a:xfrm>
          <a:custGeom>
            <a:rect b="b" l="l" r="r" t="t"/>
            <a:pathLst>
              <a:path extrusionOk="0" h="1126" w="4064">
                <a:moveTo>
                  <a:pt x="469" y="1"/>
                </a:moveTo>
                <a:lnTo>
                  <a:pt x="375" y="32"/>
                </a:lnTo>
                <a:lnTo>
                  <a:pt x="282" y="94"/>
                </a:lnTo>
                <a:lnTo>
                  <a:pt x="188" y="157"/>
                </a:lnTo>
                <a:lnTo>
                  <a:pt x="125" y="251"/>
                </a:lnTo>
                <a:lnTo>
                  <a:pt x="63" y="345"/>
                </a:lnTo>
                <a:lnTo>
                  <a:pt x="32" y="438"/>
                </a:lnTo>
                <a:lnTo>
                  <a:pt x="0" y="563"/>
                </a:lnTo>
                <a:lnTo>
                  <a:pt x="32" y="688"/>
                </a:lnTo>
                <a:lnTo>
                  <a:pt x="63" y="782"/>
                </a:lnTo>
                <a:lnTo>
                  <a:pt x="125" y="876"/>
                </a:lnTo>
                <a:lnTo>
                  <a:pt x="188" y="970"/>
                </a:lnTo>
                <a:lnTo>
                  <a:pt x="282" y="1032"/>
                </a:lnTo>
                <a:lnTo>
                  <a:pt x="375" y="1095"/>
                </a:lnTo>
                <a:lnTo>
                  <a:pt x="469" y="1126"/>
                </a:lnTo>
                <a:lnTo>
                  <a:pt x="3595" y="1126"/>
                </a:lnTo>
                <a:lnTo>
                  <a:pt x="3689" y="1095"/>
                </a:lnTo>
                <a:lnTo>
                  <a:pt x="3782" y="1032"/>
                </a:lnTo>
                <a:lnTo>
                  <a:pt x="3876" y="970"/>
                </a:lnTo>
                <a:lnTo>
                  <a:pt x="3939" y="876"/>
                </a:lnTo>
                <a:lnTo>
                  <a:pt x="4001" y="782"/>
                </a:lnTo>
                <a:lnTo>
                  <a:pt x="4032" y="688"/>
                </a:lnTo>
                <a:lnTo>
                  <a:pt x="4064" y="563"/>
                </a:lnTo>
                <a:lnTo>
                  <a:pt x="4032" y="438"/>
                </a:lnTo>
                <a:lnTo>
                  <a:pt x="4001" y="345"/>
                </a:lnTo>
                <a:lnTo>
                  <a:pt x="3939" y="251"/>
                </a:lnTo>
                <a:lnTo>
                  <a:pt x="3876" y="157"/>
                </a:lnTo>
                <a:lnTo>
                  <a:pt x="3782" y="94"/>
                </a:lnTo>
                <a:lnTo>
                  <a:pt x="3689" y="32"/>
                </a:lnTo>
                <a:lnTo>
                  <a:pt x="3595"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4"/>
          <p:cNvSpPr/>
          <p:nvPr/>
        </p:nvSpPr>
        <p:spPr>
          <a:xfrm>
            <a:off x="581090" y="4390645"/>
            <a:ext cx="3243469" cy="35427"/>
          </a:xfrm>
          <a:custGeom>
            <a:rect b="b" l="l" r="r" t="t"/>
            <a:pathLst>
              <a:path extrusionOk="0" h="563" w="51545">
                <a:moveTo>
                  <a:pt x="282" y="0"/>
                </a:moveTo>
                <a:lnTo>
                  <a:pt x="188" y="31"/>
                </a:lnTo>
                <a:lnTo>
                  <a:pt x="95" y="94"/>
                </a:lnTo>
                <a:lnTo>
                  <a:pt x="32" y="156"/>
                </a:lnTo>
                <a:lnTo>
                  <a:pt x="1" y="281"/>
                </a:lnTo>
                <a:lnTo>
                  <a:pt x="32" y="375"/>
                </a:lnTo>
                <a:lnTo>
                  <a:pt x="95" y="469"/>
                </a:lnTo>
                <a:lnTo>
                  <a:pt x="188" y="531"/>
                </a:lnTo>
                <a:lnTo>
                  <a:pt x="282" y="563"/>
                </a:lnTo>
                <a:lnTo>
                  <a:pt x="51263" y="563"/>
                </a:lnTo>
                <a:lnTo>
                  <a:pt x="51357" y="531"/>
                </a:lnTo>
                <a:lnTo>
                  <a:pt x="51450" y="469"/>
                </a:lnTo>
                <a:lnTo>
                  <a:pt x="51513" y="375"/>
                </a:lnTo>
                <a:lnTo>
                  <a:pt x="51544" y="281"/>
                </a:lnTo>
                <a:lnTo>
                  <a:pt x="51513" y="156"/>
                </a:lnTo>
                <a:lnTo>
                  <a:pt x="51450" y="94"/>
                </a:lnTo>
                <a:lnTo>
                  <a:pt x="51357" y="31"/>
                </a:lnTo>
                <a:lnTo>
                  <a:pt x="51263" y="0"/>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4"/>
          <p:cNvSpPr/>
          <p:nvPr/>
        </p:nvSpPr>
        <p:spPr>
          <a:xfrm>
            <a:off x="1767159" y="4390645"/>
            <a:ext cx="1060160" cy="98352"/>
          </a:xfrm>
          <a:custGeom>
            <a:rect b="b" l="l" r="r" t="t"/>
            <a:pathLst>
              <a:path extrusionOk="0" h="1563" w="16848">
                <a:moveTo>
                  <a:pt x="625" y="0"/>
                </a:moveTo>
                <a:lnTo>
                  <a:pt x="469" y="63"/>
                </a:lnTo>
                <a:lnTo>
                  <a:pt x="344" y="125"/>
                </a:lnTo>
                <a:lnTo>
                  <a:pt x="219" y="219"/>
                </a:lnTo>
                <a:lnTo>
                  <a:pt x="125" y="344"/>
                </a:lnTo>
                <a:lnTo>
                  <a:pt x="63" y="469"/>
                </a:lnTo>
                <a:lnTo>
                  <a:pt x="31" y="625"/>
                </a:lnTo>
                <a:lnTo>
                  <a:pt x="0" y="781"/>
                </a:lnTo>
                <a:lnTo>
                  <a:pt x="31" y="938"/>
                </a:lnTo>
                <a:lnTo>
                  <a:pt x="63" y="1094"/>
                </a:lnTo>
                <a:lnTo>
                  <a:pt x="125" y="1219"/>
                </a:lnTo>
                <a:lnTo>
                  <a:pt x="219" y="1344"/>
                </a:lnTo>
                <a:lnTo>
                  <a:pt x="344" y="1438"/>
                </a:lnTo>
                <a:lnTo>
                  <a:pt x="469" y="1500"/>
                </a:lnTo>
                <a:lnTo>
                  <a:pt x="625" y="1563"/>
                </a:lnTo>
                <a:lnTo>
                  <a:pt x="16223" y="1563"/>
                </a:lnTo>
                <a:lnTo>
                  <a:pt x="16379" y="1500"/>
                </a:lnTo>
                <a:lnTo>
                  <a:pt x="16504" y="1438"/>
                </a:lnTo>
                <a:lnTo>
                  <a:pt x="16629" y="1344"/>
                </a:lnTo>
                <a:lnTo>
                  <a:pt x="16723" y="1219"/>
                </a:lnTo>
                <a:lnTo>
                  <a:pt x="16785" y="1094"/>
                </a:lnTo>
                <a:lnTo>
                  <a:pt x="16816" y="938"/>
                </a:lnTo>
                <a:lnTo>
                  <a:pt x="16848" y="781"/>
                </a:lnTo>
                <a:lnTo>
                  <a:pt x="16816" y="625"/>
                </a:lnTo>
                <a:lnTo>
                  <a:pt x="16785" y="469"/>
                </a:lnTo>
                <a:lnTo>
                  <a:pt x="16723" y="344"/>
                </a:lnTo>
                <a:lnTo>
                  <a:pt x="16629" y="219"/>
                </a:lnTo>
                <a:lnTo>
                  <a:pt x="16504" y="125"/>
                </a:lnTo>
                <a:lnTo>
                  <a:pt x="16379" y="63"/>
                </a:lnTo>
                <a:lnTo>
                  <a:pt x="16223" y="0"/>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4"/>
          <p:cNvSpPr/>
          <p:nvPr/>
        </p:nvSpPr>
        <p:spPr>
          <a:xfrm>
            <a:off x="675540" y="4408327"/>
            <a:ext cx="293105" cy="80670"/>
          </a:xfrm>
          <a:custGeom>
            <a:rect b="b" l="l" r="r" t="t"/>
            <a:pathLst>
              <a:path extrusionOk="0" h="1282" w="4658">
                <a:moveTo>
                  <a:pt x="532" y="0"/>
                </a:moveTo>
                <a:lnTo>
                  <a:pt x="407" y="32"/>
                </a:lnTo>
                <a:lnTo>
                  <a:pt x="281" y="94"/>
                </a:lnTo>
                <a:lnTo>
                  <a:pt x="188" y="188"/>
                </a:lnTo>
                <a:lnTo>
                  <a:pt x="125" y="282"/>
                </a:lnTo>
                <a:lnTo>
                  <a:pt x="63" y="375"/>
                </a:lnTo>
                <a:lnTo>
                  <a:pt x="31" y="500"/>
                </a:lnTo>
                <a:lnTo>
                  <a:pt x="0" y="626"/>
                </a:lnTo>
                <a:lnTo>
                  <a:pt x="31" y="782"/>
                </a:lnTo>
                <a:lnTo>
                  <a:pt x="63" y="876"/>
                </a:lnTo>
                <a:lnTo>
                  <a:pt x="125" y="1001"/>
                </a:lnTo>
                <a:lnTo>
                  <a:pt x="188" y="1094"/>
                </a:lnTo>
                <a:lnTo>
                  <a:pt x="281" y="1188"/>
                </a:lnTo>
                <a:lnTo>
                  <a:pt x="407" y="1219"/>
                </a:lnTo>
                <a:lnTo>
                  <a:pt x="532" y="1282"/>
                </a:lnTo>
                <a:lnTo>
                  <a:pt x="4157" y="1282"/>
                </a:lnTo>
                <a:lnTo>
                  <a:pt x="4251" y="1219"/>
                </a:lnTo>
                <a:lnTo>
                  <a:pt x="4376" y="1188"/>
                </a:lnTo>
                <a:lnTo>
                  <a:pt x="4470" y="1094"/>
                </a:lnTo>
                <a:lnTo>
                  <a:pt x="4564" y="1001"/>
                </a:lnTo>
                <a:lnTo>
                  <a:pt x="4595" y="876"/>
                </a:lnTo>
                <a:lnTo>
                  <a:pt x="4658" y="782"/>
                </a:lnTo>
                <a:lnTo>
                  <a:pt x="4658" y="626"/>
                </a:lnTo>
                <a:lnTo>
                  <a:pt x="4658" y="500"/>
                </a:lnTo>
                <a:lnTo>
                  <a:pt x="4595" y="375"/>
                </a:lnTo>
                <a:lnTo>
                  <a:pt x="4564" y="282"/>
                </a:lnTo>
                <a:lnTo>
                  <a:pt x="4470" y="188"/>
                </a:lnTo>
                <a:lnTo>
                  <a:pt x="4376" y="94"/>
                </a:lnTo>
                <a:lnTo>
                  <a:pt x="4251" y="32"/>
                </a:lnTo>
                <a:lnTo>
                  <a:pt x="4157" y="0"/>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
          <p:cNvSpPr/>
          <p:nvPr/>
        </p:nvSpPr>
        <p:spPr>
          <a:xfrm>
            <a:off x="3466506" y="4227358"/>
            <a:ext cx="147559" cy="127927"/>
          </a:xfrm>
          <a:custGeom>
            <a:rect b="b" l="l" r="r" t="t"/>
            <a:pathLst>
              <a:path extrusionOk="0" h="2033" w="2345">
                <a:moveTo>
                  <a:pt x="1188" y="1"/>
                </a:moveTo>
                <a:lnTo>
                  <a:pt x="0" y="2032"/>
                </a:lnTo>
                <a:lnTo>
                  <a:pt x="2345" y="2032"/>
                </a:lnTo>
                <a:lnTo>
                  <a:pt x="2282" y="1751"/>
                </a:lnTo>
                <a:lnTo>
                  <a:pt x="2188" y="1439"/>
                </a:lnTo>
                <a:lnTo>
                  <a:pt x="2095" y="1157"/>
                </a:lnTo>
                <a:lnTo>
                  <a:pt x="1938" y="907"/>
                </a:lnTo>
                <a:lnTo>
                  <a:pt x="1782" y="657"/>
                </a:lnTo>
                <a:lnTo>
                  <a:pt x="1595" y="438"/>
                </a:lnTo>
                <a:lnTo>
                  <a:pt x="1407" y="219"/>
                </a:lnTo>
                <a:lnTo>
                  <a:pt x="1188"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4"/>
          <p:cNvSpPr/>
          <p:nvPr/>
        </p:nvSpPr>
        <p:spPr>
          <a:xfrm>
            <a:off x="3332728" y="4180165"/>
            <a:ext cx="147622" cy="139693"/>
          </a:xfrm>
          <a:custGeom>
            <a:rect b="b" l="l" r="r" t="t"/>
            <a:pathLst>
              <a:path extrusionOk="0" h="2220" w="2346">
                <a:moveTo>
                  <a:pt x="876" y="0"/>
                </a:moveTo>
                <a:lnTo>
                  <a:pt x="564" y="63"/>
                </a:lnTo>
                <a:lnTo>
                  <a:pt x="282" y="126"/>
                </a:lnTo>
                <a:lnTo>
                  <a:pt x="1" y="219"/>
                </a:lnTo>
                <a:lnTo>
                  <a:pt x="1189" y="2220"/>
                </a:lnTo>
                <a:lnTo>
                  <a:pt x="2345" y="219"/>
                </a:lnTo>
                <a:lnTo>
                  <a:pt x="2064" y="126"/>
                </a:lnTo>
                <a:lnTo>
                  <a:pt x="1783" y="63"/>
                </a:lnTo>
                <a:lnTo>
                  <a:pt x="1470" y="0"/>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4"/>
          <p:cNvSpPr/>
          <p:nvPr/>
        </p:nvSpPr>
        <p:spPr>
          <a:xfrm>
            <a:off x="3199013" y="4227358"/>
            <a:ext cx="147559" cy="127927"/>
          </a:xfrm>
          <a:custGeom>
            <a:rect b="b" l="l" r="r" t="t"/>
            <a:pathLst>
              <a:path extrusionOk="0" h="2033" w="2345">
                <a:moveTo>
                  <a:pt x="1157" y="1"/>
                </a:moveTo>
                <a:lnTo>
                  <a:pt x="938" y="219"/>
                </a:lnTo>
                <a:lnTo>
                  <a:pt x="751" y="438"/>
                </a:lnTo>
                <a:lnTo>
                  <a:pt x="563" y="657"/>
                </a:lnTo>
                <a:lnTo>
                  <a:pt x="407" y="907"/>
                </a:lnTo>
                <a:lnTo>
                  <a:pt x="282" y="1188"/>
                </a:lnTo>
                <a:lnTo>
                  <a:pt x="157" y="1439"/>
                </a:lnTo>
                <a:lnTo>
                  <a:pt x="63" y="1751"/>
                </a:lnTo>
                <a:lnTo>
                  <a:pt x="0" y="2032"/>
                </a:lnTo>
                <a:lnTo>
                  <a:pt x="2345" y="2032"/>
                </a:lnTo>
                <a:lnTo>
                  <a:pt x="1157"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4"/>
          <p:cNvSpPr/>
          <p:nvPr/>
        </p:nvSpPr>
        <p:spPr>
          <a:xfrm>
            <a:off x="3199013" y="4426008"/>
            <a:ext cx="147559" cy="127927"/>
          </a:xfrm>
          <a:custGeom>
            <a:rect b="b" l="l" r="r" t="t"/>
            <a:pathLst>
              <a:path extrusionOk="0" h="2033" w="2345">
                <a:moveTo>
                  <a:pt x="0" y="1"/>
                </a:moveTo>
                <a:lnTo>
                  <a:pt x="63" y="313"/>
                </a:lnTo>
                <a:lnTo>
                  <a:pt x="157" y="595"/>
                </a:lnTo>
                <a:lnTo>
                  <a:pt x="344" y="1001"/>
                </a:lnTo>
                <a:lnTo>
                  <a:pt x="563" y="1376"/>
                </a:lnTo>
                <a:lnTo>
                  <a:pt x="844" y="1720"/>
                </a:lnTo>
                <a:lnTo>
                  <a:pt x="1188" y="2032"/>
                </a:lnTo>
                <a:lnTo>
                  <a:pt x="2001" y="595"/>
                </a:lnTo>
                <a:lnTo>
                  <a:pt x="2345"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4"/>
          <p:cNvSpPr/>
          <p:nvPr/>
        </p:nvSpPr>
        <p:spPr>
          <a:xfrm>
            <a:off x="3332728" y="4463385"/>
            <a:ext cx="147622" cy="137743"/>
          </a:xfrm>
          <a:custGeom>
            <a:rect b="b" l="l" r="r" t="t"/>
            <a:pathLst>
              <a:path extrusionOk="0" h="2189" w="2346">
                <a:moveTo>
                  <a:pt x="1157" y="1"/>
                </a:moveTo>
                <a:lnTo>
                  <a:pt x="1" y="1970"/>
                </a:lnTo>
                <a:lnTo>
                  <a:pt x="282" y="2064"/>
                </a:lnTo>
                <a:lnTo>
                  <a:pt x="564" y="2126"/>
                </a:lnTo>
                <a:lnTo>
                  <a:pt x="876" y="2189"/>
                </a:lnTo>
                <a:lnTo>
                  <a:pt x="1470" y="2189"/>
                </a:lnTo>
                <a:lnTo>
                  <a:pt x="1783" y="2126"/>
                </a:lnTo>
                <a:lnTo>
                  <a:pt x="2064" y="2064"/>
                </a:lnTo>
                <a:lnTo>
                  <a:pt x="2345" y="1970"/>
                </a:lnTo>
                <a:lnTo>
                  <a:pt x="1220"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4"/>
          <p:cNvSpPr/>
          <p:nvPr/>
        </p:nvSpPr>
        <p:spPr>
          <a:xfrm>
            <a:off x="3169501" y="4154618"/>
            <a:ext cx="474077" cy="472063"/>
          </a:xfrm>
          <a:custGeom>
            <a:rect b="b" l="l" r="r" t="t"/>
            <a:pathLst>
              <a:path extrusionOk="0" h="7502" w="7534">
                <a:moveTo>
                  <a:pt x="4064" y="406"/>
                </a:moveTo>
                <a:lnTo>
                  <a:pt x="4377" y="469"/>
                </a:lnTo>
                <a:lnTo>
                  <a:pt x="4658" y="532"/>
                </a:lnTo>
                <a:lnTo>
                  <a:pt x="4939" y="625"/>
                </a:lnTo>
                <a:lnTo>
                  <a:pt x="3783" y="2626"/>
                </a:lnTo>
                <a:lnTo>
                  <a:pt x="2595" y="625"/>
                </a:lnTo>
                <a:lnTo>
                  <a:pt x="2876" y="532"/>
                </a:lnTo>
                <a:lnTo>
                  <a:pt x="3158" y="469"/>
                </a:lnTo>
                <a:lnTo>
                  <a:pt x="3470" y="406"/>
                </a:lnTo>
                <a:close/>
                <a:moveTo>
                  <a:pt x="1626" y="1157"/>
                </a:moveTo>
                <a:lnTo>
                  <a:pt x="2814" y="3188"/>
                </a:lnTo>
                <a:lnTo>
                  <a:pt x="469" y="3188"/>
                </a:lnTo>
                <a:lnTo>
                  <a:pt x="532" y="2907"/>
                </a:lnTo>
                <a:lnTo>
                  <a:pt x="626" y="2595"/>
                </a:lnTo>
                <a:lnTo>
                  <a:pt x="751" y="2344"/>
                </a:lnTo>
                <a:lnTo>
                  <a:pt x="876" y="2063"/>
                </a:lnTo>
                <a:lnTo>
                  <a:pt x="1032" y="1813"/>
                </a:lnTo>
                <a:lnTo>
                  <a:pt x="1220" y="1594"/>
                </a:lnTo>
                <a:lnTo>
                  <a:pt x="1407" y="1375"/>
                </a:lnTo>
                <a:lnTo>
                  <a:pt x="1626" y="1157"/>
                </a:lnTo>
                <a:close/>
                <a:moveTo>
                  <a:pt x="5908" y="1157"/>
                </a:moveTo>
                <a:lnTo>
                  <a:pt x="6127" y="1375"/>
                </a:lnTo>
                <a:lnTo>
                  <a:pt x="6315" y="1594"/>
                </a:lnTo>
                <a:lnTo>
                  <a:pt x="6502" y="1813"/>
                </a:lnTo>
                <a:lnTo>
                  <a:pt x="6658" y="2063"/>
                </a:lnTo>
                <a:lnTo>
                  <a:pt x="6815" y="2313"/>
                </a:lnTo>
                <a:lnTo>
                  <a:pt x="6908" y="2595"/>
                </a:lnTo>
                <a:lnTo>
                  <a:pt x="7002" y="2907"/>
                </a:lnTo>
                <a:lnTo>
                  <a:pt x="7065" y="3188"/>
                </a:lnTo>
                <a:lnTo>
                  <a:pt x="4720" y="3188"/>
                </a:lnTo>
                <a:lnTo>
                  <a:pt x="5908" y="1157"/>
                </a:lnTo>
                <a:close/>
                <a:moveTo>
                  <a:pt x="2814" y="4314"/>
                </a:moveTo>
                <a:lnTo>
                  <a:pt x="2470" y="4908"/>
                </a:lnTo>
                <a:lnTo>
                  <a:pt x="1657" y="6345"/>
                </a:lnTo>
                <a:lnTo>
                  <a:pt x="1313" y="6033"/>
                </a:lnTo>
                <a:lnTo>
                  <a:pt x="1032" y="5689"/>
                </a:lnTo>
                <a:lnTo>
                  <a:pt x="813" y="5314"/>
                </a:lnTo>
                <a:lnTo>
                  <a:pt x="626" y="4908"/>
                </a:lnTo>
                <a:lnTo>
                  <a:pt x="532" y="4626"/>
                </a:lnTo>
                <a:lnTo>
                  <a:pt x="469" y="4314"/>
                </a:lnTo>
                <a:close/>
                <a:moveTo>
                  <a:pt x="7065" y="4314"/>
                </a:moveTo>
                <a:lnTo>
                  <a:pt x="7002" y="4595"/>
                </a:lnTo>
                <a:lnTo>
                  <a:pt x="6908" y="4908"/>
                </a:lnTo>
                <a:lnTo>
                  <a:pt x="6815" y="5158"/>
                </a:lnTo>
                <a:lnTo>
                  <a:pt x="6658" y="5439"/>
                </a:lnTo>
                <a:lnTo>
                  <a:pt x="6502" y="5689"/>
                </a:lnTo>
                <a:lnTo>
                  <a:pt x="6315" y="5908"/>
                </a:lnTo>
                <a:lnTo>
                  <a:pt x="6127" y="6127"/>
                </a:lnTo>
                <a:lnTo>
                  <a:pt x="5908" y="6345"/>
                </a:lnTo>
                <a:lnTo>
                  <a:pt x="5095" y="4908"/>
                </a:lnTo>
                <a:lnTo>
                  <a:pt x="4720" y="4314"/>
                </a:lnTo>
                <a:close/>
                <a:moveTo>
                  <a:pt x="3783" y="4845"/>
                </a:moveTo>
                <a:lnTo>
                  <a:pt x="3814" y="4908"/>
                </a:lnTo>
                <a:lnTo>
                  <a:pt x="4939" y="6877"/>
                </a:lnTo>
                <a:lnTo>
                  <a:pt x="4658" y="6971"/>
                </a:lnTo>
                <a:lnTo>
                  <a:pt x="4377" y="7033"/>
                </a:lnTo>
                <a:lnTo>
                  <a:pt x="4064" y="7096"/>
                </a:lnTo>
                <a:lnTo>
                  <a:pt x="3470" y="7096"/>
                </a:lnTo>
                <a:lnTo>
                  <a:pt x="3158" y="7033"/>
                </a:lnTo>
                <a:lnTo>
                  <a:pt x="2876" y="6971"/>
                </a:lnTo>
                <a:lnTo>
                  <a:pt x="2595" y="6877"/>
                </a:lnTo>
                <a:lnTo>
                  <a:pt x="3751" y="4908"/>
                </a:lnTo>
                <a:lnTo>
                  <a:pt x="3783" y="4845"/>
                </a:lnTo>
                <a:close/>
                <a:moveTo>
                  <a:pt x="3376" y="0"/>
                </a:moveTo>
                <a:lnTo>
                  <a:pt x="3001" y="63"/>
                </a:lnTo>
                <a:lnTo>
                  <a:pt x="2657" y="156"/>
                </a:lnTo>
                <a:lnTo>
                  <a:pt x="2314" y="281"/>
                </a:lnTo>
                <a:lnTo>
                  <a:pt x="1970" y="438"/>
                </a:lnTo>
                <a:lnTo>
                  <a:pt x="1657" y="625"/>
                </a:lnTo>
                <a:lnTo>
                  <a:pt x="1376" y="844"/>
                </a:lnTo>
                <a:lnTo>
                  <a:pt x="1126" y="1094"/>
                </a:lnTo>
                <a:lnTo>
                  <a:pt x="876" y="1344"/>
                </a:lnTo>
                <a:lnTo>
                  <a:pt x="657" y="1657"/>
                </a:lnTo>
                <a:lnTo>
                  <a:pt x="469" y="1969"/>
                </a:lnTo>
                <a:lnTo>
                  <a:pt x="313" y="2282"/>
                </a:lnTo>
                <a:lnTo>
                  <a:pt x="188" y="2626"/>
                </a:lnTo>
                <a:lnTo>
                  <a:pt x="94" y="3001"/>
                </a:lnTo>
                <a:lnTo>
                  <a:pt x="32" y="3376"/>
                </a:lnTo>
                <a:lnTo>
                  <a:pt x="1" y="3751"/>
                </a:lnTo>
                <a:lnTo>
                  <a:pt x="32" y="4064"/>
                </a:lnTo>
                <a:lnTo>
                  <a:pt x="63" y="4345"/>
                </a:lnTo>
                <a:lnTo>
                  <a:pt x="126" y="4626"/>
                </a:lnTo>
                <a:lnTo>
                  <a:pt x="188" y="4908"/>
                </a:lnTo>
                <a:lnTo>
                  <a:pt x="313" y="5189"/>
                </a:lnTo>
                <a:lnTo>
                  <a:pt x="407" y="5439"/>
                </a:lnTo>
                <a:lnTo>
                  <a:pt x="563" y="5720"/>
                </a:lnTo>
                <a:lnTo>
                  <a:pt x="719" y="5939"/>
                </a:lnTo>
                <a:lnTo>
                  <a:pt x="907" y="6189"/>
                </a:lnTo>
                <a:lnTo>
                  <a:pt x="1095" y="6408"/>
                </a:lnTo>
                <a:lnTo>
                  <a:pt x="1313" y="6595"/>
                </a:lnTo>
                <a:lnTo>
                  <a:pt x="1532" y="6783"/>
                </a:lnTo>
                <a:lnTo>
                  <a:pt x="1782" y="6939"/>
                </a:lnTo>
                <a:lnTo>
                  <a:pt x="2032" y="7096"/>
                </a:lnTo>
                <a:lnTo>
                  <a:pt x="2314" y="7221"/>
                </a:lnTo>
                <a:lnTo>
                  <a:pt x="2564" y="7314"/>
                </a:lnTo>
                <a:lnTo>
                  <a:pt x="2876" y="7408"/>
                </a:lnTo>
                <a:lnTo>
                  <a:pt x="3158" y="7471"/>
                </a:lnTo>
                <a:lnTo>
                  <a:pt x="3470" y="7502"/>
                </a:lnTo>
                <a:lnTo>
                  <a:pt x="4158" y="7502"/>
                </a:lnTo>
                <a:lnTo>
                  <a:pt x="4533" y="7439"/>
                </a:lnTo>
                <a:lnTo>
                  <a:pt x="4877" y="7346"/>
                </a:lnTo>
                <a:lnTo>
                  <a:pt x="5252" y="7221"/>
                </a:lnTo>
                <a:lnTo>
                  <a:pt x="5564" y="7064"/>
                </a:lnTo>
                <a:lnTo>
                  <a:pt x="5877" y="6877"/>
                </a:lnTo>
                <a:lnTo>
                  <a:pt x="6158" y="6658"/>
                </a:lnTo>
                <a:lnTo>
                  <a:pt x="6440" y="6408"/>
                </a:lnTo>
                <a:lnTo>
                  <a:pt x="6690" y="6127"/>
                </a:lnTo>
                <a:lnTo>
                  <a:pt x="6877" y="5845"/>
                </a:lnTo>
                <a:lnTo>
                  <a:pt x="7096" y="5533"/>
                </a:lnTo>
                <a:lnTo>
                  <a:pt x="7252" y="5220"/>
                </a:lnTo>
                <a:lnTo>
                  <a:pt x="7377" y="4876"/>
                </a:lnTo>
                <a:lnTo>
                  <a:pt x="7471" y="4501"/>
                </a:lnTo>
                <a:lnTo>
                  <a:pt x="7502" y="4126"/>
                </a:lnTo>
                <a:lnTo>
                  <a:pt x="7534" y="3751"/>
                </a:lnTo>
                <a:lnTo>
                  <a:pt x="7502" y="3376"/>
                </a:lnTo>
                <a:lnTo>
                  <a:pt x="7471" y="3001"/>
                </a:lnTo>
                <a:lnTo>
                  <a:pt x="7377" y="2626"/>
                </a:lnTo>
                <a:lnTo>
                  <a:pt x="7252" y="2282"/>
                </a:lnTo>
                <a:lnTo>
                  <a:pt x="7096" y="1969"/>
                </a:lnTo>
                <a:lnTo>
                  <a:pt x="6877" y="1657"/>
                </a:lnTo>
                <a:lnTo>
                  <a:pt x="6690" y="1344"/>
                </a:lnTo>
                <a:lnTo>
                  <a:pt x="6440" y="1094"/>
                </a:lnTo>
                <a:lnTo>
                  <a:pt x="6158" y="844"/>
                </a:lnTo>
                <a:lnTo>
                  <a:pt x="5877" y="625"/>
                </a:lnTo>
                <a:lnTo>
                  <a:pt x="5564" y="438"/>
                </a:lnTo>
                <a:lnTo>
                  <a:pt x="5252" y="281"/>
                </a:lnTo>
                <a:lnTo>
                  <a:pt x="4877" y="156"/>
                </a:lnTo>
                <a:lnTo>
                  <a:pt x="4533" y="63"/>
                </a:lnTo>
                <a:lnTo>
                  <a:pt x="4158" y="0"/>
                </a:lnTo>
                <a:close/>
              </a:path>
            </a:pathLst>
          </a:custGeom>
          <a:solidFill>
            <a:srgbClr val="E9E5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4"/>
          <p:cNvSpPr/>
          <p:nvPr/>
        </p:nvSpPr>
        <p:spPr>
          <a:xfrm>
            <a:off x="3372119" y="4355219"/>
            <a:ext cx="70854" cy="70854"/>
          </a:xfrm>
          <a:custGeom>
            <a:rect b="b" l="l" r="r" t="t"/>
            <a:pathLst>
              <a:path extrusionOk="0" h="1126" w="1126">
                <a:moveTo>
                  <a:pt x="438" y="0"/>
                </a:moveTo>
                <a:lnTo>
                  <a:pt x="344" y="63"/>
                </a:lnTo>
                <a:lnTo>
                  <a:pt x="250" y="94"/>
                </a:lnTo>
                <a:lnTo>
                  <a:pt x="156" y="157"/>
                </a:lnTo>
                <a:lnTo>
                  <a:pt x="94" y="250"/>
                </a:lnTo>
                <a:lnTo>
                  <a:pt x="31" y="344"/>
                </a:lnTo>
                <a:lnTo>
                  <a:pt x="0" y="438"/>
                </a:lnTo>
                <a:lnTo>
                  <a:pt x="0" y="563"/>
                </a:lnTo>
                <a:lnTo>
                  <a:pt x="0" y="657"/>
                </a:lnTo>
                <a:lnTo>
                  <a:pt x="31" y="782"/>
                </a:lnTo>
                <a:lnTo>
                  <a:pt x="94" y="876"/>
                </a:lnTo>
                <a:lnTo>
                  <a:pt x="156" y="938"/>
                </a:lnTo>
                <a:lnTo>
                  <a:pt x="250" y="1032"/>
                </a:lnTo>
                <a:lnTo>
                  <a:pt x="344" y="1063"/>
                </a:lnTo>
                <a:lnTo>
                  <a:pt x="438" y="1094"/>
                </a:lnTo>
                <a:lnTo>
                  <a:pt x="563" y="1126"/>
                </a:lnTo>
                <a:lnTo>
                  <a:pt x="656" y="1094"/>
                </a:lnTo>
                <a:lnTo>
                  <a:pt x="781" y="1063"/>
                </a:lnTo>
                <a:lnTo>
                  <a:pt x="875" y="1032"/>
                </a:lnTo>
                <a:lnTo>
                  <a:pt x="938" y="938"/>
                </a:lnTo>
                <a:lnTo>
                  <a:pt x="1000" y="876"/>
                </a:lnTo>
                <a:lnTo>
                  <a:pt x="1063" y="782"/>
                </a:lnTo>
                <a:lnTo>
                  <a:pt x="1094" y="657"/>
                </a:lnTo>
                <a:lnTo>
                  <a:pt x="1125" y="563"/>
                </a:lnTo>
                <a:lnTo>
                  <a:pt x="1094" y="438"/>
                </a:lnTo>
                <a:lnTo>
                  <a:pt x="1063" y="344"/>
                </a:lnTo>
                <a:lnTo>
                  <a:pt x="1000" y="250"/>
                </a:lnTo>
                <a:lnTo>
                  <a:pt x="938" y="157"/>
                </a:lnTo>
                <a:lnTo>
                  <a:pt x="875" y="94"/>
                </a:lnTo>
                <a:lnTo>
                  <a:pt x="781" y="63"/>
                </a:lnTo>
                <a:lnTo>
                  <a:pt x="656" y="0"/>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
          <p:cNvSpPr/>
          <p:nvPr/>
        </p:nvSpPr>
        <p:spPr>
          <a:xfrm>
            <a:off x="3086881" y="4070048"/>
            <a:ext cx="639318" cy="641206"/>
          </a:xfrm>
          <a:custGeom>
            <a:rect b="b" l="l" r="r" t="t"/>
            <a:pathLst>
              <a:path extrusionOk="0" h="10190" w="10160">
                <a:moveTo>
                  <a:pt x="5471" y="1344"/>
                </a:moveTo>
                <a:lnTo>
                  <a:pt x="5846" y="1407"/>
                </a:lnTo>
                <a:lnTo>
                  <a:pt x="6190" y="1500"/>
                </a:lnTo>
                <a:lnTo>
                  <a:pt x="6565" y="1625"/>
                </a:lnTo>
                <a:lnTo>
                  <a:pt x="6877" y="1782"/>
                </a:lnTo>
                <a:lnTo>
                  <a:pt x="7190" y="1969"/>
                </a:lnTo>
                <a:lnTo>
                  <a:pt x="7471" y="2188"/>
                </a:lnTo>
                <a:lnTo>
                  <a:pt x="7753" y="2438"/>
                </a:lnTo>
                <a:lnTo>
                  <a:pt x="8003" y="2688"/>
                </a:lnTo>
                <a:lnTo>
                  <a:pt x="8190" y="3001"/>
                </a:lnTo>
                <a:lnTo>
                  <a:pt x="8409" y="3313"/>
                </a:lnTo>
                <a:lnTo>
                  <a:pt x="8565" y="3626"/>
                </a:lnTo>
                <a:lnTo>
                  <a:pt x="8690" y="3970"/>
                </a:lnTo>
                <a:lnTo>
                  <a:pt x="8784" y="4345"/>
                </a:lnTo>
                <a:lnTo>
                  <a:pt x="8815" y="4720"/>
                </a:lnTo>
                <a:lnTo>
                  <a:pt x="8847" y="5095"/>
                </a:lnTo>
                <a:lnTo>
                  <a:pt x="8815" y="5470"/>
                </a:lnTo>
                <a:lnTo>
                  <a:pt x="8784" y="5845"/>
                </a:lnTo>
                <a:lnTo>
                  <a:pt x="8690" y="6220"/>
                </a:lnTo>
                <a:lnTo>
                  <a:pt x="8565" y="6564"/>
                </a:lnTo>
                <a:lnTo>
                  <a:pt x="8409" y="6877"/>
                </a:lnTo>
                <a:lnTo>
                  <a:pt x="8190" y="7189"/>
                </a:lnTo>
                <a:lnTo>
                  <a:pt x="8003" y="7471"/>
                </a:lnTo>
                <a:lnTo>
                  <a:pt x="7753" y="7752"/>
                </a:lnTo>
                <a:lnTo>
                  <a:pt x="7471" y="8002"/>
                </a:lnTo>
                <a:lnTo>
                  <a:pt x="7190" y="8221"/>
                </a:lnTo>
                <a:lnTo>
                  <a:pt x="6877" y="8408"/>
                </a:lnTo>
                <a:lnTo>
                  <a:pt x="6565" y="8565"/>
                </a:lnTo>
                <a:lnTo>
                  <a:pt x="6190" y="8690"/>
                </a:lnTo>
                <a:lnTo>
                  <a:pt x="5846" y="8783"/>
                </a:lnTo>
                <a:lnTo>
                  <a:pt x="5471" y="8846"/>
                </a:lnTo>
                <a:lnTo>
                  <a:pt x="4783" y="8846"/>
                </a:lnTo>
                <a:lnTo>
                  <a:pt x="4471" y="8815"/>
                </a:lnTo>
                <a:lnTo>
                  <a:pt x="4189" y="8752"/>
                </a:lnTo>
                <a:lnTo>
                  <a:pt x="3877" y="8658"/>
                </a:lnTo>
                <a:lnTo>
                  <a:pt x="3627" y="8565"/>
                </a:lnTo>
                <a:lnTo>
                  <a:pt x="3345" y="8440"/>
                </a:lnTo>
                <a:lnTo>
                  <a:pt x="3095" y="8283"/>
                </a:lnTo>
                <a:lnTo>
                  <a:pt x="2845" y="8127"/>
                </a:lnTo>
                <a:lnTo>
                  <a:pt x="2626" y="7939"/>
                </a:lnTo>
                <a:lnTo>
                  <a:pt x="2408" y="7752"/>
                </a:lnTo>
                <a:lnTo>
                  <a:pt x="2220" y="7533"/>
                </a:lnTo>
                <a:lnTo>
                  <a:pt x="2032" y="7283"/>
                </a:lnTo>
                <a:lnTo>
                  <a:pt x="1876" y="7064"/>
                </a:lnTo>
                <a:lnTo>
                  <a:pt x="1720" y="6783"/>
                </a:lnTo>
                <a:lnTo>
                  <a:pt x="1626" y="6533"/>
                </a:lnTo>
                <a:lnTo>
                  <a:pt x="1501" y="6252"/>
                </a:lnTo>
                <a:lnTo>
                  <a:pt x="1439" y="5970"/>
                </a:lnTo>
                <a:lnTo>
                  <a:pt x="1376" y="5689"/>
                </a:lnTo>
                <a:lnTo>
                  <a:pt x="1345" y="5408"/>
                </a:lnTo>
                <a:lnTo>
                  <a:pt x="1314" y="5095"/>
                </a:lnTo>
                <a:lnTo>
                  <a:pt x="1345" y="4720"/>
                </a:lnTo>
                <a:lnTo>
                  <a:pt x="1407" y="4345"/>
                </a:lnTo>
                <a:lnTo>
                  <a:pt x="1501" y="3970"/>
                </a:lnTo>
                <a:lnTo>
                  <a:pt x="1626" y="3626"/>
                </a:lnTo>
                <a:lnTo>
                  <a:pt x="1782" y="3313"/>
                </a:lnTo>
                <a:lnTo>
                  <a:pt x="1970" y="3001"/>
                </a:lnTo>
                <a:lnTo>
                  <a:pt x="2189" y="2688"/>
                </a:lnTo>
                <a:lnTo>
                  <a:pt x="2439" y="2438"/>
                </a:lnTo>
                <a:lnTo>
                  <a:pt x="2689" y="2188"/>
                </a:lnTo>
                <a:lnTo>
                  <a:pt x="2970" y="1969"/>
                </a:lnTo>
                <a:lnTo>
                  <a:pt x="3283" y="1782"/>
                </a:lnTo>
                <a:lnTo>
                  <a:pt x="3627" y="1625"/>
                </a:lnTo>
                <a:lnTo>
                  <a:pt x="3970" y="1500"/>
                </a:lnTo>
                <a:lnTo>
                  <a:pt x="4314" y="1407"/>
                </a:lnTo>
                <a:lnTo>
                  <a:pt x="4689" y="1344"/>
                </a:lnTo>
                <a:close/>
                <a:moveTo>
                  <a:pt x="5096" y="0"/>
                </a:moveTo>
                <a:lnTo>
                  <a:pt x="4564" y="31"/>
                </a:lnTo>
                <a:lnTo>
                  <a:pt x="4064" y="125"/>
                </a:lnTo>
                <a:lnTo>
                  <a:pt x="3564" y="250"/>
                </a:lnTo>
                <a:lnTo>
                  <a:pt x="3095" y="406"/>
                </a:lnTo>
                <a:lnTo>
                  <a:pt x="2658" y="625"/>
                </a:lnTo>
                <a:lnTo>
                  <a:pt x="2251" y="875"/>
                </a:lnTo>
                <a:lnTo>
                  <a:pt x="1845" y="1157"/>
                </a:lnTo>
                <a:lnTo>
                  <a:pt x="1501" y="1500"/>
                </a:lnTo>
                <a:lnTo>
                  <a:pt x="1157" y="1844"/>
                </a:lnTo>
                <a:lnTo>
                  <a:pt x="876" y="2251"/>
                </a:lnTo>
                <a:lnTo>
                  <a:pt x="626" y="2657"/>
                </a:lnTo>
                <a:lnTo>
                  <a:pt x="407" y="3126"/>
                </a:lnTo>
                <a:lnTo>
                  <a:pt x="220" y="3595"/>
                </a:lnTo>
                <a:lnTo>
                  <a:pt x="94" y="4064"/>
                </a:lnTo>
                <a:lnTo>
                  <a:pt x="32" y="4564"/>
                </a:lnTo>
                <a:lnTo>
                  <a:pt x="1" y="5095"/>
                </a:lnTo>
                <a:lnTo>
                  <a:pt x="32" y="5689"/>
                </a:lnTo>
                <a:lnTo>
                  <a:pt x="126" y="6252"/>
                </a:lnTo>
                <a:lnTo>
                  <a:pt x="251" y="6658"/>
                </a:lnTo>
                <a:lnTo>
                  <a:pt x="407" y="7064"/>
                </a:lnTo>
                <a:lnTo>
                  <a:pt x="595" y="7439"/>
                </a:lnTo>
                <a:lnTo>
                  <a:pt x="782" y="7814"/>
                </a:lnTo>
                <a:lnTo>
                  <a:pt x="1032" y="8158"/>
                </a:lnTo>
                <a:lnTo>
                  <a:pt x="1282" y="8471"/>
                </a:lnTo>
                <a:lnTo>
                  <a:pt x="1595" y="8783"/>
                </a:lnTo>
                <a:lnTo>
                  <a:pt x="1907" y="9065"/>
                </a:lnTo>
                <a:lnTo>
                  <a:pt x="2251" y="9315"/>
                </a:lnTo>
                <a:lnTo>
                  <a:pt x="2595" y="9534"/>
                </a:lnTo>
                <a:lnTo>
                  <a:pt x="2970" y="9721"/>
                </a:lnTo>
                <a:lnTo>
                  <a:pt x="3377" y="9877"/>
                </a:lnTo>
                <a:lnTo>
                  <a:pt x="3783" y="10002"/>
                </a:lnTo>
                <a:lnTo>
                  <a:pt x="4189" y="10096"/>
                </a:lnTo>
                <a:lnTo>
                  <a:pt x="4627" y="10159"/>
                </a:lnTo>
                <a:lnTo>
                  <a:pt x="5096" y="10190"/>
                </a:lnTo>
                <a:lnTo>
                  <a:pt x="5533" y="10159"/>
                </a:lnTo>
                <a:lnTo>
                  <a:pt x="5971" y="10096"/>
                </a:lnTo>
                <a:lnTo>
                  <a:pt x="6377" y="10002"/>
                </a:lnTo>
                <a:lnTo>
                  <a:pt x="6815" y="9877"/>
                </a:lnTo>
                <a:lnTo>
                  <a:pt x="7190" y="9721"/>
                </a:lnTo>
                <a:lnTo>
                  <a:pt x="7565" y="9534"/>
                </a:lnTo>
                <a:lnTo>
                  <a:pt x="7940" y="9315"/>
                </a:lnTo>
                <a:lnTo>
                  <a:pt x="8253" y="9065"/>
                </a:lnTo>
                <a:lnTo>
                  <a:pt x="8596" y="8783"/>
                </a:lnTo>
                <a:lnTo>
                  <a:pt x="8878" y="8471"/>
                </a:lnTo>
                <a:lnTo>
                  <a:pt x="9128" y="8158"/>
                </a:lnTo>
                <a:lnTo>
                  <a:pt x="9378" y="7814"/>
                </a:lnTo>
                <a:lnTo>
                  <a:pt x="9597" y="7439"/>
                </a:lnTo>
                <a:lnTo>
                  <a:pt x="9784" y="7064"/>
                </a:lnTo>
                <a:lnTo>
                  <a:pt x="9909" y="6658"/>
                </a:lnTo>
                <a:lnTo>
                  <a:pt x="10034" y="6252"/>
                </a:lnTo>
                <a:lnTo>
                  <a:pt x="10128" y="5689"/>
                </a:lnTo>
                <a:lnTo>
                  <a:pt x="10159" y="5095"/>
                </a:lnTo>
                <a:lnTo>
                  <a:pt x="10159" y="4595"/>
                </a:lnTo>
                <a:lnTo>
                  <a:pt x="10066" y="4095"/>
                </a:lnTo>
                <a:lnTo>
                  <a:pt x="9941" y="3626"/>
                </a:lnTo>
                <a:lnTo>
                  <a:pt x="9784" y="3157"/>
                </a:lnTo>
                <a:lnTo>
                  <a:pt x="9597" y="2751"/>
                </a:lnTo>
                <a:lnTo>
                  <a:pt x="9347" y="2313"/>
                </a:lnTo>
                <a:lnTo>
                  <a:pt x="9065" y="1938"/>
                </a:lnTo>
                <a:lnTo>
                  <a:pt x="8753" y="1594"/>
                </a:lnTo>
                <a:lnTo>
                  <a:pt x="8409" y="1250"/>
                </a:lnTo>
                <a:lnTo>
                  <a:pt x="8065" y="969"/>
                </a:lnTo>
                <a:lnTo>
                  <a:pt x="7659" y="719"/>
                </a:lnTo>
                <a:lnTo>
                  <a:pt x="7221" y="469"/>
                </a:lnTo>
                <a:lnTo>
                  <a:pt x="6784" y="313"/>
                </a:lnTo>
                <a:lnTo>
                  <a:pt x="6315" y="156"/>
                </a:lnTo>
                <a:lnTo>
                  <a:pt x="5846" y="63"/>
                </a:lnTo>
                <a:lnTo>
                  <a:pt x="5346" y="31"/>
                </a:lnTo>
                <a:lnTo>
                  <a:pt x="5096" y="0"/>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4"/>
          <p:cNvSpPr/>
          <p:nvPr/>
        </p:nvSpPr>
        <p:spPr>
          <a:xfrm>
            <a:off x="3466506" y="4426008"/>
            <a:ext cx="147559" cy="127927"/>
          </a:xfrm>
          <a:custGeom>
            <a:rect b="b" l="l" r="r" t="t"/>
            <a:pathLst>
              <a:path extrusionOk="0" h="2033" w="2345">
                <a:moveTo>
                  <a:pt x="0" y="1"/>
                </a:moveTo>
                <a:lnTo>
                  <a:pt x="375" y="595"/>
                </a:lnTo>
                <a:lnTo>
                  <a:pt x="1188" y="2032"/>
                </a:lnTo>
                <a:lnTo>
                  <a:pt x="1407" y="1814"/>
                </a:lnTo>
                <a:lnTo>
                  <a:pt x="1595" y="1595"/>
                </a:lnTo>
                <a:lnTo>
                  <a:pt x="1782" y="1376"/>
                </a:lnTo>
                <a:lnTo>
                  <a:pt x="1938" y="1126"/>
                </a:lnTo>
                <a:lnTo>
                  <a:pt x="2095" y="845"/>
                </a:lnTo>
                <a:lnTo>
                  <a:pt x="2188" y="595"/>
                </a:lnTo>
                <a:lnTo>
                  <a:pt x="2282" y="282"/>
                </a:lnTo>
                <a:lnTo>
                  <a:pt x="2345"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4"/>
          <p:cNvSpPr/>
          <p:nvPr/>
        </p:nvSpPr>
        <p:spPr>
          <a:xfrm>
            <a:off x="3147855" y="4089680"/>
            <a:ext cx="515419" cy="169205"/>
          </a:xfrm>
          <a:custGeom>
            <a:rect b="b" l="l" r="r" t="t"/>
            <a:pathLst>
              <a:path extrusionOk="0" h="2689" w="8191">
                <a:moveTo>
                  <a:pt x="3939" y="1"/>
                </a:moveTo>
                <a:lnTo>
                  <a:pt x="3595" y="32"/>
                </a:lnTo>
                <a:lnTo>
                  <a:pt x="3283" y="63"/>
                </a:lnTo>
                <a:lnTo>
                  <a:pt x="2970" y="126"/>
                </a:lnTo>
                <a:lnTo>
                  <a:pt x="2658" y="219"/>
                </a:lnTo>
                <a:lnTo>
                  <a:pt x="2345" y="313"/>
                </a:lnTo>
                <a:lnTo>
                  <a:pt x="2064" y="438"/>
                </a:lnTo>
                <a:lnTo>
                  <a:pt x="1782" y="595"/>
                </a:lnTo>
                <a:lnTo>
                  <a:pt x="1501" y="751"/>
                </a:lnTo>
                <a:lnTo>
                  <a:pt x="1251" y="907"/>
                </a:lnTo>
                <a:lnTo>
                  <a:pt x="1001" y="1126"/>
                </a:lnTo>
                <a:lnTo>
                  <a:pt x="782" y="1345"/>
                </a:lnTo>
                <a:lnTo>
                  <a:pt x="563" y="1564"/>
                </a:lnTo>
                <a:lnTo>
                  <a:pt x="345" y="1814"/>
                </a:lnTo>
                <a:lnTo>
                  <a:pt x="157" y="2064"/>
                </a:lnTo>
                <a:lnTo>
                  <a:pt x="1" y="2345"/>
                </a:lnTo>
                <a:lnTo>
                  <a:pt x="219" y="2470"/>
                </a:lnTo>
                <a:lnTo>
                  <a:pt x="376" y="2220"/>
                </a:lnTo>
                <a:lnTo>
                  <a:pt x="532" y="1970"/>
                </a:lnTo>
                <a:lnTo>
                  <a:pt x="720" y="1751"/>
                </a:lnTo>
                <a:lnTo>
                  <a:pt x="907" y="1532"/>
                </a:lnTo>
                <a:lnTo>
                  <a:pt x="1126" y="1345"/>
                </a:lnTo>
                <a:lnTo>
                  <a:pt x="1345" y="1157"/>
                </a:lnTo>
                <a:lnTo>
                  <a:pt x="1564" y="1001"/>
                </a:lnTo>
                <a:lnTo>
                  <a:pt x="1814" y="845"/>
                </a:lnTo>
                <a:lnTo>
                  <a:pt x="2314" y="595"/>
                </a:lnTo>
                <a:lnTo>
                  <a:pt x="2595" y="501"/>
                </a:lnTo>
                <a:lnTo>
                  <a:pt x="2876" y="407"/>
                </a:lnTo>
                <a:lnTo>
                  <a:pt x="3158" y="344"/>
                </a:lnTo>
                <a:lnTo>
                  <a:pt x="3439" y="313"/>
                </a:lnTo>
                <a:lnTo>
                  <a:pt x="3720" y="282"/>
                </a:lnTo>
                <a:lnTo>
                  <a:pt x="4033" y="251"/>
                </a:lnTo>
                <a:lnTo>
                  <a:pt x="4252" y="251"/>
                </a:lnTo>
                <a:lnTo>
                  <a:pt x="4564" y="282"/>
                </a:lnTo>
                <a:lnTo>
                  <a:pt x="4846" y="344"/>
                </a:lnTo>
                <a:lnTo>
                  <a:pt x="5127" y="407"/>
                </a:lnTo>
                <a:lnTo>
                  <a:pt x="5408" y="470"/>
                </a:lnTo>
                <a:lnTo>
                  <a:pt x="5690" y="563"/>
                </a:lnTo>
                <a:lnTo>
                  <a:pt x="5971" y="688"/>
                </a:lnTo>
                <a:lnTo>
                  <a:pt x="6221" y="813"/>
                </a:lnTo>
                <a:lnTo>
                  <a:pt x="6471" y="970"/>
                </a:lnTo>
                <a:lnTo>
                  <a:pt x="6690" y="1126"/>
                </a:lnTo>
                <a:lnTo>
                  <a:pt x="6909" y="1313"/>
                </a:lnTo>
                <a:lnTo>
                  <a:pt x="7127" y="1501"/>
                </a:lnTo>
                <a:lnTo>
                  <a:pt x="7315" y="1720"/>
                </a:lnTo>
                <a:lnTo>
                  <a:pt x="7502" y="1939"/>
                </a:lnTo>
                <a:lnTo>
                  <a:pt x="7659" y="2189"/>
                </a:lnTo>
                <a:lnTo>
                  <a:pt x="7815" y="2439"/>
                </a:lnTo>
                <a:lnTo>
                  <a:pt x="7940" y="2689"/>
                </a:lnTo>
                <a:lnTo>
                  <a:pt x="8190" y="2564"/>
                </a:lnTo>
                <a:lnTo>
                  <a:pt x="8034" y="2314"/>
                </a:lnTo>
                <a:lnTo>
                  <a:pt x="7878" y="2032"/>
                </a:lnTo>
                <a:lnTo>
                  <a:pt x="7690" y="1782"/>
                </a:lnTo>
                <a:lnTo>
                  <a:pt x="7502" y="1564"/>
                </a:lnTo>
                <a:lnTo>
                  <a:pt x="7315" y="1345"/>
                </a:lnTo>
                <a:lnTo>
                  <a:pt x="7065" y="1126"/>
                </a:lnTo>
                <a:lnTo>
                  <a:pt x="6846" y="938"/>
                </a:lnTo>
                <a:lnTo>
                  <a:pt x="6596" y="782"/>
                </a:lnTo>
                <a:lnTo>
                  <a:pt x="6346" y="626"/>
                </a:lnTo>
                <a:lnTo>
                  <a:pt x="6065" y="470"/>
                </a:lnTo>
                <a:lnTo>
                  <a:pt x="5783" y="344"/>
                </a:lnTo>
                <a:lnTo>
                  <a:pt x="5502" y="251"/>
                </a:lnTo>
                <a:lnTo>
                  <a:pt x="5189" y="157"/>
                </a:lnTo>
                <a:lnTo>
                  <a:pt x="4908" y="94"/>
                </a:lnTo>
                <a:lnTo>
                  <a:pt x="4596" y="32"/>
                </a:lnTo>
                <a:lnTo>
                  <a:pt x="4252" y="32"/>
                </a:lnTo>
                <a:lnTo>
                  <a:pt x="3939" y="1"/>
                </a:lnTo>
                <a:close/>
              </a:path>
            </a:pathLst>
          </a:custGeom>
          <a:solidFill>
            <a:srgbClr val="8080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4"/>
          <p:cNvSpPr/>
          <p:nvPr/>
        </p:nvSpPr>
        <p:spPr>
          <a:xfrm>
            <a:off x="1175100" y="4227358"/>
            <a:ext cx="145608" cy="127927"/>
          </a:xfrm>
          <a:custGeom>
            <a:rect b="b" l="l" r="r" t="t"/>
            <a:pathLst>
              <a:path extrusionOk="0" h="2033" w="2314">
                <a:moveTo>
                  <a:pt x="1157" y="1"/>
                </a:moveTo>
                <a:lnTo>
                  <a:pt x="1" y="2032"/>
                </a:lnTo>
                <a:lnTo>
                  <a:pt x="2314" y="2032"/>
                </a:lnTo>
                <a:lnTo>
                  <a:pt x="2251" y="1751"/>
                </a:lnTo>
                <a:lnTo>
                  <a:pt x="2157" y="1439"/>
                </a:lnTo>
                <a:lnTo>
                  <a:pt x="2064" y="1157"/>
                </a:lnTo>
                <a:lnTo>
                  <a:pt x="1907" y="907"/>
                </a:lnTo>
                <a:lnTo>
                  <a:pt x="1751" y="657"/>
                </a:lnTo>
                <a:lnTo>
                  <a:pt x="1563" y="438"/>
                </a:lnTo>
                <a:lnTo>
                  <a:pt x="1376" y="219"/>
                </a:lnTo>
                <a:lnTo>
                  <a:pt x="1157"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4"/>
          <p:cNvSpPr/>
          <p:nvPr/>
        </p:nvSpPr>
        <p:spPr>
          <a:xfrm>
            <a:off x="1039371" y="4180165"/>
            <a:ext cx="147622" cy="139693"/>
          </a:xfrm>
          <a:custGeom>
            <a:rect b="b" l="l" r="r" t="t"/>
            <a:pathLst>
              <a:path extrusionOk="0" h="2220" w="2346">
                <a:moveTo>
                  <a:pt x="876" y="0"/>
                </a:moveTo>
                <a:lnTo>
                  <a:pt x="563" y="63"/>
                </a:lnTo>
                <a:lnTo>
                  <a:pt x="282" y="126"/>
                </a:lnTo>
                <a:lnTo>
                  <a:pt x="1" y="219"/>
                </a:lnTo>
                <a:lnTo>
                  <a:pt x="1189" y="2220"/>
                </a:lnTo>
                <a:lnTo>
                  <a:pt x="2345" y="219"/>
                </a:lnTo>
                <a:lnTo>
                  <a:pt x="2064" y="126"/>
                </a:lnTo>
                <a:lnTo>
                  <a:pt x="1782" y="63"/>
                </a:lnTo>
                <a:lnTo>
                  <a:pt x="1501" y="0"/>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4"/>
          <p:cNvSpPr/>
          <p:nvPr/>
        </p:nvSpPr>
        <p:spPr>
          <a:xfrm>
            <a:off x="905656" y="4227358"/>
            <a:ext cx="147559" cy="127927"/>
          </a:xfrm>
          <a:custGeom>
            <a:rect b="b" l="l" r="r" t="t"/>
            <a:pathLst>
              <a:path extrusionOk="0" h="2033" w="2345">
                <a:moveTo>
                  <a:pt x="1188" y="1"/>
                </a:moveTo>
                <a:lnTo>
                  <a:pt x="969" y="219"/>
                </a:lnTo>
                <a:lnTo>
                  <a:pt x="750" y="438"/>
                </a:lnTo>
                <a:lnTo>
                  <a:pt x="563" y="657"/>
                </a:lnTo>
                <a:lnTo>
                  <a:pt x="407" y="907"/>
                </a:lnTo>
                <a:lnTo>
                  <a:pt x="282" y="1188"/>
                </a:lnTo>
                <a:lnTo>
                  <a:pt x="157" y="1439"/>
                </a:lnTo>
                <a:lnTo>
                  <a:pt x="63" y="1751"/>
                </a:lnTo>
                <a:lnTo>
                  <a:pt x="0" y="2032"/>
                </a:lnTo>
                <a:lnTo>
                  <a:pt x="2345" y="2032"/>
                </a:lnTo>
                <a:lnTo>
                  <a:pt x="1188"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4"/>
          <p:cNvSpPr/>
          <p:nvPr/>
        </p:nvSpPr>
        <p:spPr>
          <a:xfrm>
            <a:off x="905656" y="4426008"/>
            <a:ext cx="147559" cy="127927"/>
          </a:xfrm>
          <a:custGeom>
            <a:rect b="b" l="l" r="r" t="t"/>
            <a:pathLst>
              <a:path extrusionOk="0" h="2033" w="2345">
                <a:moveTo>
                  <a:pt x="0" y="1"/>
                </a:moveTo>
                <a:lnTo>
                  <a:pt x="63" y="313"/>
                </a:lnTo>
                <a:lnTo>
                  <a:pt x="157" y="595"/>
                </a:lnTo>
                <a:lnTo>
                  <a:pt x="344" y="1001"/>
                </a:lnTo>
                <a:lnTo>
                  <a:pt x="594" y="1376"/>
                </a:lnTo>
                <a:lnTo>
                  <a:pt x="844" y="1720"/>
                </a:lnTo>
                <a:lnTo>
                  <a:pt x="1188" y="2032"/>
                </a:lnTo>
                <a:lnTo>
                  <a:pt x="2001" y="595"/>
                </a:lnTo>
                <a:lnTo>
                  <a:pt x="2345"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4"/>
          <p:cNvSpPr/>
          <p:nvPr/>
        </p:nvSpPr>
        <p:spPr>
          <a:xfrm>
            <a:off x="1039371" y="4463385"/>
            <a:ext cx="147622" cy="137743"/>
          </a:xfrm>
          <a:custGeom>
            <a:rect b="b" l="l" r="r" t="t"/>
            <a:pathLst>
              <a:path extrusionOk="0" h="2189" w="2346">
                <a:moveTo>
                  <a:pt x="1157" y="1"/>
                </a:moveTo>
                <a:lnTo>
                  <a:pt x="1" y="1970"/>
                </a:lnTo>
                <a:lnTo>
                  <a:pt x="282" y="2064"/>
                </a:lnTo>
                <a:lnTo>
                  <a:pt x="563" y="2126"/>
                </a:lnTo>
                <a:lnTo>
                  <a:pt x="876" y="2189"/>
                </a:lnTo>
                <a:lnTo>
                  <a:pt x="1501" y="2189"/>
                </a:lnTo>
                <a:lnTo>
                  <a:pt x="1782" y="2126"/>
                </a:lnTo>
                <a:lnTo>
                  <a:pt x="2064" y="2064"/>
                </a:lnTo>
                <a:lnTo>
                  <a:pt x="2345" y="1970"/>
                </a:lnTo>
                <a:lnTo>
                  <a:pt x="1220"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4"/>
          <p:cNvSpPr/>
          <p:nvPr/>
        </p:nvSpPr>
        <p:spPr>
          <a:xfrm>
            <a:off x="876144" y="4154618"/>
            <a:ext cx="474077" cy="472063"/>
          </a:xfrm>
          <a:custGeom>
            <a:rect b="b" l="l" r="r" t="t"/>
            <a:pathLst>
              <a:path extrusionOk="0" h="7502" w="7534">
                <a:moveTo>
                  <a:pt x="4095" y="406"/>
                </a:moveTo>
                <a:lnTo>
                  <a:pt x="4376" y="469"/>
                </a:lnTo>
                <a:lnTo>
                  <a:pt x="4658" y="532"/>
                </a:lnTo>
                <a:lnTo>
                  <a:pt x="4939" y="625"/>
                </a:lnTo>
                <a:lnTo>
                  <a:pt x="3783" y="2626"/>
                </a:lnTo>
                <a:lnTo>
                  <a:pt x="2595" y="625"/>
                </a:lnTo>
                <a:lnTo>
                  <a:pt x="2876" y="532"/>
                </a:lnTo>
                <a:lnTo>
                  <a:pt x="3157" y="469"/>
                </a:lnTo>
                <a:lnTo>
                  <a:pt x="3470" y="406"/>
                </a:lnTo>
                <a:close/>
                <a:moveTo>
                  <a:pt x="1657" y="1157"/>
                </a:moveTo>
                <a:lnTo>
                  <a:pt x="2814" y="3188"/>
                </a:lnTo>
                <a:lnTo>
                  <a:pt x="469" y="3188"/>
                </a:lnTo>
                <a:lnTo>
                  <a:pt x="532" y="2907"/>
                </a:lnTo>
                <a:lnTo>
                  <a:pt x="626" y="2595"/>
                </a:lnTo>
                <a:lnTo>
                  <a:pt x="751" y="2344"/>
                </a:lnTo>
                <a:lnTo>
                  <a:pt x="876" y="2063"/>
                </a:lnTo>
                <a:lnTo>
                  <a:pt x="1032" y="1813"/>
                </a:lnTo>
                <a:lnTo>
                  <a:pt x="1219" y="1594"/>
                </a:lnTo>
                <a:lnTo>
                  <a:pt x="1438" y="1375"/>
                </a:lnTo>
                <a:lnTo>
                  <a:pt x="1657" y="1157"/>
                </a:lnTo>
                <a:close/>
                <a:moveTo>
                  <a:pt x="5908" y="1157"/>
                </a:moveTo>
                <a:lnTo>
                  <a:pt x="6127" y="1375"/>
                </a:lnTo>
                <a:lnTo>
                  <a:pt x="6314" y="1594"/>
                </a:lnTo>
                <a:lnTo>
                  <a:pt x="6502" y="1813"/>
                </a:lnTo>
                <a:lnTo>
                  <a:pt x="6658" y="2063"/>
                </a:lnTo>
                <a:lnTo>
                  <a:pt x="6815" y="2313"/>
                </a:lnTo>
                <a:lnTo>
                  <a:pt x="6908" y="2595"/>
                </a:lnTo>
                <a:lnTo>
                  <a:pt x="7002" y="2907"/>
                </a:lnTo>
                <a:lnTo>
                  <a:pt x="7065" y="3188"/>
                </a:lnTo>
                <a:lnTo>
                  <a:pt x="4752" y="3188"/>
                </a:lnTo>
                <a:lnTo>
                  <a:pt x="5908" y="1157"/>
                </a:lnTo>
                <a:close/>
                <a:moveTo>
                  <a:pt x="2814" y="4314"/>
                </a:moveTo>
                <a:lnTo>
                  <a:pt x="2470" y="4908"/>
                </a:lnTo>
                <a:lnTo>
                  <a:pt x="1657" y="6345"/>
                </a:lnTo>
                <a:lnTo>
                  <a:pt x="1313" y="6033"/>
                </a:lnTo>
                <a:lnTo>
                  <a:pt x="1063" y="5689"/>
                </a:lnTo>
                <a:lnTo>
                  <a:pt x="813" y="5314"/>
                </a:lnTo>
                <a:lnTo>
                  <a:pt x="626" y="4908"/>
                </a:lnTo>
                <a:lnTo>
                  <a:pt x="532" y="4626"/>
                </a:lnTo>
                <a:lnTo>
                  <a:pt x="469" y="4314"/>
                </a:lnTo>
                <a:close/>
                <a:moveTo>
                  <a:pt x="7065" y="4314"/>
                </a:moveTo>
                <a:lnTo>
                  <a:pt x="7002" y="4595"/>
                </a:lnTo>
                <a:lnTo>
                  <a:pt x="6908" y="4908"/>
                </a:lnTo>
                <a:lnTo>
                  <a:pt x="6815" y="5158"/>
                </a:lnTo>
                <a:lnTo>
                  <a:pt x="6658" y="5439"/>
                </a:lnTo>
                <a:lnTo>
                  <a:pt x="6502" y="5689"/>
                </a:lnTo>
                <a:lnTo>
                  <a:pt x="6314" y="5908"/>
                </a:lnTo>
                <a:lnTo>
                  <a:pt x="6127" y="6127"/>
                </a:lnTo>
                <a:lnTo>
                  <a:pt x="5908" y="6345"/>
                </a:lnTo>
                <a:lnTo>
                  <a:pt x="5095" y="4908"/>
                </a:lnTo>
                <a:lnTo>
                  <a:pt x="4752" y="4314"/>
                </a:lnTo>
                <a:close/>
                <a:moveTo>
                  <a:pt x="3783" y="4845"/>
                </a:moveTo>
                <a:lnTo>
                  <a:pt x="3814" y="4908"/>
                </a:lnTo>
                <a:lnTo>
                  <a:pt x="4939" y="6877"/>
                </a:lnTo>
                <a:lnTo>
                  <a:pt x="4658" y="6971"/>
                </a:lnTo>
                <a:lnTo>
                  <a:pt x="4376" y="7033"/>
                </a:lnTo>
                <a:lnTo>
                  <a:pt x="4095" y="7096"/>
                </a:lnTo>
                <a:lnTo>
                  <a:pt x="3470" y="7096"/>
                </a:lnTo>
                <a:lnTo>
                  <a:pt x="3157" y="7033"/>
                </a:lnTo>
                <a:lnTo>
                  <a:pt x="2876" y="6971"/>
                </a:lnTo>
                <a:lnTo>
                  <a:pt x="2595" y="6877"/>
                </a:lnTo>
                <a:lnTo>
                  <a:pt x="3751" y="4908"/>
                </a:lnTo>
                <a:lnTo>
                  <a:pt x="3783" y="4845"/>
                </a:lnTo>
                <a:close/>
                <a:moveTo>
                  <a:pt x="3376" y="0"/>
                </a:moveTo>
                <a:lnTo>
                  <a:pt x="3032" y="63"/>
                </a:lnTo>
                <a:lnTo>
                  <a:pt x="2657" y="156"/>
                </a:lnTo>
                <a:lnTo>
                  <a:pt x="2313" y="281"/>
                </a:lnTo>
                <a:lnTo>
                  <a:pt x="1970" y="438"/>
                </a:lnTo>
                <a:lnTo>
                  <a:pt x="1688" y="625"/>
                </a:lnTo>
                <a:lnTo>
                  <a:pt x="1376" y="844"/>
                </a:lnTo>
                <a:lnTo>
                  <a:pt x="1126" y="1094"/>
                </a:lnTo>
                <a:lnTo>
                  <a:pt x="876" y="1344"/>
                </a:lnTo>
                <a:lnTo>
                  <a:pt x="657" y="1657"/>
                </a:lnTo>
                <a:lnTo>
                  <a:pt x="469" y="1969"/>
                </a:lnTo>
                <a:lnTo>
                  <a:pt x="313" y="2282"/>
                </a:lnTo>
                <a:lnTo>
                  <a:pt x="188" y="2626"/>
                </a:lnTo>
                <a:lnTo>
                  <a:pt x="94" y="3001"/>
                </a:lnTo>
                <a:lnTo>
                  <a:pt x="32" y="3376"/>
                </a:lnTo>
                <a:lnTo>
                  <a:pt x="0" y="3751"/>
                </a:lnTo>
                <a:lnTo>
                  <a:pt x="32" y="4064"/>
                </a:lnTo>
                <a:lnTo>
                  <a:pt x="63" y="4345"/>
                </a:lnTo>
                <a:lnTo>
                  <a:pt x="125" y="4626"/>
                </a:lnTo>
                <a:lnTo>
                  <a:pt x="188" y="4908"/>
                </a:lnTo>
                <a:lnTo>
                  <a:pt x="313" y="5189"/>
                </a:lnTo>
                <a:lnTo>
                  <a:pt x="438" y="5439"/>
                </a:lnTo>
                <a:lnTo>
                  <a:pt x="563" y="5720"/>
                </a:lnTo>
                <a:lnTo>
                  <a:pt x="719" y="5939"/>
                </a:lnTo>
                <a:lnTo>
                  <a:pt x="907" y="6189"/>
                </a:lnTo>
                <a:lnTo>
                  <a:pt x="1094" y="6408"/>
                </a:lnTo>
                <a:lnTo>
                  <a:pt x="1313" y="6595"/>
                </a:lnTo>
                <a:lnTo>
                  <a:pt x="1532" y="6783"/>
                </a:lnTo>
                <a:lnTo>
                  <a:pt x="1782" y="6939"/>
                </a:lnTo>
                <a:lnTo>
                  <a:pt x="2032" y="7096"/>
                </a:lnTo>
                <a:lnTo>
                  <a:pt x="2313" y="7221"/>
                </a:lnTo>
                <a:lnTo>
                  <a:pt x="2595" y="7314"/>
                </a:lnTo>
                <a:lnTo>
                  <a:pt x="2876" y="7408"/>
                </a:lnTo>
                <a:lnTo>
                  <a:pt x="3157" y="7471"/>
                </a:lnTo>
                <a:lnTo>
                  <a:pt x="3470" y="7502"/>
                </a:lnTo>
                <a:lnTo>
                  <a:pt x="4158" y="7502"/>
                </a:lnTo>
                <a:lnTo>
                  <a:pt x="4533" y="7439"/>
                </a:lnTo>
                <a:lnTo>
                  <a:pt x="4908" y="7346"/>
                </a:lnTo>
                <a:lnTo>
                  <a:pt x="5252" y="7221"/>
                </a:lnTo>
                <a:lnTo>
                  <a:pt x="5564" y="7064"/>
                </a:lnTo>
                <a:lnTo>
                  <a:pt x="5877" y="6877"/>
                </a:lnTo>
                <a:lnTo>
                  <a:pt x="6158" y="6658"/>
                </a:lnTo>
                <a:lnTo>
                  <a:pt x="6439" y="6408"/>
                </a:lnTo>
                <a:lnTo>
                  <a:pt x="6690" y="6127"/>
                </a:lnTo>
                <a:lnTo>
                  <a:pt x="6908" y="5845"/>
                </a:lnTo>
                <a:lnTo>
                  <a:pt x="7096" y="5533"/>
                </a:lnTo>
                <a:lnTo>
                  <a:pt x="7252" y="5220"/>
                </a:lnTo>
                <a:lnTo>
                  <a:pt x="7377" y="4876"/>
                </a:lnTo>
                <a:lnTo>
                  <a:pt x="7471" y="4501"/>
                </a:lnTo>
                <a:lnTo>
                  <a:pt x="7533" y="4126"/>
                </a:lnTo>
                <a:lnTo>
                  <a:pt x="7533" y="3751"/>
                </a:lnTo>
                <a:lnTo>
                  <a:pt x="7533" y="3376"/>
                </a:lnTo>
                <a:lnTo>
                  <a:pt x="7471" y="3001"/>
                </a:lnTo>
                <a:lnTo>
                  <a:pt x="7377" y="2626"/>
                </a:lnTo>
                <a:lnTo>
                  <a:pt x="7252" y="2282"/>
                </a:lnTo>
                <a:lnTo>
                  <a:pt x="7096" y="1969"/>
                </a:lnTo>
                <a:lnTo>
                  <a:pt x="6908" y="1657"/>
                </a:lnTo>
                <a:lnTo>
                  <a:pt x="6690" y="1344"/>
                </a:lnTo>
                <a:lnTo>
                  <a:pt x="6439" y="1094"/>
                </a:lnTo>
                <a:lnTo>
                  <a:pt x="6158" y="844"/>
                </a:lnTo>
                <a:lnTo>
                  <a:pt x="5877" y="625"/>
                </a:lnTo>
                <a:lnTo>
                  <a:pt x="5564" y="438"/>
                </a:lnTo>
                <a:lnTo>
                  <a:pt x="5252" y="281"/>
                </a:lnTo>
                <a:lnTo>
                  <a:pt x="4908" y="156"/>
                </a:lnTo>
                <a:lnTo>
                  <a:pt x="4533" y="63"/>
                </a:lnTo>
                <a:lnTo>
                  <a:pt x="4158" y="0"/>
                </a:lnTo>
                <a:close/>
              </a:path>
            </a:pathLst>
          </a:custGeom>
          <a:solidFill>
            <a:srgbClr val="E9E5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4"/>
          <p:cNvSpPr/>
          <p:nvPr/>
        </p:nvSpPr>
        <p:spPr>
          <a:xfrm>
            <a:off x="1078699" y="4355219"/>
            <a:ext cx="70916" cy="70854"/>
          </a:xfrm>
          <a:custGeom>
            <a:rect b="b" l="l" r="r" t="t"/>
            <a:pathLst>
              <a:path extrusionOk="0" h="1126" w="1127">
                <a:moveTo>
                  <a:pt x="439" y="0"/>
                </a:moveTo>
                <a:lnTo>
                  <a:pt x="345" y="63"/>
                </a:lnTo>
                <a:lnTo>
                  <a:pt x="251" y="94"/>
                </a:lnTo>
                <a:lnTo>
                  <a:pt x="157" y="157"/>
                </a:lnTo>
                <a:lnTo>
                  <a:pt x="95" y="250"/>
                </a:lnTo>
                <a:lnTo>
                  <a:pt x="32" y="344"/>
                </a:lnTo>
                <a:lnTo>
                  <a:pt x="1" y="438"/>
                </a:lnTo>
                <a:lnTo>
                  <a:pt x="1" y="563"/>
                </a:lnTo>
                <a:lnTo>
                  <a:pt x="1" y="657"/>
                </a:lnTo>
                <a:lnTo>
                  <a:pt x="32" y="782"/>
                </a:lnTo>
                <a:lnTo>
                  <a:pt x="95" y="876"/>
                </a:lnTo>
                <a:lnTo>
                  <a:pt x="157" y="938"/>
                </a:lnTo>
                <a:lnTo>
                  <a:pt x="251" y="1032"/>
                </a:lnTo>
                <a:lnTo>
                  <a:pt x="345" y="1063"/>
                </a:lnTo>
                <a:lnTo>
                  <a:pt x="439" y="1094"/>
                </a:lnTo>
                <a:lnTo>
                  <a:pt x="564" y="1126"/>
                </a:lnTo>
                <a:lnTo>
                  <a:pt x="657" y="1094"/>
                </a:lnTo>
                <a:lnTo>
                  <a:pt x="782" y="1063"/>
                </a:lnTo>
                <a:lnTo>
                  <a:pt x="876" y="1032"/>
                </a:lnTo>
                <a:lnTo>
                  <a:pt x="939" y="938"/>
                </a:lnTo>
                <a:lnTo>
                  <a:pt x="1032" y="876"/>
                </a:lnTo>
                <a:lnTo>
                  <a:pt x="1064" y="782"/>
                </a:lnTo>
                <a:lnTo>
                  <a:pt x="1095" y="657"/>
                </a:lnTo>
                <a:lnTo>
                  <a:pt x="1126" y="563"/>
                </a:lnTo>
                <a:lnTo>
                  <a:pt x="1095" y="438"/>
                </a:lnTo>
                <a:lnTo>
                  <a:pt x="1064" y="344"/>
                </a:lnTo>
                <a:lnTo>
                  <a:pt x="1032" y="250"/>
                </a:lnTo>
                <a:lnTo>
                  <a:pt x="939" y="157"/>
                </a:lnTo>
                <a:lnTo>
                  <a:pt x="876" y="94"/>
                </a:lnTo>
                <a:lnTo>
                  <a:pt x="782" y="63"/>
                </a:lnTo>
                <a:lnTo>
                  <a:pt x="657" y="0"/>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4"/>
          <p:cNvSpPr/>
          <p:nvPr/>
        </p:nvSpPr>
        <p:spPr>
          <a:xfrm>
            <a:off x="793524" y="4070048"/>
            <a:ext cx="639318" cy="641206"/>
          </a:xfrm>
          <a:custGeom>
            <a:rect b="b" l="l" r="r" t="t"/>
            <a:pathLst>
              <a:path extrusionOk="0" h="10190" w="10160">
                <a:moveTo>
                  <a:pt x="5471" y="1344"/>
                </a:moveTo>
                <a:lnTo>
                  <a:pt x="5846" y="1407"/>
                </a:lnTo>
                <a:lnTo>
                  <a:pt x="6221" y="1500"/>
                </a:lnTo>
                <a:lnTo>
                  <a:pt x="6565" y="1625"/>
                </a:lnTo>
                <a:lnTo>
                  <a:pt x="6877" y="1782"/>
                </a:lnTo>
                <a:lnTo>
                  <a:pt x="7190" y="1969"/>
                </a:lnTo>
                <a:lnTo>
                  <a:pt x="7471" y="2188"/>
                </a:lnTo>
                <a:lnTo>
                  <a:pt x="7752" y="2438"/>
                </a:lnTo>
                <a:lnTo>
                  <a:pt x="8003" y="2688"/>
                </a:lnTo>
                <a:lnTo>
                  <a:pt x="8221" y="3001"/>
                </a:lnTo>
                <a:lnTo>
                  <a:pt x="8409" y="3313"/>
                </a:lnTo>
                <a:lnTo>
                  <a:pt x="8565" y="3626"/>
                </a:lnTo>
                <a:lnTo>
                  <a:pt x="8690" y="3970"/>
                </a:lnTo>
                <a:lnTo>
                  <a:pt x="8784" y="4345"/>
                </a:lnTo>
                <a:lnTo>
                  <a:pt x="8846" y="4720"/>
                </a:lnTo>
                <a:lnTo>
                  <a:pt x="8846" y="5095"/>
                </a:lnTo>
                <a:lnTo>
                  <a:pt x="8846" y="5470"/>
                </a:lnTo>
                <a:lnTo>
                  <a:pt x="8784" y="5845"/>
                </a:lnTo>
                <a:lnTo>
                  <a:pt x="8690" y="6220"/>
                </a:lnTo>
                <a:lnTo>
                  <a:pt x="8565" y="6564"/>
                </a:lnTo>
                <a:lnTo>
                  <a:pt x="8409" y="6877"/>
                </a:lnTo>
                <a:lnTo>
                  <a:pt x="8221" y="7189"/>
                </a:lnTo>
                <a:lnTo>
                  <a:pt x="8003" y="7471"/>
                </a:lnTo>
                <a:lnTo>
                  <a:pt x="7752" y="7752"/>
                </a:lnTo>
                <a:lnTo>
                  <a:pt x="7471" y="8002"/>
                </a:lnTo>
                <a:lnTo>
                  <a:pt x="7190" y="8221"/>
                </a:lnTo>
                <a:lnTo>
                  <a:pt x="6877" y="8408"/>
                </a:lnTo>
                <a:lnTo>
                  <a:pt x="6565" y="8565"/>
                </a:lnTo>
                <a:lnTo>
                  <a:pt x="6221" y="8690"/>
                </a:lnTo>
                <a:lnTo>
                  <a:pt x="5846" y="8783"/>
                </a:lnTo>
                <a:lnTo>
                  <a:pt x="5471" y="8846"/>
                </a:lnTo>
                <a:lnTo>
                  <a:pt x="4783" y="8846"/>
                </a:lnTo>
                <a:lnTo>
                  <a:pt x="4470" y="8815"/>
                </a:lnTo>
                <a:lnTo>
                  <a:pt x="4189" y="8752"/>
                </a:lnTo>
                <a:lnTo>
                  <a:pt x="3908" y="8658"/>
                </a:lnTo>
                <a:lnTo>
                  <a:pt x="3626" y="8565"/>
                </a:lnTo>
                <a:lnTo>
                  <a:pt x="3345" y="8440"/>
                </a:lnTo>
                <a:lnTo>
                  <a:pt x="3095" y="8283"/>
                </a:lnTo>
                <a:lnTo>
                  <a:pt x="2845" y="8127"/>
                </a:lnTo>
                <a:lnTo>
                  <a:pt x="2626" y="7939"/>
                </a:lnTo>
                <a:lnTo>
                  <a:pt x="2407" y="7752"/>
                </a:lnTo>
                <a:lnTo>
                  <a:pt x="2220" y="7533"/>
                </a:lnTo>
                <a:lnTo>
                  <a:pt x="2032" y="7283"/>
                </a:lnTo>
                <a:lnTo>
                  <a:pt x="1876" y="7064"/>
                </a:lnTo>
                <a:lnTo>
                  <a:pt x="1751" y="6783"/>
                </a:lnTo>
                <a:lnTo>
                  <a:pt x="1626" y="6533"/>
                </a:lnTo>
                <a:lnTo>
                  <a:pt x="1501" y="6252"/>
                </a:lnTo>
                <a:lnTo>
                  <a:pt x="1438" y="5970"/>
                </a:lnTo>
                <a:lnTo>
                  <a:pt x="1376" y="5689"/>
                </a:lnTo>
                <a:lnTo>
                  <a:pt x="1345" y="5408"/>
                </a:lnTo>
                <a:lnTo>
                  <a:pt x="1313" y="5095"/>
                </a:lnTo>
                <a:lnTo>
                  <a:pt x="1345" y="4720"/>
                </a:lnTo>
                <a:lnTo>
                  <a:pt x="1407" y="4345"/>
                </a:lnTo>
                <a:lnTo>
                  <a:pt x="1501" y="3970"/>
                </a:lnTo>
                <a:lnTo>
                  <a:pt x="1626" y="3626"/>
                </a:lnTo>
                <a:lnTo>
                  <a:pt x="1782" y="3313"/>
                </a:lnTo>
                <a:lnTo>
                  <a:pt x="1970" y="3001"/>
                </a:lnTo>
                <a:lnTo>
                  <a:pt x="2189" y="2688"/>
                </a:lnTo>
                <a:lnTo>
                  <a:pt x="2439" y="2438"/>
                </a:lnTo>
                <a:lnTo>
                  <a:pt x="2689" y="2188"/>
                </a:lnTo>
                <a:lnTo>
                  <a:pt x="3001" y="1969"/>
                </a:lnTo>
                <a:lnTo>
                  <a:pt x="3283" y="1782"/>
                </a:lnTo>
                <a:lnTo>
                  <a:pt x="3626" y="1625"/>
                </a:lnTo>
                <a:lnTo>
                  <a:pt x="3970" y="1500"/>
                </a:lnTo>
                <a:lnTo>
                  <a:pt x="4345" y="1407"/>
                </a:lnTo>
                <a:lnTo>
                  <a:pt x="4689" y="1344"/>
                </a:lnTo>
                <a:close/>
                <a:moveTo>
                  <a:pt x="5096" y="0"/>
                </a:moveTo>
                <a:lnTo>
                  <a:pt x="4564" y="31"/>
                </a:lnTo>
                <a:lnTo>
                  <a:pt x="4064" y="125"/>
                </a:lnTo>
                <a:lnTo>
                  <a:pt x="3564" y="250"/>
                </a:lnTo>
                <a:lnTo>
                  <a:pt x="3095" y="406"/>
                </a:lnTo>
                <a:lnTo>
                  <a:pt x="2657" y="625"/>
                </a:lnTo>
                <a:lnTo>
                  <a:pt x="2251" y="875"/>
                </a:lnTo>
                <a:lnTo>
                  <a:pt x="1845" y="1157"/>
                </a:lnTo>
                <a:lnTo>
                  <a:pt x="1501" y="1500"/>
                </a:lnTo>
                <a:lnTo>
                  <a:pt x="1157" y="1844"/>
                </a:lnTo>
                <a:lnTo>
                  <a:pt x="876" y="2251"/>
                </a:lnTo>
                <a:lnTo>
                  <a:pt x="626" y="2657"/>
                </a:lnTo>
                <a:lnTo>
                  <a:pt x="407" y="3126"/>
                </a:lnTo>
                <a:lnTo>
                  <a:pt x="219" y="3595"/>
                </a:lnTo>
                <a:lnTo>
                  <a:pt x="94" y="4064"/>
                </a:lnTo>
                <a:lnTo>
                  <a:pt x="32" y="4564"/>
                </a:lnTo>
                <a:lnTo>
                  <a:pt x="1" y="5095"/>
                </a:lnTo>
                <a:lnTo>
                  <a:pt x="32" y="5689"/>
                </a:lnTo>
                <a:lnTo>
                  <a:pt x="126" y="6252"/>
                </a:lnTo>
                <a:lnTo>
                  <a:pt x="251" y="6658"/>
                </a:lnTo>
                <a:lnTo>
                  <a:pt x="407" y="7064"/>
                </a:lnTo>
                <a:lnTo>
                  <a:pt x="595" y="7439"/>
                </a:lnTo>
                <a:lnTo>
                  <a:pt x="782" y="7814"/>
                </a:lnTo>
                <a:lnTo>
                  <a:pt x="1032" y="8158"/>
                </a:lnTo>
                <a:lnTo>
                  <a:pt x="1313" y="8471"/>
                </a:lnTo>
                <a:lnTo>
                  <a:pt x="1595" y="8783"/>
                </a:lnTo>
                <a:lnTo>
                  <a:pt x="1907" y="9065"/>
                </a:lnTo>
                <a:lnTo>
                  <a:pt x="2251" y="9315"/>
                </a:lnTo>
                <a:lnTo>
                  <a:pt x="2595" y="9534"/>
                </a:lnTo>
                <a:lnTo>
                  <a:pt x="2970" y="9721"/>
                </a:lnTo>
                <a:lnTo>
                  <a:pt x="3376" y="9877"/>
                </a:lnTo>
                <a:lnTo>
                  <a:pt x="3783" y="10002"/>
                </a:lnTo>
                <a:lnTo>
                  <a:pt x="4220" y="10096"/>
                </a:lnTo>
                <a:lnTo>
                  <a:pt x="4627" y="10159"/>
                </a:lnTo>
                <a:lnTo>
                  <a:pt x="5096" y="10190"/>
                </a:lnTo>
                <a:lnTo>
                  <a:pt x="5533" y="10159"/>
                </a:lnTo>
                <a:lnTo>
                  <a:pt x="5971" y="10096"/>
                </a:lnTo>
                <a:lnTo>
                  <a:pt x="6408" y="10002"/>
                </a:lnTo>
                <a:lnTo>
                  <a:pt x="6815" y="9877"/>
                </a:lnTo>
                <a:lnTo>
                  <a:pt x="7190" y="9721"/>
                </a:lnTo>
                <a:lnTo>
                  <a:pt x="7565" y="9534"/>
                </a:lnTo>
                <a:lnTo>
                  <a:pt x="7940" y="9315"/>
                </a:lnTo>
                <a:lnTo>
                  <a:pt x="8284" y="9065"/>
                </a:lnTo>
                <a:lnTo>
                  <a:pt x="8596" y="8783"/>
                </a:lnTo>
                <a:lnTo>
                  <a:pt x="8878" y="8471"/>
                </a:lnTo>
                <a:lnTo>
                  <a:pt x="9128" y="8158"/>
                </a:lnTo>
                <a:lnTo>
                  <a:pt x="9378" y="7814"/>
                </a:lnTo>
                <a:lnTo>
                  <a:pt x="9597" y="7439"/>
                </a:lnTo>
                <a:lnTo>
                  <a:pt x="9784" y="7064"/>
                </a:lnTo>
                <a:lnTo>
                  <a:pt x="9909" y="6658"/>
                </a:lnTo>
                <a:lnTo>
                  <a:pt x="10034" y="6252"/>
                </a:lnTo>
                <a:lnTo>
                  <a:pt x="10128" y="5689"/>
                </a:lnTo>
                <a:lnTo>
                  <a:pt x="10159" y="5095"/>
                </a:lnTo>
                <a:lnTo>
                  <a:pt x="10159" y="4595"/>
                </a:lnTo>
                <a:lnTo>
                  <a:pt x="10065" y="4095"/>
                </a:lnTo>
                <a:lnTo>
                  <a:pt x="9972" y="3626"/>
                </a:lnTo>
                <a:lnTo>
                  <a:pt x="9784" y="3157"/>
                </a:lnTo>
                <a:lnTo>
                  <a:pt x="9597" y="2751"/>
                </a:lnTo>
                <a:lnTo>
                  <a:pt x="9347" y="2313"/>
                </a:lnTo>
                <a:lnTo>
                  <a:pt x="9065" y="1938"/>
                </a:lnTo>
                <a:lnTo>
                  <a:pt x="8753" y="1594"/>
                </a:lnTo>
                <a:lnTo>
                  <a:pt x="8440" y="1250"/>
                </a:lnTo>
                <a:lnTo>
                  <a:pt x="8065" y="969"/>
                </a:lnTo>
                <a:lnTo>
                  <a:pt x="7659" y="719"/>
                </a:lnTo>
                <a:lnTo>
                  <a:pt x="7221" y="469"/>
                </a:lnTo>
                <a:lnTo>
                  <a:pt x="6783" y="313"/>
                </a:lnTo>
                <a:lnTo>
                  <a:pt x="6315" y="156"/>
                </a:lnTo>
                <a:lnTo>
                  <a:pt x="5846" y="63"/>
                </a:lnTo>
                <a:lnTo>
                  <a:pt x="5346" y="31"/>
                </a:lnTo>
                <a:lnTo>
                  <a:pt x="5096" y="0"/>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4"/>
          <p:cNvSpPr/>
          <p:nvPr/>
        </p:nvSpPr>
        <p:spPr>
          <a:xfrm>
            <a:off x="1175100" y="4426008"/>
            <a:ext cx="145608" cy="127927"/>
          </a:xfrm>
          <a:custGeom>
            <a:rect b="b" l="l" r="r" t="t"/>
            <a:pathLst>
              <a:path extrusionOk="0" h="2033" w="2314">
                <a:moveTo>
                  <a:pt x="1" y="1"/>
                </a:moveTo>
                <a:lnTo>
                  <a:pt x="344" y="595"/>
                </a:lnTo>
                <a:lnTo>
                  <a:pt x="1157" y="2032"/>
                </a:lnTo>
                <a:lnTo>
                  <a:pt x="1376" y="1814"/>
                </a:lnTo>
                <a:lnTo>
                  <a:pt x="1563" y="1595"/>
                </a:lnTo>
                <a:lnTo>
                  <a:pt x="1751" y="1376"/>
                </a:lnTo>
                <a:lnTo>
                  <a:pt x="1907" y="1126"/>
                </a:lnTo>
                <a:lnTo>
                  <a:pt x="2064" y="845"/>
                </a:lnTo>
                <a:lnTo>
                  <a:pt x="2157" y="595"/>
                </a:lnTo>
                <a:lnTo>
                  <a:pt x="2251" y="282"/>
                </a:lnTo>
                <a:lnTo>
                  <a:pt x="2314" y="1"/>
                </a:lnTo>
                <a:close/>
              </a:path>
            </a:pathLst>
          </a:custGeom>
          <a:solidFill>
            <a:srgbClr val="414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4"/>
          <p:cNvSpPr/>
          <p:nvPr/>
        </p:nvSpPr>
        <p:spPr>
          <a:xfrm>
            <a:off x="854498" y="4089680"/>
            <a:ext cx="515419" cy="169205"/>
          </a:xfrm>
          <a:custGeom>
            <a:rect b="b" l="l" r="r" t="t"/>
            <a:pathLst>
              <a:path extrusionOk="0" h="2689" w="8191">
                <a:moveTo>
                  <a:pt x="3939" y="1"/>
                </a:moveTo>
                <a:lnTo>
                  <a:pt x="3595" y="32"/>
                </a:lnTo>
                <a:lnTo>
                  <a:pt x="3283" y="63"/>
                </a:lnTo>
                <a:lnTo>
                  <a:pt x="2970" y="126"/>
                </a:lnTo>
                <a:lnTo>
                  <a:pt x="2657" y="219"/>
                </a:lnTo>
                <a:lnTo>
                  <a:pt x="2345" y="313"/>
                </a:lnTo>
                <a:lnTo>
                  <a:pt x="2064" y="438"/>
                </a:lnTo>
                <a:lnTo>
                  <a:pt x="1782" y="595"/>
                </a:lnTo>
                <a:lnTo>
                  <a:pt x="1501" y="751"/>
                </a:lnTo>
                <a:lnTo>
                  <a:pt x="1251" y="907"/>
                </a:lnTo>
                <a:lnTo>
                  <a:pt x="1001" y="1126"/>
                </a:lnTo>
                <a:lnTo>
                  <a:pt x="782" y="1345"/>
                </a:lnTo>
                <a:lnTo>
                  <a:pt x="563" y="1564"/>
                </a:lnTo>
                <a:lnTo>
                  <a:pt x="344" y="1814"/>
                </a:lnTo>
                <a:lnTo>
                  <a:pt x="157" y="2064"/>
                </a:lnTo>
                <a:lnTo>
                  <a:pt x="1" y="2345"/>
                </a:lnTo>
                <a:lnTo>
                  <a:pt x="219" y="2470"/>
                </a:lnTo>
                <a:lnTo>
                  <a:pt x="376" y="2220"/>
                </a:lnTo>
                <a:lnTo>
                  <a:pt x="532" y="1970"/>
                </a:lnTo>
                <a:lnTo>
                  <a:pt x="720" y="1751"/>
                </a:lnTo>
                <a:lnTo>
                  <a:pt x="907" y="1532"/>
                </a:lnTo>
                <a:lnTo>
                  <a:pt x="1126" y="1345"/>
                </a:lnTo>
                <a:lnTo>
                  <a:pt x="1345" y="1157"/>
                </a:lnTo>
                <a:lnTo>
                  <a:pt x="1563" y="1001"/>
                </a:lnTo>
                <a:lnTo>
                  <a:pt x="1814" y="845"/>
                </a:lnTo>
                <a:lnTo>
                  <a:pt x="2314" y="595"/>
                </a:lnTo>
                <a:lnTo>
                  <a:pt x="2595" y="501"/>
                </a:lnTo>
                <a:lnTo>
                  <a:pt x="2876" y="407"/>
                </a:lnTo>
                <a:lnTo>
                  <a:pt x="3158" y="344"/>
                </a:lnTo>
                <a:lnTo>
                  <a:pt x="3439" y="313"/>
                </a:lnTo>
                <a:lnTo>
                  <a:pt x="3720" y="282"/>
                </a:lnTo>
                <a:lnTo>
                  <a:pt x="4033" y="251"/>
                </a:lnTo>
                <a:lnTo>
                  <a:pt x="4252" y="251"/>
                </a:lnTo>
                <a:lnTo>
                  <a:pt x="4564" y="282"/>
                </a:lnTo>
                <a:lnTo>
                  <a:pt x="4845" y="344"/>
                </a:lnTo>
                <a:lnTo>
                  <a:pt x="5127" y="407"/>
                </a:lnTo>
                <a:lnTo>
                  <a:pt x="5408" y="470"/>
                </a:lnTo>
                <a:lnTo>
                  <a:pt x="5689" y="563"/>
                </a:lnTo>
                <a:lnTo>
                  <a:pt x="5971" y="688"/>
                </a:lnTo>
                <a:lnTo>
                  <a:pt x="6221" y="813"/>
                </a:lnTo>
                <a:lnTo>
                  <a:pt x="6471" y="970"/>
                </a:lnTo>
                <a:lnTo>
                  <a:pt x="6690" y="1126"/>
                </a:lnTo>
                <a:lnTo>
                  <a:pt x="6908" y="1313"/>
                </a:lnTo>
                <a:lnTo>
                  <a:pt x="7127" y="1501"/>
                </a:lnTo>
                <a:lnTo>
                  <a:pt x="7315" y="1720"/>
                </a:lnTo>
                <a:lnTo>
                  <a:pt x="7502" y="1939"/>
                </a:lnTo>
                <a:lnTo>
                  <a:pt x="7659" y="2189"/>
                </a:lnTo>
                <a:lnTo>
                  <a:pt x="7815" y="2439"/>
                </a:lnTo>
                <a:lnTo>
                  <a:pt x="7971" y="2689"/>
                </a:lnTo>
                <a:lnTo>
                  <a:pt x="8190" y="2564"/>
                </a:lnTo>
                <a:lnTo>
                  <a:pt x="8034" y="2314"/>
                </a:lnTo>
                <a:lnTo>
                  <a:pt x="7877" y="2032"/>
                </a:lnTo>
                <a:lnTo>
                  <a:pt x="7690" y="1782"/>
                </a:lnTo>
                <a:lnTo>
                  <a:pt x="7502" y="1564"/>
                </a:lnTo>
                <a:lnTo>
                  <a:pt x="7315" y="1345"/>
                </a:lnTo>
                <a:lnTo>
                  <a:pt x="7096" y="1126"/>
                </a:lnTo>
                <a:lnTo>
                  <a:pt x="6846" y="938"/>
                </a:lnTo>
                <a:lnTo>
                  <a:pt x="6596" y="782"/>
                </a:lnTo>
                <a:lnTo>
                  <a:pt x="6346" y="626"/>
                </a:lnTo>
                <a:lnTo>
                  <a:pt x="6065" y="470"/>
                </a:lnTo>
                <a:lnTo>
                  <a:pt x="5783" y="344"/>
                </a:lnTo>
                <a:lnTo>
                  <a:pt x="5502" y="251"/>
                </a:lnTo>
                <a:lnTo>
                  <a:pt x="5189" y="157"/>
                </a:lnTo>
                <a:lnTo>
                  <a:pt x="4908" y="94"/>
                </a:lnTo>
                <a:lnTo>
                  <a:pt x="4595" y="32"/>
                </a:lnTo>
                <a:lnTo>
                  <a:pt x="4283" y="32"/>
                </a:lnTo>
                <a:lnTo>
                  <a:pt x="3939" y="1"/>
                </a:lnTo>
                <a:close/>
              </a:path>
            </a:pathLst>
          </a:custGeom>
          <a:solidFill>
            <a:srgbClr val="8080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4"/>
          <p:cNvSpPr/>
          <p:nvPr/>
        </p:nvSpPr>
        <p:spPr>
          <a:xfrm>
            <a:off x="1637345" y="4270649"/>
            <a:ext cx="1382714" cy="139693"/>
          </a:xfrm>
          <a:custGeom>
            <a:rect b="b" l="l" r="r" t="t"/>
            <a:pathLst>
              <a:path extrusionOk="0" h="2220" w="21974">
                <a:moveTo>
                  <a:pt x="313" y="0"/>
                </a:moveTo>
                <a:lnTo>
                  <a:pt x="188" y="32"/>
                </a:lnTo>
                <a:lnTo>
                  <a:pt x="94" y="94"/>
                </a:lnTo>
                <a:lnTo>
                  <a:pt x="0" y="219"/>
                </a:lnTo>
                <a:lnTo>
                  <a:pt x="0" y="344"/>
                </a:lnTo>
                <a:lnTo>
                  <a:pt x="0" y="1907"/>
                </a:lnTo>
                <a:lnTo>
                  <a:pt x="0" y="2032"/>
                </a:lnTo>
                <a:lnTo>
                  <a:pt x="94" y="2126"/>
                </a:lnTo>
                <a:lnTo>
                  <a:pt x="188" y="2220"/>
                </a:lnTo>
                <a:lnTo>
                  <a:pt x="438" y="2220"/>
                </a:lnTo>
                <a:lnTo>
                  <a:pt x="531" y="2126"/>
                </a:lnTo>
                <a:lnTo>
                  <a:pt x="625" y="2032"/>
                </a:lnTo>
                <a:lnTo>
                  <a:pt x="656" y="1907"/>
                </a:lnTo>
                <a:lnTo>
                  <a:pt x="656" y="657"/>
                </a:lnTo>
                <a:lnTo>
                  <a:pt x="21349" y="657"/>
                </a:lnTo>
                <a:lnTo>
                  <a:pt x="21349" y="1907"/>
                </a:lnTo>
                <a:lnTo>
                  <a:pt x="21349" y="2032"/>
                </a:lnTo>
                <a:lnTo>
                  <a:pt x="21443" y="2126"/>
                </a:lnTo>
                <a:lnTo>
                  <a:pt x="21536" y="2220"/>
                </a:lnTo>
                <a:lnTo>
                  <a:pt x="21786" y="2220"/>
                </a:lnTo>
                <a:lnTo>
                  <a:pt x="21880" y="2126"/>
                </a:lnTo>
                <a:lnTo>
                  <a:pt x="21974" y="2032"/>
                </a:lnTo>
                <a:lnTo>
                  <a:pt x="21974" y="1907"/>
                </a:lnTo>
                <a:lnTo>
                  <a:pt x="21974" y="344"/>
                </a:lnTo>
                <a:lnTo>
                  <a:pt x="21974" y="219"/>
                </a:lnTo>
                <a:lnTo>
                  <a:pt x="21880" y="94"/>
                </a:lnTo>
                <a:lnTo>
                  <a:pt x="21786" y="32"/>
                </a:lnTo>
                <a:lnTo>
                  <a:pt x="21661"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4"/>
          <p:cNvSpPr/>
          <p:nvPr/>
        </p:nvSpPr>
        <p:spPr>
          <a:xfrm>
            <a:off x="1489787" y="4207725"/>
            <a:ext cx="1182172" cy="202618"/>
          </a:xfrm>
          <a:custGeom>
            <a:rect b="b" l="l" r="r" t="t"/>
            <a:pathLst>
              <a:path extrusionOk="0" h="3220" w="18787">
                <a:moveTo>
                  <a:pt x="313" y="0"/>
                </a:moveTo>
                <a:lnTo>
                  <a:pt x="188" y="31"/>
                </a:lnTo>
                <a:lnTo>
                  <a:pt x="94" y="94"/>
                </a:lnTo>
                <a:lnTo>
                  <a:pt x="32" y="188"/>
                </a:lnTo>
                <a:lnTo>
                  <a:pt x="1" y="313"/>
                </a:lnTo>
                <a:lnTo>
                  <a:pt x="1" y="2907"/>
                </a:lnTo>
                <a:lnTo>
                  <a:pt x="32" y="3032"/>
                </a:lnTo>
                <a:lnTo>
                  <a:pt x="94" y="3126"/>
                </a:lnTo>
                <a:lnTo>
                  <a:pt x="188" y="3220"/>
                </a:lnTo>
                <a:lnTo>
                  <a:pt x="438" y="3220"/>
                </a:lnTo>
                <a:lnTo>
                  <a:pt x="563" y="3126"/>
                </a:lnTo>
                <a:lnTo>
                  <a:pt x="626" y="3032"/>
                </a:lnTo>
                <a:lnTo>
                  <a:pt x="657" y="2907"/>
                </a:lnTo>
                <a:lnTo>
                  <a:pt x="657" y="657"/>
                </a:lnTo>
                <a:lnTo>
                  <a:pt x="18130" y="657"/>
                </a:lnTo>
                <a:lnTo>
                  <a:pt x="18130" y="2907"/>
                </a:lnTo>
                <a:lnTo>
                  <a:pt x="18161" y="3032"/>
                </a:lnTo>
                <a:lnTo>
                  <a:pt x="18224" y="3126"/>
                </a:lnTo>
                <a:lnTo>
                  <a:pt x="18349" y="3220"/>
                </a:lnTo>
                <a:lnTo>
                  <a:pt x="18599" y="3220"/>
                </a:lnTo>
                <a:lnTo>
                  <a:pt x="18693" y="3126"/>
                </a:lnTo>
                <a:lnTo>
                  <a:pt x="18755" y="3032"/>
                </a:lnTo>
                <a:lnTo>
                  <a:pt x="18786" y="2907"/>
                </a:lnTo>
                <a:lnTo>
                  <a:pt x="18786" y="313"/>
                </a:lnTo>
                <a:lnTo>
                  <a:pt x="18755" y="188"/>
                </a:lnTo>
                <a:lnTo>
                  <a:pt x="18693" y="94"/>
                </a:lnTo>
                <a:lnTo>
                  <a:pt x="18599" y="31"/>
                </a:lnTo>
                <a:lnTo>
                  <a:pt x="18474"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4"/>
          <p:cNvSpPr/>
          <p:nvPr/>
        </p:nvSpPr>
        <p:spPr>
          <a:xfrm>
            <a:off x="1769110" y="4327658"/>
            <a:ext cx="1166378" cy="86648"/>
          </a:xfrm>
          <a:custGeom>
            <a:rect b="b" l="l" r="r" t="t"/>
            <a:pathLst>
              <a:path extrusionOk="0" h="1377" w="18536">
                <a:moveTo>
                  <a:pt x="219" y="1"/>
                </a:moveTo>
                <a:lnTo>
                  <a:pt x="125" y="32"/>
                </a:lnTo>
                <a:lnTo>
                  <a:pt x="63" y="63"/>
                </a:lnTo>
                <a:lnTo>
                  <a:pt x="32" y="126"/>
                </a:lnTo>
                <a:lnTo>
                  <a:pt x="0" y="220"/>
                </a:lnTo>
                <a:lnTo>
                  <a:pt x="0" y="1189"/>
                </a:lnTo>
                <a:lnTo>
                  <a:pt x="32" y="1251"/>
                </a:lnTo>
                <a:lnTo>
                  <a:pt x="63" y="1314"/>
                </a:lnTo>
                <a:lnTo>
                  <a:pt x="125" y="1376"/>
                </a:lnTo>
                <a:lnTo>
                  <a:pt x="282" y="1376"/>
                </a:lnTo>
                <a:lnTo>
                  <a:pt x="344" y="1314"/>
                </a:lnTo>
                <a:lnTo>
                  <a:pt x="407" y="1251"/>
                </a:lnTo>
                <a:lnTo>
                  <a:pt x="407" y="1189"/>
                </a:lnTo>
                <a:lnTo>
                  <a:pt x="407" y="407"/>
                </a:lnTo>
                <a:lnTo>
                  <a:pt x="18161" y="407"/>
                </a:lnTo>
                <a:lnTo>
                  <a:pt x="18161" y="1189"/>
                </a:lnTo>
                <a:lnTo>
                  <a:pt x="18161" y="1251"/>
                </a:lnTo>
                <a:lnTo>
                  <a:pt x="18223" y="1314"/>
                </a:lnTo>
                <a:lnTo>
                  <a:pt x="18286" y="1376"/>
                </a:lnTo>
                <a:lnTo>
                  <a:pt x="18442" y="1376"/>
                </a:lnTo>
                <a:lnTo>
                  <a:pt x="18505" y="1314"/>
                </a:lnTo>
                <a:lnTo>
                  <a:pt x="18536" y="1251"/>
                </a:lnTo>
                <a:lnTo>
                  <a:pt x="18536" y="1189"/>
                </a:lnTo>
                <a:lnTo>
                  <a:pt x="18536" y="220"/>
                </a:lnTo>
                <a:lnTo>
                  <a:pt x="18536" y="126"/>
                </a:lnTo>
                <a:lnTo>
                  <a:pt x="18505" y="63"/>
                </a:lnTo>
                <a:lnTo>
                  <a:pt x="18442" y="32"/>
                </a:lnTo>
                <a:lnTo>
                  <a:pt x="18348" y="1"/>
                </a:lnTo>
                <a:close/>
              </a:path>
            </a:pathLst>
          </a:custGeom>
          <a:solidFill>
            <a:srgbClr val="03C8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6" name="Google Shape;356;p4"/>
          <p:cNvGrpSpPr/>
          <p:nvPr/>
        </p:nvGrpSpPr>
        <p:grpSpPr>
          <a:xfrm>
            <a:off x="4908471" y="4070048"/>
            <a:ext cx="595200" cy="595200"/>
            <a:chOff x="5024749" y="2869674"/>
            <a:chExt cx="595200" cy="595200"/>
          </a:xfrm>
        </p:grpSpPr>
        <p:sp>
          <p:nvSpPr>
            <p:cNvPr id="357" name="Google Shape;357;p4"/>
            <p:cNvSpPr/>
            <p:nvPr/>
          </p:nvSpPr>
          <p:spPr>
            <a:xfrm>
              <a:off x="5024749" y="2869674"/>
              <a:ext cx="595200" cy="595200"/>
            </a:xfrm>
            <a:prstGeom prst="ellipse">
              <a:avLst/>
            </a:prstGeom>
            <a:noFill/>
            <a:ln cap="flat" cmpd="sng" w="762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4"/>
            <p:cNvSpPr/>
            <p:nvPr/>
          </p:nvSpPr>
          <p:spPr>
            <a:xfrm>
              <a:off x="5206075" y="2982749"/>
              <a:ext cx="278643" cy="383600"/>
            </a:xfrm>
            <a:custGeom>
              <a:rect b="b" l="l" r="r" t="t"/>
              <a:pathLst>
                <a:path extrusionOk="0" h="2815" w="2033">
                  <a:moveTo>
                    <a:pt x="376" y="1"/>
                  </a:moveTo>
                  <a:lnTo>
                    <a:pt x="1" y="1501"/>
                  </a:lnTo>
                  <a:lnTo>
                    <a:pt x="845" y="1501"/>
                  </a:lnTo>
                  <a:lnTo>
                    <a:pt x="251" y="2814"/>
                  </a:lnTo>
                  <a:lnTo>
                    <a:pt x="2032" y="814"/>
                  </a:lnTo>
                  <a:lnTo>
                    <a:pt x="1095" y="876"/>
                  </a:lnTo>
                  <a:lnTo>
                    <a:pt x="1439"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59" name="Google Shape;359;p4"/>
          <p:cNvCxnSpPr/>
          <p:nvPr/>
        </p:nvCxnSpPr>
        <p:spPr>
          <a:xfrm rot="10800000">
            <a:off x="4604200" y="1459700"/>
            <a:ext cx="4101300" cy="0"/>
          </a:xfrm>
          <a:prstGeom prst="straightConnector1">
            <a:avLst/>
          </a:prstGeom>
          <a:noFill/>
          <a:ln cap="flat" cmpd="sng" w="9525">
            <a:solidFill>
              <a:schemeClr val="accent3"/>
            </a:solidFill>
            <a:prstDash val="solid"/>
            <a:round/>
            <a:headEnd len="sm" w="sm" type="none"/>
            <a:tailEnd len="sm" w="sm" type="none"/>
          </a:ln>
        </p:spPr>
      </p:cxnSp>
      <p:cxnSp>
        <p:nvCxnSpPr>
          <p:cNvPr id="360" name="Google Shape;360;p4"/>
          <p:cNvCxnSpPr/>
          <p:nvPr/>
        </p:nvCxnSpPr>
        <p:spPr>
          <a:xfrm rot="10800000">
            <a:off x="4604200" y="3923850"/>
            <a:ext cx="4101300" cy="0"/>
          </a:xfrm>
          <a:prstGeom prst="straightConnector1">
            <a:avLst/>
          </a:prstGeom>
          <a:noFill/>
          <a:ln cap="flat" cmpd="sng" w="9525">
            <a:solidFill>
              <a:schemeClr val="accent6"/>
            </a:solidFill>
            <a:prstDash val="solid"/>
            <a:round/>
            <a:headEnd len="sm" w="sm" type="none"/>
            <a:tailEnd len="sm" w="sm" type="none"/>
          </a:ln>
        </p:spPr>
      </p:cxnSp>
      <p:cxnSp>
        <p:nvCxnSpPr>
          <p:cNvPr id="361" name="Google Shape;361;p4"/>
          <p:cNvCxnSpPr/>
          <p:nvPr/>
        </p:nvCxnSpPr>
        <p:spPr>
          <a:xfrm rot="10800000">
            <a:off x="4604200" y="2697800"/>
            <a:ext cx="4101300" cy="0"/>
          </a:xfrm>
          <a:prstGeom prst="straightConnector1">
            <a:avLst/>
          </a:prstGeom>
          <a:noFill/>
          <a:ln cap="flat" cmpd="sng" w="9525">
            <a:solidFill>
              <a:schemeClr val="accent1"/>
            </a:solidFill>
            <a:prstDash val="solid"/>
            <a:round/>
            <a:headEnd len="sm" w="sm" type="none"/>
            <a:tailEnd len="sm" w="sm" type="none"/>
          </a:ln>
        </p:spPr>
      </p:cxnSp>
      <p:grpSp>
        <p:nvGrpSpPr>
          <p:cNvPr id="362" name="Google Shape;362;p4"/>
          <p:cNvGrpSpPr/>
          <p:nvPr/>
        </p:nvGrpSpPr>
        <p:grpSpPr>
          <a:xfrm>
            <a:off x="4908471" y="2869669"/>
            <a:ext cx="595200" cy="595200"/>
            <a:chOff x="5024749" y="4032249"/>
            <a:chExt cx="595200" cy="595200"/>
          </a:xfrm>
        </p:grpSpPr>
        <p:sp>
          <p:nvSpPr>
            <p:cNvPr id="363" name="Google Shape;363;p4"/>
            <p:cNvSpPr/>
            <p:nvPr/>
          </p:nvSpPr>
          <p:spPr>
            <a:xfrm>
              <a:off x="5154265" y="4164446"/>
              <a:ext cx="336170" cy="330792"/>
            </a:xfrm>
            <a:custGeom>
              <a:rect b="b" l="l" r="r" t="t"/>
              <a:pathLst>
                <a:path extrusionOk="0" h="2908" w="2939">
                  <a:moveTo>
                    <a:pt x="2938" y="1"/>
                  </a:moveTo>
                  <a:lnTo>
                    <a:pt x="2532" y="188"/>
                  </a:lnTo>
                  <a:lnTo>
                    <a:pt x="2188" y="407"/>
                  </a:lnTo>
                  <a:lnTo>
                    <a:pt x="1876" y="689"/>
                  </a:lnTo>
                  <a:lnTo>
                    <a:pt x="1626" y="1001"/>
                  </a:lnTo>
                  <a:lnTo>
                    <a:pt x="1438" y="1345"/>
                  </a:lnTo>
                  <a:lnTo>
                    <a:pt x="1282" y="1720"/>
                  </a:lnTo>
                  <a:lnTo>
                    <a:pt x="1188" y="2126"/>
                  </a:lnTo>
                  <a:lnTo>
                    <a:pt x="1157" y="2595"/>
                  </a:lnTo>
                  <a:lnTo>
                    <a:pt x="1157" y="2314"/>
                  </a:lnTo>
                  <a:lnTo>
                    <a:pt x="1063" y="2126"/>
                  </a:lnTo>
                  <a:lnTo>
                    <a:pt x="938" y="1970"/>
                  </a:lnTo>
                  <a:lnTo>
                    <a:pt x="782" y="1845"/>
                  </a:lnTo>
                  <a:lnTo>
                    <a:pt x="594" y="1783"/>
                  </a:lnTo>
                  <a:lnTo>
                    <a:pt x="375" y="1720"/>
                  </a:lnTo>
                  <a:lnTo>
                    <a:pt x="0" y="1720"/>
                  </a:lnTo>
                  <a:lnTo>
                    <a:pt x="0" y="1814"/>
                  </a:lnTo>
                  <a:lnTo>
                    <a:pt x="63" y="1970"/>
                  </a:lnTo>
                  <a:lnTo>
                    <a:pt x="250" y="2251"/>
                  </a:lnTo>
                  <a:lnTo>
                    <a:pt x="469" y="2501"/>
                  </a:lnTo>
                  <a:lnTo>
                    <a:pt x="657" y="2689"/>
                  </a:lnTo>
                  <a:lnTo>
                    <a:pt x="875" y="2814"/>
                  </a:lnTo>
                  <a:lnTo>
                    <a:pt x="1063" y="2877"/>
                  </a:lnTo>
                  <a:lnTo>
                    <a:pt x="1251" y="2908"/>
                  </a:lnTo>
                  <a:lnTo>
                    <a:pt x="1438" y="2908"/>
                  </a:lnTo>
                  <a:lnTo>
                    <a:pt x="1469" y="2877"/>
                  </a:lnTo>
                  <a:lnTo>
                    <a:pt x="2313" y="1095"/>
                  </a:lnTo>
                  <a:lnTo>
                    <a:pt x="2345" y="1032"/>
                  </a:lnTo>
                  <a:lnTo>
                    <a:pt x="2407" y="1064"/>
                  </a:lnTo>
                  <a:lnTo>
                    <a:pt x="2470" y="1095"/>
                  </a:lnTo>
                  <a:lnTo>
                    <a:pt x="2470" y="1157"/>
                  </a:lnTo>
                  <a:lnTo>
                    <a:pt x="1657" y="2877"/>
                  </a:lnTo>
                  <a:lnTo>
                    <a:pt x="1657" y="2877"/>
                  </a:lnTo>
                  <a:lnTo>
                    <a:pt x="1844" y="2783"/>
                  </a:lnTo>
                  <a:lnTo>
                    <a:pt x="2032" y="2689"/>
                  </a:lnTo>
                  <a:lnTo>
                    <a:pt x="2220" y="2564"/>
                  </a:lnTo>
                  <a:lnTo>
                    <a:pt x="2376" y="2408"/>
                  </a:lnTo>
                  <a:lnTo>
                    <a:pt x="2595" y="2126"/>
                  </a:lnTo>
                  <a:lnTo>
                    <a:pt x="2751" y="1845"/>
                  </a:lnTo>
                  <a:lnTo>
                    <a:pt x="2845" y="1564"/>
                  </a:lnTo>
                  <a:lnTo>
                    <a:pt x="2907" y="1282"/>
                  </a:lnTo>
                  <a:lnTo>
                    <a:pt x="2938" y="970"/>
                  </a:lnTo>
                  <a:lnTo>
                    <a:pt x="2938" y="657"/>
                  </a:lnTo>
                  <a:lnTo>
                    <a:pt x="2938"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4"/>
            <p:cNvSpPr/>
            <p:nvPr/>
          </p:nvSpPr>
          <p:spPr>
            <a:xfrm>
              <a:off x="5024749" y="4032249"/>
              <a:ext cx="595200" cy="595200"/>
            </a:xfrm>
            <a:prstGeom prst="ellipse">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365" name="Google Shape;365;p4"/>
          <p:cNvPicPr preferRelativeResize="0"/>
          <p:nvPr/>
        </p:nvPicPr>
        <p:blipFill rotWithShape="1">
          <a:blip r:embed="rId3">
            <a:alphaModFix/>
          </a:blip>
          <a:srcRect b="0" l="0" r="0" t="0"/>
          <a:stretch/>
        </p:blipFill>
        <p:spPr>
          <a:xfrm>
            <a:off x="4756770" y="1494674"/>
            <a:ext cx="898602" cy="8986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
          <p:cNvSpPr txBox="1"/>
          <p:nvPr>
            <p:ph type="title"/>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lang="en-NL">
                <a:solidFill>
                  <a:schemeClr val="dk1"/>
                </a:solidFill>
              </a:rPr>
              <a:t>Business Challenge and Objective</a:t>
            </a:r>
            <a:endParaRPr/>
          </a:p>
        </p:txBody>
      </p:sp>
      <p:sp>
        <p:nvSpPr>
          <p:cNvPr id="371" name="Google Shape;371;p5"/>
          <p:cNvSpPr/>
          <p:nvPr/>
        </p:nvSpPr>
        <p:spPr>
          <a:xfrm>
            <a:off x="2417184" y="1928868"/>
            <a:ext cx="816121" cy="559754"/>
          </a:xfrm>
          <a:custGeom>
            <a:rect b="b" l="l" r="r" t="t"/>
            <a:pathLst>
              <a:path extrusionOk="0" h="6976" w="10171">
                <a:moveTo>
                  <a:pt x="4947" y="1"/>
                </a:moveTo>
                <a:lnTo>
                  <a:pt x="4824" y="62"/>
                </a:lnTo>
                <a:lnTo>
                  <a:pt x="4701" y="154"/>
                </a:lnTo>
                <a:lnTo>
                  <a:pt x="4578" y="247"/>
                </a:lnTo>
                <a:lnTo>
                  <a:pt x="0" y="6975"/>
                </a:lnTo>
                <a:lnTo>
                  <a:pt x="10170" y="6975"/>
                </a:lnTo>
                <a:lnTo>
                  <a:pt x="5592" y="247"/>
                </a:lnTo>
                <a:lnTo>
                  <a:pt x="5500" y="154"/>
                </a:lnTo>
                <a:lnTo>
                  <a:pt x="5377" y="62"/>
                </a:lnTo>
                <a:lnTo>
                  <a:pt x="5224" y="1"/>
                </a:lnTo>
                <a:close/>
              </a:path>
            </a:pathLst>
          </a:custGeom>
          <a:solidFill>
            <a:srgbClr val="799B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5"/>
          <p:cNvSpPr/>
          <p:nvPr/>
        </p:nvSpPr>
        <p:spPr>
          <a:xfrm>
            <a:off x="2417184" y="1928868"/>
            <a:ext cx="409304" cy="559754"/>
          </a:xfrm>
          <a:custGeom>
            <a:rect b="b" l="l" r="r" t="t"/>
            <a:pathLst>
              <a:path extrusionOk="0" h="6976" w="5101">
                <a:moveTo>
                  <a:pt x="4947" y="1"/>
                </a:moveTo>
                <a:lnTo>
                  <a:pt x="4824" y="62"/>
                </a:lnTo>
                <a:lnTo>
                  <a:pt x="4701" y="154"/>
                </a:lnTo>
                <a:lnTo>
                  <a:pt x="4578" y="247"/>
                </a:lnTo>
                <a:lnTo>
                  <a:pt x="0" y="6975"/>
                </a:lnTo>
                <a:lnTo>
                  <a:pt x="5101" y="6975"/>
                </a:lnTo>
                <a:lnTo>
                  <a:pt x="5101" y="1"/>
                </a:lnTo>
                <a:close/>
              </a:path>
            </a:pathLst>
          </a:custGeom>
          <a:solidFill>
            <a:srgbClr val="5873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
          <p:cNvSpPr/>
          <p:nvPr/>
        </p:nvSpPr>
        <p:spPr>
          <a:xfrm>
            <a:off x="1354587" y="1568919"/>
            <a:ext cx="1301814" cy="919711"/>
          </a:xfrm>
          <a:custGeom>
            <a:rect b="b" l="l" r="r" t="t"/>
            <a:pathLst>
              <a:path extrusionOk="0" h="11462" w="16224">
                <a:moveTo>
                  <a:pt x="8112" y="1"/>
                </a:moveTo>
                <a:lnTo>
                  <a:pt x="7866" y="31"/>
                </a:lnTo>
                <a:lnTo>
                  <a:pt x="7651" y="124"/>
                </a:lnTo>
                <a:lnTo>
                  <a:pt x="7467" y="247"/>
                </a:lnTo>
                <a:lnTo>
                  <a:pt x="7282" y="462"/>
                </a:lnTo>
                <a:lnTo>
                  <a:pt x="0" y="11461"/>
                </a:lnTo>
                <a:lnTo>
                  <a:pt x="16224" y="11461"/>
                </a:lnTo>
                <a:lnTo>
                  <a:pt x="8942" y="462"/>
                </a:lnTo>
                <a:lnTo>
                  <a:pt x="8757" y="247"/>
                </a:lnTo>
                <a:lnTo>
                  <a:pt x="8573" y="124"/>
                </a:lnTo>
                <a:lnTo>
                  <a:pt x="8358" y="31"/>
                </a:lnTo>
                <a:lnTo>
                  <a:pt x="8112" y="1"/>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5"/>
          <p:cNvSpPr/>
          <p:nvPr/>
        </p:nvSpPr>
        <p:spPr>
          <a:xfrm>
            <a:off x="1354587" y="1568919"/>
            <a:ext cx="1301814" cy="919711"/>
          </a:xfrm>
          <a:custGeom>
            <a:rect b="b" l="l" r="r" t="t"/>
            <a:pathLst>
              <a:path extrusionOk="0" fill="none" h="11462" w="16224">
                <a:moveTo>
                  <a:pt x="16224" y="11461"/>
                </a:moveTo>
                <a:lnTo>
                  <a:pt x="0" y="11461"/>
                </a:lnTo>
                <a:lnTo>
                  <a:pt x="7282" y="462"/>
                </a:lnTo>
                <a:lnTo>
                  <a:pt x="7282" y="462"/>
                </a:lnTo>
                <a:lnTo>
                  <a:pt x="7467" y="247"/>
                </a:lnTo>
                <a:lnTo>
                  <a:pt x="7651" y="124"/>
                </a:lnTo>
                <a:lnTo>
                  <a:pt x="7866" y="31"/>
                </a:lnTo>
                <a:lnTo>
                  <a:pt x="8112" y="1"/>
                </a:lnTo>
                <a:lnTo>
                  <a:pt x="8112" y="1"/>
                </a:lnTo>
                <a:lnTo>
                  <a:pt x="8358" y="31"/>
                </a:lnTo>
                <a:lnTo>
                  <a:pt x="8573" y="124"/>
                </a:lnTo>
                <a:lnTo>
                  <a:pt x="8757" y="247"/>
                </a:lnTo>
                <a:lnTo>
                  <a:pt x="8942" y="462"/>
                </a:lnTo>
                <a:lnTo>
                  <a:pt x="16224" y="11461"/>
                </a:lnTo>
                <a:lnTo>
                  <a:pt x="16224" y="1146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5"/>
          <p:cNvSpPr/>
          <p:nvPr/>
        </p:nvSpPr>
        <p:spPr>
          <a:xfrm>
            <a:off x="2005481" y="1568919"/>
            <a:ext cx="650907" cy="919711"/>
          </a:xfrm>
          <a:custGeom>
            <a:rect b="b" l="l" r="r" t="t"/>
            <a:pathLst>
              <a:path extrusionOk="0" h="11462" w="8112">
                <a:moveTo>
                  <a:pt x="0" y="1"/>
                </a:moveTo>
                <a:lnTo>
                  <a:pt x="0" y="11461"/>
                </a:lnTo>
                <a:lnTo>
                  <a:pt x="8112" y="11461"/>
                </a:lnTo>
                <a:lnTo>
                  <a:pt x="830" y="462"/>
                </a:lnTo>
                <a:lnTo>
                  <a:pt x="645" y="247"/>
                </a:lnTo>
                <a:lnTo>
                  <a:pt x="461" y="124"/>
                </a:lnTo>
                <a:lnTo>
                  <a:pt x="246" y="31"/>
                </a:lnTo>
                <a:lnTo>
                  <a:pt x="0"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
          <p:cNvSpPr/>
          <p:nvPr/>
        </p:nvSpPr>
        <p:spPr>
          <a:xfrm>
            <a:off x="3245566" y="2025074"/>
            <a:ext cx="342705" cy="340298"/>
          </a:xfrm>
          <a:custGeom>
            <a:rect b="b" l="l" r="r" t="t"/>
            <a:pathLst>
              <a:path extrusionOk="0" h="4241" w="4271">
                <a:moveTo>
                  <a:pt x="1905" y="0"/>
                </a:moveTo>
                <a:lnTo>
                  <a:pt x="1721" y="31"/>
                </a:lnTo>
                <a:lnTo>
                  <a:pt x="1506" y="92"/>
                </a:lnTo>
                <a:lnTo>
                  <a:pt x="1321" y="154"/>
                </a:lnTo>
                <a:lnTo>
                  <a:pt x="1137" y="246"/>
                </a:lnTo>
                <a:lnTo>
                  <a:pt x="953" y="369"/>
                </a:lnTo>
                <a:lnTo>
                  <a:pt x="799" y="492"/>
                </a:lnTo>
                <a:lnTo>
                  <a:pt x="645" y="615"/>
                </a:lnTo>
                <a:lnTo>
                  <a:pt x="492" y="768"/>
                </a:lnTo>
                <a:lnTo>
                  <a:pt x="369" y="922"/>
                </a:lnTo>
                <a:lnTo>
                  <a:pt x="277" y="1106"/>
                </a:lnTo>
                <a:lnTo>
                  <a:pt x="184" y="1290"/>
                </a:lnTo>
                <a:lnTo>
                  <a:pt x="123" y="1475"/>
                </a:lnTo>
                <a:lnTo>
                  <a:pt x="62" y="1690"/>
                </a:lnTo>
                <a:lnTo>
                  <a:pt x="31" y="1905"/>
                </a:lnTo>
                <a:lnTo>
                  <a:pt x="0" y="2120"/>
                </a:lnTo>
                <a:lnTo>
                  <a:pt x="31" y="2335"/>
                </a:lnTo>
                <a:lnTo>
                  <a:pt x="62" y="2550"/>
                </a:lnTo>
                <a:lnTo>
                  <a:pt x="123" y="2735"/>
                </a:lnTo>
                <a:lnTo>
                  <a:pt x="184" y="2950"/>
                </a:lnTo>
                <a:lnTo>
                  <a:pt x="277" y="3134"/>
                </a:lnTo>
                <a:lnTo>
                  <a:pt x="369" y="3318"/>
                </a:lnTo>
                <a:lnTo>
                  <a:pt x="492" y="3472"/>
                </a:lnTo>
                <a:lnTo>
                  <a:pt x="645" y="3626"/>
                </a:lnTo>
                <a:lnTo>
                  <a:pt x="799" y="3749"/>
                </a:lnTo>
                <a:lnTo>
                  <a:pt x="953" y="3871"/>
                </a:lnTo>
                <a:lnTo>
                  <a:pt x="1137" y="3994"/>
                </a:lnTo>
                <a:lnTo>
                  <a:pt x="1321" y="4087"/>
                </a:lnTo>
                <a:lnTo>
                  <a:pt x="1506" y="4148"/>
                </a:lnTo>
                <a:lnTo>
                  <a:pt x="1721" y="4209"/>
                </a:lnTo>
                <a:lnTo>
                  <a:pt x="1905" y="4240"/>
                </a:lnTo>
                <a:lnTo>
                  <a:pt x="2366" y="4240"/>
                </a:lnTo>
                <a:lnTo>
                  <a:pt x="2550" y="4209"/>
                </a:lnTo>
                <a:lnTo>
                  <a:pt x="2765" y="4148"/>
                </a:lnTo>
                <a:lnTo>
                  <a:pt x="2950" y="4087"/>
                </a:lnTo>
                <a:lnTo>
                  <a:pt x="3134" y="3994"/>
                </a:lnTo>
                <a:lnTo>
                  <a:pt x="3318" y="3871"/>
                </a:lnTo>
                <a:lnTo>
                  <a:pt x="3472" y="3749"/>
                </a:lnTo>
                <a:lnTo>
                  <a:pt x="3626" y="3626"/>
                </a:lnTo>
                <a:lnTo>
                  <a:pt x="3779" y="3472"/>
                </a:lnTo>
                <a:lnTo>
                  <a:pt x="3902" y="3318"/>
                </a:lnTo>
                <a:lnTo>
                  <a:pt x="3994" y="3134"/>
                </a:lnTo>
                <a:lnTo>
                  <a:pt x="4087" y="2950"/>
                </a:lnTo>
                <a:lnTo>
                  <a:pt x="4148" y="2735"/>
                </a:lnTo>
                <a:lnTo>
                  <a:pt x="4209" y="2550"/>
                </a:lnTo>
                <a:lnTo>
                  <a:pt x="4240" y="2335"/>
                </a:lnTo>
                <a:lnTo>
                  <a:pt x="4271" y="2120"/>
                </a:lnTo>
                <a:lnTo>
                  <a:pt x="4240" y="1905"/>
                </a:lnTo>
                <a:lnTo>
                  <a:pt x="4209" y="1690"/>
                </a:lnTo>
                <a:lnTo>
                  <a:pt x="4148" y="1475"/>
                </a:lnTo>
                <a:lnTo>
                  <a:pt x="4087" y="1290"/>
                </a:lnTo>
                <a:lnTo>
                  <a:pt x="3994" y="1106"/>
                </a:lnTo>
                <a:lnTo>
                  <a:pt x="3902" y="922"/>
                </a:lnTo>
                <a:lnTo>
                  <a:pt x="3779" y="768"/>
                </a:lnTo>
                <a:lnTo>
                  <a:pt x="3626" y="615"/>
                </a:lnTo>
                <a:lnTo>
                  <a:pt x="3472" y="492"/>
                </a:lnTo>
                <a:lnTo>
                  <a:pt x="3318" y="369"/>
                </a:lnTo>
                <a:lnTo>
                  <a:pt x="3134" y="246"/>
                </a:lnTo>
                <a:lnTo>
                  <a:pt x="2950" y="154"/>
                </a:lnTo>
                <a:lnTo>
                  <a:pt x="2765" y="92"/>
                </a:lnTo>
                <a:lnTo>
                  <a:pt x="2550" y="31"/>
                </a:lnTo>
                <a:lnTo>
                  <a:pt x="2366"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5"/>
          <p:cNvSpPr/>
          <p:nvPr/>
        </p:nvSpPr>
        <p:spPr>
          <a:xfrm>
            <a:off x="3418079" y="2025074"/>
            <a:ext cx="170189" cy="340298"/>
          </a:xfrm>
          <a:custGeom>
            <a:rect b="b" l="l" r="r" t="t"/>
            <a:pathLst>
              <a:path extrusionOk="0" h="4241" w="2121">
                <a:moveTo>
                  <a:pt x="1" y="0"/>
                </a:moveTo>
                <a:lnTo>
                  <a:pt x="1" y="4240"/>
                </a:lnTo>
                <a:lnTo>
                  <a:pt x="216" y="4240"/>
                </a:lnTo>
                <a:lnTo>
                  <a:pt x="400" y="4209"/>
                </a:lnTo>
                <a:lnTo>
                  <a:pt x="615" y="4148"/>
                </a:lnTo>
                <a:lnTo>
                  <a:pt x="800" y="4087"/>
                </a:lnTo>
                <a:lnTo>
                  <a:pt x="984" y="3994"/>
                </a:lnTo>
                <a:lnTo>
                  <a:pt x="1168" y="3871"/>
                </a:lnTo>
                <a:lnTo>
                  <a:pt x="1322" y="3749"/>
                </a:lnTo>
                <a:lnTo>
                  <a:pt x="1476" y="3626"/>
                </a:lnTo>
                <a:lnTo>
                  <a:pt x="1629" y="3472"/>
                </a:lnTo>
                <a:lnTo>
                  <a:pt x="1752" y="3318"/>
                </a:lnTo>
                <a:lnTo>
                  <a:pt x="1844" y="3134"/>
                </a:lnTo>
                <a:lnTo>
                  <a:pt x="1937" y="2950"/>
                </a:lnTo>
                <a:lnTo>
                  <a:pt x="1998" y="2735"/>
                </a:lnTo>
                <a:lnTo>
                  <a:pt x="2059" y="2550"/>
                </a:lnTo>
                <a:lnTo>
                  <a:pt x="2090" y="2335"/>
                </a:lnTo>
                <a:lnTo>
                  <a:pt x="2121" y="2120"/>
                </a:lnTo>
                <a:lnTo>
                  <a:pt x="2090" y="1751"/>
                </a:lnTo>
                <a:lnTo>
                  <a:pt x="1998" y="1444"/>
                </a:lnTo>
                <a:lnTo>
                  <a:pt x="1844" y="1137"/>
                </a:lnTo>
                <a:lnTo>
                  <a:pt x="1691" y="830"/>
                </a:lnTo>
                <a:lnTo>
                  <a:pt x="1844" y="768"/>
                </a:lnTo>
                <a:lnTo>
                  <a:pt x="1937" y="676"/>
                </a:lnTo>
                <a:lnTo>
                  <a:pt x="2029" y="584"/>
                </a:lnTo>
                <a:lnTo>
                  <a:pt x="1906" y="522"/>
                </a:lnTo>
                <a:lnTo>
                  <a:pt x="1660" y="522"/>
                </a:lnTo>
                <a:lnTo>
                  <a:pt x="1568" y="553"/>
                </a:lnTo>
                <a:lnTo>
                  <a:pt x="1599" y="461"/>
                </a:lnTo>
                <a:lnTo>
                  <a:pt x="1629" y="399"/>
                </a:lnTo>
                <a:lnTo>
                  <a:pt x="1629" y="246"/>
                </a:lnTo>
                <a:lnTo>
                  <a:pt x="1629" y="61"/>
                </a:lnTo>
                <a:lnTo>
                  <a:pt x="1476" y="154"/>
                </a:lnTo>
                <a:lnTo>
                  <a:pt x="1384" y="246"/>
                </a:lnTo>
                <a:lnTo>
                  <a:pt x="1322" y="338"/>
                </a:lnTo>
                <a:lnTo>
                  <a:pt x="1291" y="430"/>
                </a:lnTo>
                <a:lnTo>
                  <a:pt x="984" y="246"/>
                </a:lnTo>
                <a:lnTo>
                  <a:pt x="677" y="123"/>
                </a:lnTo>
                <a:lnTo>
                  <a:pt x="339" y="31"/>
                </a:lnTo>
                <a:lnTo>
                  <a:pt x="1" y="0"/>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5"/>
          <p:cNvSpPr/>
          <p:nvPr/>
        </p:nvSpPr>
        <p:spPr>
          <a:xfrm>
            <a:off x="3351561" y="2264184"/>
            <a:ext cx="106077" cy="214562"/>
          </a:xfrm>
          <a:custGeom>
            <a:rect b="b" l="l" r="r" t="t"/>
            <a:pathLst>
              <a:path extrusionOk="0" h="2674" w="1322">
                <a:moveTo>
                  <a:pt x="768" y="0"/>
                </a:moveTo>
                <a:lnTo>
                  <a:pt x="738" y="31"/>
                </a:lnTo>
                <a:lnTo>
                  <a:pt x="707" y="62"/>
                </a:lnTo>
                <a:lnTo>
                  <a:pt x="676" y="123"/>
                </a:lnTo>
                <a:lnTo>
                  <a:pt x="676" y="707"/>
                </a:lnTo>
                <a:lnTo>
                  <a:pt x="215" y="277"/>
                </a:lnTo>
                <a:lnTo>
                  <a:pt x="185" y="246"/>
                </a:lnTo>
                <a:lnTo>
                  <a:pt x="123" y="246"/>
                </a:lnTo>
                <a:lnTo>
                  <a:pt x="92" y="277"/>
                </a:lnTo>
                <a:lnTo>
                  <a:pt x="31" y="308"/>
                </a:lnTo>
                <a:lnTo>
                  <a:pt x="0" y="369"/>
                </a:lnTo>
                <a:lnTo>
                  <a:pt x="31" y="431"/>
                </a:lnTo>
                <a:lnTo>
                  <a:pt x="62" y="461"/>
                </a:lnTo>
                <a:lnTo>
                  <a:pt x="676" y="1045"/>
                </a:lnTo>
                <a:lnTo>
                  <a:pt x="676" y="2674"/>
                </a:lnTo>
                <a:lnTo>
                  <a:pt x="953" y="2674"/>
                </a:lnTo>
                <a:lnTo>
                  <a:pt x="953" y="646"/>
                </a:lnTo>
                <a:lnTo>
                  <a:pt x="1260" y="369"/>
                </a:lnTo>
                <a:lnTo>
                  <a:pt x="1291" y="308"/>
                </a:lnTo>
                <a:lnTo>
                  <a:pt x="1321" y="277"/>
                </a:lnTo>
                <a:lnTo>
                  <a:pt x="1291" y="185"/>
                </a:lnTo>
                <a:lnTo>
                  <a:pt x="1229" y="154"/>
                </a:lnTo>
                <a:lnTo>
                  <a:pt x="1137" y="154"/>
                </a:lnTo>
                <a:lnTo>
                  <a:pt x="1106" y="185"/>
                </a:lnTo>
                <a:lnTo>
                  <a:pt x="953" y="308"/>
                </a:lnTo>
                <a:lnTo>
                  <a:pt x="953" y="123"/>
                </a:lnTo>
                <a:lnTo>
                  <a:pt x="922" y="62"/>
                </a:lnTo>
                <a:lnTo>
                  <a:pt x="891" y="31"/>
                </a:lnTo>
                <a:lnTo>
                  <a:pt x="861" y="0"/>
                </a:lnTo>
                <a:close/>
              </a:path>
            </a:pathLst>
          </a:custGeom>
          <a:solidFill>
            <a:srgbClr val="9E57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
          <p:cNvSpPr/>
          <p:nvPr/>
        </p:nvSpPr>
        <p:spPr>
          <a:xfrm>
            <a:off x="3418079" y="2264184"/>
            <a:ext cx="39558" cy="214562"/>
          </a:xfrm>
          <a:custGeom>
            <a:rect b="b" l="l" r="r" t="t"/>
            <a:pathLst>
              <a:path extrusionOk="0" h="2674" w="493">
                <a:moveTo>
                  <a:pt x="1" y="0"/>
                </a:moveTo>
                <a:lnTo>
                  <a:pt x="1" y="2674"/>
                </a:lnTo>
                <a:lnTo>
                  <a:pt x="124" y="2674"/>
                </a:lnTo>
                <a:lnTo>
                  <a:pt x="124" y="646"/>
                </a:lnTo>
                <a:lnTo>
                  <a:pt x="431" y="369"/>
                </a:lnTo>
                <a:lnTo>
                  <a:pt x="462" y="308"/>
                </a:lnTo>
                <a:lnTo>
                  <a:pt x="492" y="277"/>
                </a:lnTo>
                <a:lnTo>
                  <a:pt x="462" y="185"/>
                </a:lnTo>
                <a:lnTo>
                  <a:pt x="400" y="154"/>
                </a:lnTo>
                <a:lnTo>
                  <a:pt x="308" y="154"/>
                </a:lnTo>
                <a:lnTo>
                  <a:pt x="277" y="185"/>
                </a:lnTo>
                <a:lnTo>
                  <a:pt x="124" y="308"/>
                </a:lnTo>
                <a:lnTo>
                  <a:pt x="124" y="123"/>
                </a:lnTo>
                <a:lnTo>
                  <a:pt x="93" y="62"/>
                </a:lnTo>
                <a:lnTo>
                  <a:pt x="62" y="31"/>
                </a:lnTo>
                <a:lnTo>
                  <a:pt x="32" y="0"/>
                </a:lnTo>
                <a:close/>
              </a:path>
            </a:pathLst>
          </a:custGeom>
          <a:solidFill>
            <a:srgbClr val="BF69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5"/>
          <p:cNvSpPr/>
          <p:nvPr/>
        </p:nvSpPr>
        <p:spPr>
          <a:xfrm>
            <a:off x="1159848" y="1867245"/>
            <a:ext cx="263829" cy="498130"/>
          </a:xfrm>
          <a:custGeom>
            <a:rect b="b" l="l" r="r" t="t"/>
            <a:pathLst>
              <a:path extrusionOk="0" h="6208" w="3288">
                <a:moveTo>
                  <a:pt x="1659" y="1"/>
                </a:moveTo>
                <a:lnTo>
                  <a:pt x="1321" y="31"/>
                </a:lnTo>
                <a:lnTo>
                  <a:pt x="1014" y="123"/>
                </a:lnTo>
                <a:lnTo>
                  <a:pt x="707" y="277"/>
                </a:lnTo>
                <a:lnTo>
                  <a:pt x="461" y="492"/>
                </a:lnTo>
                <a:lnTo>
                  <a:pt x="277" y="738"/>
                </a:lnTo>
                <a:lnTo>
                  <a:pt x="123" y="1015"/>
                </a:lnTo>
                <a:lnTo>
                  <a:pt x="31" y="1322"/>
                </a:lnTo>
                <a:lnTo>
                  <a:pt x="0" y="1660"/>
                </a:lnTo>
                <a:lnTo>
                  <a:pt x="0" y="4579"/>
                </a:lnTo>
                <a:lnTo>
                  <a:pt x="31" y="4886"/>
                </a:lnTo>
                <a:lnTo>
                  <a:pt x="123" y="5193"/>
                </a:lnTo>
                <a:lnTo>
                  <a:pt x="277" y="5500"/>
                </a:lnTo>
                <a:lnTo>
                  <a:pt x="461" y="5746"/>
                </a:lnTo>
                <a:lnTo>
                  <a:pt x="707" y="5931"/>
                </a:lnTo>
                <a:lnTo>
                  <a:pt x="1014" y="6084"/>
                </a:lnTo>
                <a:lnTo>
                  <a:pt x="1321" y="6176"/>
                </a:lnTo>
                <a:lnTo>
                  <a:pt x="1659" y="6207"/>
                </a:lnTo>
                <a:lnTo>
                  <a:pt x="1967" y="6176"/>
                </a:lnTo>
                <a:lnTo>
                  <a:pt x="2274" y="6084"/>
                </a:lnTo>
                <a:lnTo>
                  <a:pt x="2581" y="5931"/>
                </a:lnTo>
                <a:lnTo>
                  <a:pt x="2827" y="5746"/>
                </a:lnTo>
                <a:lnTo>
                  <a:pt x="3011" y="5500"/>
                </a:lnTo>
                <a:lnTo>
                  <a:pt x="3165" y="5193"/>
                </a:lnTo>
                <a:lnTo>
                  <a:pt x="3257" y="4886"/>
                </a:lnTo>
                <a:lnTo>
                  <a:pt x="3288" y="4579"/>
                </a:lnTo>
                <a:lnTo>
                  <a:pt x="3288" y="1660"/>
                </a:lnTo>
                <a:lnTo>
                  <a:pt x="3257" y="1322"/>
                </a:lnTo>
                <a:lnTo>
                  <a:pt x="3165" y="1015"/>
                </a:lnTo>
                <a:lnTo>
                  <a:pt x="3011" y="738"/>
                </a:lnTo>
                <a:lnTo>
                  <a:pt x="2827" y="492"/>
                </a:lnTo>
                <a:lnTo>
                  <a:pt x="2581" y="277"/>
                </a:lnTo>
                <a:lnTo>
                  <a:pt x="2274" y="123"/>
                </a:lnTo>
                <a:lnTo>
                  <a:pt x="1967" y="31"/>
                </a:lnTo>
                <a:lnTo>
                  <a:pt x="1659" y="1"/>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5"/>
          <p:cNvSpPr/>
          <p:nvPr/>
        </p:nvSpPr>
        <p:spPr>
          <a:xfrm>
            <a:off x="1159848" y="1867245"/>
            <a:ext cx="263829" cy="498130"/>
          </a:xfrm>
          <a:custGeom>
            <a:rect b="b" l="l" r="r" t="t"/>
            <a:pathLst>
              <a:path extrusionOk="0" fill="none" h="6208" w="3288">
                <a:moveTo>
                  <a:pt x="1659" y="6207"/>
                </a:moveTo>
                <a:lnTo>
                  <a:pt x="1659" y="6207"/>
                </a:lnTo>
                <a:lnTo>
                  <a:pt x="1321" y="6176"/>
                </a:lnTo>
                <a:lnTo>
                  <a:pt x="1014" y="6084"/>
                </a:lnTo>
                <a:lnTo>
                  <a:pt x="707" y="5931"/>
                </a:lnTo>
                <a:lnTo>
                  <a:pt x="461" y="5746"/>
                </a:lnTo>
                <a:lnTo>
                  <a:pt x="277" y="5500"/>
                </a:lnTo>
                <a:lnTo>
                  <a:pt x="123" y="5193"/>
                </a:lnTo>
                <a:lnTo>
                  <a:pt x="31" y="4886"/>
                </a:lnTo>
                <a:lnTo>
                  <a:pt x="0" y="4579"/>
                </a:lnTo>
                <a:lnTo>
                  <a:pt x="0" y="1660"/>
                </a:lnTo>
                <a:lnTo>
                  <a:pt x="0" y="1660"/>
                </a:lnTo>
                <a:lnTo>
                  <a:pt x="31" y="1322"/>
                </a:lnTo>
                <a:lnTo>
                  <a:pt x="123" y="1015"/>
                </a:lnTo>
                <a:lnTo>
                  <a:pt x="277" y="738"/>
                </a:lnTo>
                <a:lnTo>
                  <a:pt x="461" y="492"/>
                </a:lnTo>
                <a:lnTo>
                  <a:pt x="707" y="277"/>
                </a:lnTo>
                <a:lnTo>
                  <a:pt x="1014" y="123"/>
                </a:lnTo>
                <a:lnTo>
                  <a:pt x="1321" y="31"/>
                </a:lnTo>
                <a:lnTo>
                  <a:pt x="1659" y="1"/>
                </a:lnTo>
                <a:lnTo>
                  <a:pt x="1659" y="1"/>
                </a:lnTo>
                <a:lnTo>
                  <a:pt x="1967" y="31"/>
                </a:lnTo>
                <a:lnTo>
                  <a:pt x="2274" y="123"/>
                </a:lnTo>
                <a:lnTo>
                  <a:pt x="2581" y="277"/>
                </a:lnTo>
                <a:lnTo>
                  <a:pt x="2827" y="492"/>
                </a:lnTo>
                <a:lnTo>
                  <a:pt x="3011" y="738"/>
                </a:lnTo>
                <a:lnTo>
                  <a:pt x="3165" y="1015"/>
                </a:lnTo>
                <a:lnTo>
                  <a:pt x="3257" y="1322"/>
                </a:lnTo>
                <a:lnTo>
                  <a:pt x="3288" y="1660"/>
                </a:lnTo>
                <a:lnTo>
                  <a:pt x="3288" y="4579"/>
                </a:lnTo>
                <a:lnTo>
                  <a:pt x="3288" y="4579"/>
                </a:lnTo>
                <a:lnTo>
                  <a:pt x="3257" y="4886"/>
                </a:lnTo>
                <a:lnTo>
                  <a:pt x="3165" y="5193"/>
                </a:lnTo>
                <a:lnTo>
                  <a:pt x="3011" y="5500"/>
                </a:lnTo>
                <a:lnTo>
                  <a:pt x="2827" y="5746"/>
                </a:lnTo>
                <a:lnTo>
                  <a:pt x="2581" y="5931"/>
                </a:lnTo>
                <a:lnTo>
                  <a:pt x="2274" y="6084"/>
                </a:lnTo>
                <a:lnTo>
                  <a:pt x="1967" y="6176"/>
                </a:lnTo>
                <a:lnTo>
                  <a:pt x="1659" y="6207"/>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5"/>
          <p:cNvSpPr/>
          <p:nvPr/>
        </p:nvSpPr>
        <p:spPr>
          <a:xfrm>
            <a:off x="1159848" y="1867245"/>
            <a:ext cx="133198" cy="498130"/>
          </a:xfrm>
          <a:custGeom>
            <a:rect b="b" l="l" r="r" t="t"/>
            <a:pathLst>
              <a:path extrusionOk="0" h="6208" w="1660">
                <a:moveTo>
                  <a:pt x="1659" y="1"/>
                </a:moveTo>
                <a:lnTo>
                  <a:pt x="1321" y="31"/>
                </a:lnTo>
                <a:lnTo>
                  <a:pt x="1014" y="123"/>
                </a:lnTo>
                <a:lnTo>
                  <a:pt x="707" y="277"/>
                </a:lnTo>
                <a:lnTo>
                  <a:pt x="492" y="492"/>
                </a:lnTo>
                <a:lnTo>
                  <a:pt x="277" y="738"/>
                </a:lnTo>
                <a:lnTo>
                  <a:pt x="123" y="1015"/>
                </a:lnTo>
                <a:lnTo>
                  <a:pt x="31" y="1322"/>
                </a:lnTo>
                <a:lnTo>
                  <a:pt x="0" y="1660"/>
                </a:lnTo>
                <a:lnTo>
                  <a:pt x="0" y="4579"/>
                </a:lnTo>
                <a:lnTo>
                  <a:pt x="31" y="4886"/>
                </a:lnTo>
                <a:lnTo>
                  <a:pt x="123" y="5193"/>
                </a:lnTo>
                <a:lnTo>
                  <a:pt x="277" y="5500"/>
                </a:lnTo>
                <a:lnTo>
                  <a:pt x="492" y="5746"/>
                </a:lnTo>
                <a:lnTo>
                  <a:pt x="707" y="5931"/>
                </a:lnTo>
                <a:lnTo>
                  <a:pt x="1014" y="6084"/>
                </a:lnTo>
                <a:lnTo>
                  <a:pt x="1321" y="6176"/>
                </a:lnTo>
                <a:lnTo>
                  <a:pt x="1659" y="6207"/>
                </a:lnTo>
                <a:lnTo>
                  <a:pt x="1659"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5"/>
          <p:cNvSpPr/>
          <p:nvPr/>
        </p:nvSpPr>
        <p:spPr>
          <a:xfrm>
            <a:off x="1280607" y="2241958"/>
            <a:ext cx="86418" cy="246658"/>
          </a:xfrm>
          <a:custGeom>
            <a:rect b="b" l="l" r="r" t="t"/>
            <a:pathLst>
              <a:path extrusionOk="0" h="3074" w="1077">
                <a:moveTo>
                  <a:pt x="154" y="1"/>
                </a:moveTo>
                <a:lnTo>
                  <a:pt x="93" y="32"/>
                </a:lnTo>
                <a:lnTo>
                  <a:pt x="31" y="62"/>
                </a:lnTo>
                <a:lnTo>
                  <a:pt x="1" y="93"/>
                </a:lnTo>
                <a:lnTo>
                  <a:pt x="1" y="155"/>
                </a:lnTo>
                <a:lnTo>
                  <a:pt x="1" y="3073"/>
                </a:lnTo>
                <a:lnTo>
                  <a:pt x="277" y="3073"/>
                </a:lnTo>
                <a:lnTo>
                  <a:pt x="277" y="1199"/>
                </a:lnTo>
                <a:lnTo>
                  <a:pt x="1015" y="554"/>
                </a:lnTo>
                <a:lnTo>
                  <a:pt x="1045" y="523"/>
                </a:lnTo>
                <a:lnTo>
                  <a:pt x="1076" y="462"/>
                </a:lnTo>
                <a:lnTo>
                  <a:pt x="1015" y="370"/>
                </a:lnTo>
                <a:lnTo>
                  <a:pt x="984" y="308"/>
                </a:lnTo>
                <a:lnTo>
                  <a:pt x="861" y="308"/>
                </a:lnTo>
                <a:lnTo>
                  <a:pt x="830" y="339"/>
                </a:lnTo>
                <a:lnTo>
                  <a:pt x="277" y="800"/>
                </a:lnTo>
                <a:lnTo>
                  <a:pt x="277" y="155"/>
                </a:lnTo>
                <a:lnTo>
                  <a:pt x="277" y="93"/>
                </a:lnTo>
                <a:lnTo>
                  <a:pt x="246" y="62"/>
                </a:lnTo>
                <a:lnTo>
                  <a:pt x="185" y="32"/>
                </a:lnTo>
                <a:lnTo>
                  <a:pt x="154" y="1"/>
                </a:lnTo>
                <a:close/>
              </a:path>
            </a:pathLst>
          </a:custGeom>
          <a:solidFill>
            <a:srgbClr val="9E57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5"/>
          <p:cNvSpPr/>
          <p:nvPr/>
        </p:nvSpPr>
        <p:spPr>
          <a:xfrm>
            <a:off x="1218984" y="2069446"/>
            <a:ext cx="83931" cy="147963"/>
          </a:xfrm>
          <a:custGeom>
            <a:rect b="b" l="l" r="r" t="t"/>
            <a:pathLst>
              <a:path extrusionOk="0" h="1844" w="1046">
                <a:moveTo>
                  <a:pt x="861" y="0"/>
                </a:moveTo>
                <a:lnTo>
                  <a:pt x="799" y="31"/>
                </a:lnTo>
                <a:lnTo>
                  <a:pt x="769" y="92"/>
                </a:lnTo>
                <a:lnTo>
                  <a:pt x="769" y="123"/>
                </a:lnTo>
                <a:lnTo>
                  <a:pt x="769" y="799"/>
                </a:lnTo>
                <a:lnTo>
                  <a:pt x="246" y="307"/>
                </a:lnTo>
                <a:lnTo>
                  <a:pt x="185" y="277"/>
                </a:lnTo>
                <a:lnTo>
                  <a:pt x="123" y="277"/>
                </a:lnTo>
                <a:lnTo>
                  <a:pt x="62" y="307"/>
                </a:lnTo>
                <a:lnTo>
                  <a:pt x="31" y="338"/>
                </a:lnTo>
                <a:lnTo>
                  <a:pt x="0" y="430"/>
                </a:lnTo>
                <a:lnTo>
                  <a:pt x="0" y="492"/>
                </a:lnTo>
                <a:lnTo>
                  <a:pt x="31" y="522"/>
                </a:lnTo>
                <a:lnTo>
                  <a:pt x="769" y="1168"/>
                </a:lnTo>
                <a:lnTo>
                  <a:pt x="769" y="1690"/>
                </a:lnTo>
                <a:lnTo>
                  <a:pt x="769" y="1751"/>
                </a:lnTo>
                <a:lnTo>
                  <a:pt x="799" y="1782"/>
                </a:lnTo>
                <a:lnTo>
                  <a:pt x="861" y="1813"/>
                </a:lnTo>
                <a:lnTo>
                  <a:pt x="922" y="1844"/>
                </a:lnTo>
                <a:lnTo>
                  <a:pt x="984" y="1813"/>
                </a:lnTo>
                <a:lnTo>
                  <a:pt x="1014" y="1782"/>
                </a:lnTo>
                <a:lnTo>
                  <a:pt x="1045" y="1751"/>
                </a:lnTo>
                <a:lnTo>
                  <a:pt x="1045" y="1690"/>
                </a:lnTo>
                <a:lnTo>
                  <a:pt x="1045" y="123"/>
                </a:lnTo>
                <a:lnTo>
                  <a:pt x="1045" y="92"/>
                </a:lnTo>
                <a:lnTo>
                  <a:pt x="1014" y="31"/>
                </a:lnTo>
                <a:lnTo>
                  <a:pt x="984" y="0"/>
                </a:lnTo>
                <a:close/>
              </a:path>
            </a:pathLst>
          </a:custGeom>
          <a:solidFill>
            <a:srgbClr val="9E57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5"/>
          <p:cNvSpPr/>
          <p:nvPr/>
        </p:nvSpPr>
        <p:spPr>
          <a:xfrm>
            <a:off x="1280607" y="2241958"/>
            <a:ext cx="12437" cy="246658"/>
          </a:xfrm>
          <a:custGeom>
            <a:rect b="b" l="l" r="r" t="t"/>
            <a:pathLst>
              <a:path extrusionOk="0" h="3074" w="155">
                <a:moveTo>
                  <a:pt x="154" y="1"/>
                </a:moveTo>
                <a:lnTo>
                  <a:pt x="93" y="32"/>
                </a:lnTo>
                <a:lnTo>
                  <a:pt x="31" y="62"/>
                </a:lnTo>
                <a:lnTo>
                  <a:pt x="1" y="93"/>
                </a:lnTo>
                <a:lnTo>
                  <a:pt x="1" y="155"/>
                </a:lnTo>
                <a:lnTo>
                  <a:pt x="1" y="3073"/>
                </a:lnTo>
                <a:lnTo>
                  <a:pt x="154" y="3073"/>
                </a:lnTo>
                <a:lnTo>
                  <a:pt x="154" y="1"/>
                </a:lnTo>
                <a:close/>
              </a:path>
            </a:pathLst>
          </a:custGeom>
          <a:solidFill>
            <a:srgbClr val="BF69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5"/>
          <p:cNvSpPr/>
          <p:nvPr/>
        </p:nvSpPr>
        <p:spPr>
          <a:xfrm>
            <a:off x="1218984" y="2069446"/>
            <a:ext cx="74062" cy="147963"/>
          </a:xfrm>
          <a:custGeom>
            <a:rect b="b" l="l" r="r" t="t"/>
            <a:pathLst>
              <a:path extrusionOk="0" h="1844" w="923">
                <a:moveTo>
                  <a:pt x="861" y="0"/>
                </a:moveTo>
                <a:lnTo>
                  <a:pt x="799" y="31"/>
                </a:lnTo>
                <a:lnTo>
                  <a:pt x="769" y="92"/>
                </a:lnTo>
                <a:lnTo>
                  <a:pt x="769" y="123"/>
                </a:lnTo>
                <a:lnTo>
                  <a:pt x="769" y="799"/>
                </a:lnTo>
                <a:lnTo>
                  <a:pt x="246" y="307"/>
                </a:lnTo>
                <a:lnTo>
                  <a:pt x="185" y="277"/>
                </a:lnTo>
                <a:lnTo>
                  <a:pt x="123" y="277"/>
                </a:lnTo>
                <a:lnTo>
                  <a:pt x="62" y="307"/>
                </a:lnTo>
                <a:lnTo>
                  <a:pt x="31" y="338"/>
                </a:lnTo>
                <a:lnTo>
                  <a:pt x="0" y="430"/>
                </a:lnTo>
                <a:lnTo>
                  <a:pt x="0" y="492"/>
                </a:lnTo>
                <a:lnTo>
                  <a:pt x="31" y="522"/>
                </a:lnTo>
                <a:lnTo>
                  <a:pt x="769" y="1168"/>
                </a:lnTo>
                <a:lnTo>
                  <a:pt x="769" y="1690"/>
                </a:lnTo>
                <a:lnTo>
                  <a:pt x="769" y="1751"/>
                </a:lnTo>
                <a:lnTo>
                  <a:pt x="799" y="1782"/>
                </a:lnTo>
                <a:lnTo>
                  <a:pt x="861" y="1813"/>
                </a:lnTo>
                <a:lnTo>
                  <a:pt x="922" y="1844"/>
                </a:lnTo>
                <a:lnTo>
                  <a:pt x="922" y="0"/>
                </a:lnTo>
                <a:close/>
              </a:path>
            </a:pathLst>
          </a:custGeom>
          <a:solidFill>
            <a:srgbClr val="BF69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5"/>
          <p:cNvSpPr/>
          <p:nvPr/>
        </p:nvSpPr>
        <p:spPr>
          <a:xfrm>
            <a:off x="2104094" y="1946119"/>
            <a:ext cx="759391" cy="530146"/>
          </a:xfrm>
          <a:custGeom>
            <a:rect b="b" l="l" r="r" t="t"/>
            <a:pathLst>
              <a:path extrusionOk="0" h="6607" w="9464">
                <a:moveTo>
                  <a:pt x="4547" y="1"/>
                </a:moveTo>
                <a:lnTo>
                  <a:pt x="4332" y="62"/>
                </a:lnTo>
                <a:lnTo>
                  <a:pt x="4148" y="124"/>
                </a:lnTo>
                <a:lnTo>
                  <a:pt x="3964" y="185"/>
                </a:lnTo>
                <a:lnTo>
                  <a:pt x="3810" y="308"/>
                </a:lnTo>
                <a:lnTo>
                  <a:pt x="3656" y="431"/>
                </a:lnTo>
                <a:lnTo>
                  <a:pt x="3503" y="585"/>
                </a:lnTo>
                <a:lnTo>
                  <a:pt x="3380" y="769"/>
                </a:lnTo>
                <a:lnTo>
                  <a:pt x="3073" y="1353"/>
                </a:lnTo>
                <a:lnTo>
                  <a:pt x="1997" y="3196"/>
                </a:lnTo>
                <a:lnTo>
                  <a:pt x="0" y="6607"/>
                </a:lnTo>
                <a:lnTo>
                  <a:pt x="9464" y="6607"/>
                </a:lnTo>
                <a:lnTo>
                  <a:pt x="6391" y="1353"/>
                </a:lnTo>
                <a:lnTo>
                  <a:pt x="6084" y="769"/>
                </a:lnTo>
                <a:lnTo>
                  <a:pt x="5961" y="585"/>
                </a:lnTo>
                <a:lnTo>
                  <a:pt x="5807" y="431"/>
                </a:lnTo>
                <a:lnTo>
                  <a:pt x="5654" y="308"/>
                </a:lnTo>
                <a:lnTo>
                  <a:pt x="5500" y="185"/>
                </a:lnTo>
                <a:lnTo>
                  <a:pt x="5316" y="124"/>
                </a:lnTo>
                <a:lnTo>
                  <a:pt x="5131" y="62"/>
                </a:lnTo>
                <a:lnTo>
                  <a:pt x="4916" y="1"/>
                </a:lnTo>
                <a:close/>
              </a:path>
            </a:pathLst>
          </a:custGeom>
          <a:solidFill>
            <a:srgbClr val="628D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5"/>
          <p:cNvSpPr/>
          <p:nvPr/>
        </p:nvSpPr>
        <p:spPr>
          <a:xfrm>
            <a:off x="2104094" y="1946119"/>
            <a:ext cx="379696" cy="530146"/>
          </a:xfrm>
          <a:custGeom>
            <a:rect b="b" l="l" r="r" t="t"/>
            <a:pathLst>
              <a:path extrusionOk="0" h="6607" w="4732">
                <a:moveTo>
                  <a:pt x="4547" y="1"/>
                </a:moveTo>
                <a:lnTo>
                  <a:pt x="4332" y="62"/>
                </a:lnTo>
                <a:lnTo>
                  <a:pt x="4148" y="124"/>
                </a:lnTo>
                <a:lnTo>
                  <a:pt x="3964" y="185"/>
                </a:lnTo>
                <a:lnTo>
                  <a:pt x="3810" y="308"/>
                </a:lnTo>
                <a:lnTo>
                  <a:pt x="3656" y="431"/>
                </a:lnTo>
                <a:lnTo>
                  <a:pt x="3503" y="585"/>
                </a:lnTo>
                <a:lnTo>
                  <a:pt x="3380" y="769"/>
                </a:lnTo>
                <a:lnTo>
                  <a:pt x="0" y="6607"/>
                </a:lnTo>
                <a:lnTo>
                  <a:pt x="4732" y="6607"/>
                </a:lnTo>
                <a:lnTo>
                  <a:pt x="4732" y="1"/>
                </a:lnTo>
                <a:close/>
              </a:path>
            </a:pathLst>
          </a:custGeom>
          <a:solidFill>
            <a:srgbClr val="9DC1B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5"/>
          <p:cNvSpPr/>
          <p:nvPr/>
        </p:nvSpPr>
        <p:spPr>
          <a:xfrm>
            <a:off x="2350587" y="1946119"/>
            <a:ext cx="266317" cy="123409"/>
          </a:xfrm>
          <a:custGeom>
            <a:rect b="b" l="l" r="r" t="t"/>
            <a:pathLst>
              <a:path extrusionOk="0" h="1538" w="3319">
                <a:moveTo>
                  <a:pt x="1475" y="1"/>
                </a:moveTo>
                <a:lnTo>
                  <a:pt x="1260" y="62"/>
                </a:lnTo>
                <a:lnTo>
                  <a:pt x="1076" y="124"/>
                </a:lnTo>
                <a:lnTo>
                  <a:pt x="892" y="185"/>
                </a:lnTo>
                <a:lnTo>
                  <a:pt x="738" y="308"/>
                </a:lnTo>
                <a:lnTo>
                  <a:pt x="584" y="431"/>
                </a:lnTo>
                <a:lnTo>
                  <a:pt x="431" y="585"/>
                </a:lnTo>
                <a:lnTo>
                  <a:pt x="308" y="769"/>
                </a:lnTo>
                <a:lnTo>
                  <a:pt x="1" y="1353"/>
                </a:lnTo>
                <a:lnTo>
                  <a:pt x="124" y="1414"/>
                </a:lnTo>
                <a:lnTo>
                  <a:pt x="277" y="1476"/>
                </a:lnTo>
                <a:lnTo>
                  <a:pt x="431" y="1506"/>
                </a:lnTo>
                <a:lnTo>
                  <a:pt x="584" y="1537"/>
                </a:lnTo>
                <a:lnTo>
                  <a:pt x="738" y="1506"/>
                </a:lnTo>
                <a:lnTo>
                  <a:pt x="861" y="1506"/>
                </a:lnTo>
                <a:lnTo>
                  <a:pt x="1137" y="1383"/>
                </a:lnTo>
                <a:lnTo>
                  <a:pt x="1383" y="1506"/>
                </a:lnTo>
                <a:lnTo>
                  <a:pt x="1506" y="1506"/>
                </a:lnTo>
                <a:lnTo>
                  <a:pt x="1660" y="1537"/>
                </a:lnTo>
                <a:lnTo>
                  <a:pt x="1813" y="1506"/>
                </a:lnTo>
                <a:lnTo>
                  <a:pt x="1936" y="1506"/>
                </a:lnTo>
                <a:lnTo>
                  <a:pt x="2182" y="1383"/>
                </a:lnTo>
                <a:lnTo>
                  <a:pt x="2459" y="1506"/>
                </a:lnTo>
                <a:lnTo>
                  <a:pt x="2582" y="1506"/>
                </a:lnTo>
                <a:lnTo>
                  <a:pt x="2735" y="1537"/>
                </a:lnTo>
                <a:lnTo>
                  <a:pt x="2889" y="1506"/>
                </a:lnTo>
                <a:lnTo>
                  <a:pt x="3042" y="1476"/>
                </a:lnTo>
                <a:lnTo>
                  <a:pt x="3196" y="1414"/>
                </a:lnTo>
                <a:lnTo>
                  <a:pt x="3319" y="1353"/>
                </a:lnTo>
                <a:lnTo>
                  <a:pt x="3012" y="769"/>
                </a:lnTo>
                <a:lnTo>
                  <a:pt x="2889" y="585"/>
                </a:lnTo>
                <a:lnTo>
                  <a:pt x="2735" y="431"/>
                </a:lnTo>
                <a:lnTo>
                  <a:pt x="2582" y="308"/>
                </a:lnTo>
                <a:lnTo>
                  <a:pt x="2428" y="185"/>
                </a:lnTo>
                <a:lnTo>
                  <a:pt x="2244" y="124"/>
                </a:lnTo>
                <a:lnTo>
                  <a:pt x="2059" y="62"/>
                </a:lnTo>
                <a:lnTo>
                  <a:pt x="1844"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5"/>
          <p:cNvSpPr/>
          <p:nvPr/>
        </p:nvSpPr>
        <p:spPr>
          <a:xfrm>
            <a:off x="2350587" y="1946119"/>
            <a:ext cx="133198" cy="123409"/>
          </a:xfrm>
          <a:custGeom>
            <a:rect b="b" l="l" r="r" t="t"/>
            <a:pathLst>
              <a:path extrusionOk="0" h="1538" w="1660">
                <a:moveTo>
                  <a:pt x="1475" y="1"/>
                </a:moveTo>
                <a:lnTo>
                  <a:pt x="1260" y="62"/>
                </a:lnTo>
                <a:lnTo>
                  <a:pt x="1076" y="124"/>
                </a:lnTo>
                <a:lnTo>
                  <a:pt x="892" y="185"/>
                </a:lnTo>
                <a:lnTo>
                  <a:pt x="738" y="308"/>
                </a:lnTo>
                <a:lnTo>
                  <a:pt x="584" y="431"/>
                </a:lnTo>
                <a:lnTo>
                  <a:pt x="431" y="585"/>
                </a:lnTo>
                <a:lnTo>
                  <a:pt x="308" y="769"/>
                </a:lnTo>
                <a:lnTo>
                  <a:pt x="1" y="1353"/>
                </a:lnTo>
                <a:lnTo>
                  <a:pt x="124" y="1414"/>
                </a:lnTo>
                <a:lnTo>
                  <a:pt x="277" y="1476"/>
                </a:lnTo>
                <a:lnTo>
                  <a:pt x="431" y="1506"/>
                </a:lnTo>
                <a:lnTo>
                  <a:pt x="584" y="1537"/>
                </a:lnTo>
                <a:lnTo>
                  <a:pt x="738" y="1506"/>
                </a:lnTo>
                <a:lnTo>
                  <a:pt x="861" y="1506"/>
                </a:lnTo>
                <a:lnTo>
                  <a:pt x="1137" y="1383"/>
                </a:lnTo>
                <a:lnTo>
                  <a:pt x="1383" y="1506"/>
                </a:lnTo>
                <a:lnTo>
                  <a:pt x="1506" y="1506"/>
                </a:lnTo>
                <a:lnTo>
                  <a:pt x="1660" y="1537"/>
                </a:lnTo>
                <a:lnTo>
                  <a:pt x="166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5"/>
          <p:cNvSpPr/>
          <p:nvPr/>
        </p:nvSpPr>
        <p:spPr>
          <a:xfrm>
            <a:off x="2582315" y="1564024"/>
            <a:ext cx="22307" cy="64192"/>
          </a:xfrm>
          <a:custGeom>
            <a:rect b="b" l="l" r="r" t="t"/>
            <a:pathLst>
              <a:path extrusionOk="0" h="800" w="278">
                <a:moveTo>
                  <a:pt x="1" y="0"/>
                </a:moveTo>
                <a:lnTo>
                  <a:pt x="1" y="799"/>
                </a:lnTo>
                <a:lnTo>
                  <a:pt x="277" y="799"/>
                </a:lnTo>
                <a:lnTo>
                  <a:pt x="277"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5"/>
          <p:cNvSpPr/>
          <p:nvPr/>
        </p:nvSpPr>
        <p:spPr>
          <a:xfrm>
            <a:off x="2592185" y="1564024"/>
            <a:ext cx="12437" cy="64192"/>
          </a:xfrm>
          <a:custGeom>
            <a:rect b="b" l="l" r="r" t="t"/>
            <a:pathLst>
              <a:path extrusionOk="0" h="800" w="155">
                <a:moveTo>
                  <a:pt x="1" y="0"/>
                </a:moveTo>
                <a:lnTo>
                  <a:pt x="1" y="799"/>
                </a:lnTo>
                <a:lnTo>
                  <a:pt x="154" y="799"/>
                </a:lnTo>
                <a:lnTo>
                  <a:pt x="154" y="0"/>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5"/>
          <p:cNvSpPr/>
          <p:nvPr/>
        </p:nvSpPr>
        <p:spPr>
          <a:xfrm>
            <a:off x="2579908" y="1443186"/>
            <a:ext cx="27201" cy="74062"/>
          </a:xfrm>
          <a:custGeom>
            <a:rect b="b" l="l" r="r" t="t"/>
            <a:pathLst>
              <a:path extrusionOk="0" h="923" w="339">
                <a:moveTo>
                  <a:pt x="0" y="1"/>
                </a:moveTo>
                <a:lnTo>
                  <a:pt x="0" y="922"/>
                </a:lnTo>
                <a:lnTo>
                  <a:pt x="338" y="922"/>
                </a:lnTo>
                <a:lnTo>
                  <a:pt x="338"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5"/>
          <p:cNvSpPr/>
          <p:nvPr/>
        </p:nvSpPr>
        <p:spPr>
          <a:xfrm>
            <a:off x="2592185" y="1443186"/>
            <a:ext cx="14925" cy="74062"/>
          </a:xfrm>
          <a:custGeom>
            <a:rect b="b" l="l" r="r" t="t"/>
            <a:pathLst>
              <a:path extrusionOk="0" h="923" w="186">
                <a:moveTo>
                  <a:pt x="1" y="1"/>
                </a:moveTo>
                <a:lnTo>
                  <a:pt x="1" y="922"/>
                </a:lnTo>
                <a:lnTo>
                  <a:pt x="185" y="922"/>
                </a:lnTo>
                <a:lnTo>
                  <a:pt x="185" y="1"/>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
          <p:cNvSpPr/>
          <p:nvPr/>
        </p:nvSpPr>
        <p:spPr>
          <a:xfrm>
            <a:off x="2560169" y="1120226"/>
            <a:ext cx="66599" cy="350167"/>
          </a:xfrm>
          <a:custGeom>
            <a:rect b="b" l="l" r="r" t="t"/>
            <a:pathLst>
              <a:path extrusionOk="0" h="4364" w="830">
                <a:moveTo>
                  <a:pt x="400" y="1"/>
                </a:moveTo>
                <a:lnTo>
                  <a:pt x="308" y="31"/>
                </a:lnTo>
                <a:lnTo>
                  <a:pt x="215" y="62"/>
                </a:lnTo>
                <a:lnTo>
                  <a:pt x="154" y="154"/>
                </a:lnTo>
                <a:lnTo>
                  <a:pt x="154" y="246"/>
                </a:lnTo>
                <a:lnTo>
                  <a:pt x="0" y="3903"/>
                </a:lnTo>
                <a:lnTo>
                  <a:pt x="0" y="4087"/>
                </a:lnTo>
                <a:lnTo>
                  <a:pt x="92" y="4241"/>
                </a:lnTo>
                <a:lnTo>
                  <a:pt x="185" y="4333"/>
                </a:lnTo>
                <a:lnTo>
                  <a:pt x="246" y="4364"/>
                </a:lnTo>
                <a:lnTo>
                  <a:pt x="584" y="4364"/>
                </a:lnTo>
                <a:lnTo>
                  <a:pt x="646" y="4333"/>
                </a:lnTo>
                <a:lnTo>
                  <a:pt x="738" y="4210"/>
                </a:lnTo>
                <a:lnTo>
                  <a:pt x="830" y="4087"/>
                </a:lnTo>
                <a:lnTo>
                  <a:pt x="830" y="3903"/>
                </a:lnTo>
                <a:lnTo>
                  <a:pt x="676" y="246"/>
                </a:lnTo>
                <a:lnTo>
                  <a:pt x="646" y="154"/>
                </a:lnTo>
                <a:lnTo>
                  <a:pt x="584" y="62"/>
                </a:lnTo>
                <a:lnTo>
                  <a:pt x="492" y="31"/>
                </a:lnTo>
                <a:lnTo>
                  <a:pt x="400"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5"/>
          <p:cNvSpPr/>
          <p:nvPr/>
        </p:nvSpPr>
        <p:spPr>
          <a:xfrm>
            <a:off x="2560169" y="1120226"/>
            <a:ext cx="32096" cy="350167"/>
          </a:xfrm>
          <a:custGeom>
            <a:rect b="b" l="l" r="r" t="t"/>
            <a:pathLst>
              <a:path extrusionOk="0" h="4364" w="400">
                <a:moveTo>
                  <a:pt x="400" y="1"/>
                </a:moveTo>
                <a:lnTo>
                  <a:pt x="308" y="31"/>
                </a:lnTo>
                <a:lnTo>
                  <a:pt x="215" y="62"/>
                </a:lnTo>
                <a:lnTo>
                  <a:pt x="154" y="154"/>
                </a:lnTo>
                <a:lnTo>
                  <a:pt x="154" y="246"/>
                </a:lnTo>
                <a:lnTo>
                  <a:pt x="0" y="3903"/>
                </a:lnTo>
                <a:lnTo>
                  <a:pt x="0" y="4087"/>
                </a:lnTo>
                <a:lnTo>
                  <a:pt x="92" y="4241"/>
                </a:lnTo>
                <a:lnTo>
                  <a:pt x="185" y="4333"/>
                </a:lnTo>
                <a:lnTo>
                  <a:pt x="246" y="4364"/>
                </a:lnTo>
                <a:lnTo>
                  <a:pt x="400" y="4364"/>
                </a:lnTo>
                <a:lnTo>
                  <a:pt x="40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5"/>
          <p:cNvSpPr/>
          <p:nvPr/>
        </p:nvSpPr>
        <p:spPr>
          <a:xfrm>
            <a:off x="2607029" y="1536904"/>
            <a:ext cx="78956" cy="54322"/>
          </a:xfrm>
          <a:custGeom>
            <a:rect b="b" l="l" r="r" t="t"/>
            <a:pathLst>
              <a:path extrusionOk="0" h="677" w="984">
                <a:moveTo>
                  <a:pt x="154" y="0"/>
                </a:moveTo>
                <a:lnTo>
                  <a:pt x="0" y="338"/>
                </a:lnTo>
                <a:lnTo>
                  <a:pt x="860" y="676"/>
                </a:lnTo>
                <a:lnTo>
                  <a:pt x="983" y="338"/>
                </a:lnTo>
                <a:lnTo>
                  <a:pt x="15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5"/>
          <p:cNvSpPr/>
          <p:nvPr/>
        </p:nvSpPr>
        <p:spPr>
          <a:xfrm>
            <a:off x="2607029" y="1551668"/>
            <a:ext cx="73981" cy="39558"/>
          </a:xfrm>
          <a:custGeom>
            <a:rect b="b" l="l" r="r" t="t"/>
            <a:pathLst>
              <a:path extrusionOk="0" h="493" w="922">
                <a:moveTo>
                  <a:pt x="62" y="1"/>
                </a:moveTo>
                <a:lnTo>
                  <a:pt x="0" y="154"/>
                </a:lnTo>
                <a:lnTo>
                  <a:pt x="860" y="492"/>
                </a:lnTo>
                <a:lnTo>
                  <a:pt x="922" y="339"/>
                </a:lnTo>
                <a:lnTo>
                  <a:pt x="62" y="1"/>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5"/>
          <p:cNvSpPr/>
          <p:nvPr/>
        </p:nvSpPr>
        <p:spPr>
          <a:xfrm>
            <a:off x="2653808" y="1546773"/>
            <a:ext cx="330509" cy="165214"/>
          </a:xfrm>
          <a:custGeom>
            <a:rect b="b" l="l" r="r" t="t"/>
            <a:pathLst>
              <a:path extrusionOk="0" h="2059" w="4119">
                <a:moveTo>
                  <a:pt x="308" y="0"/>
                </a:moveTo>
                <a:lnTo>
                  <a:pt x="155" y="62"/>
                </a:lnTo>
                <a:lnTo>
                  <a:pt x="124" y="123"/>
                </a:lnTo>
                <a:lnTo>
                  <a:pt x="62" y="185"/>
                </a:lnTo>
                <a:lnTo>
                  <a:pt x="1" y="338"/>
                </a:lnTo>
                <a:lnTo>
                  <a:pt x="1" y="430"/>
                </a:lnTo>
                <a:lnTo>
                  <a:pt x="1" y="492"/>
                </a:lnTo>
                <a:lnTo>
                  <a:pt x="32" y="645"/>
                </a:lnTo>
                <a:lnTo>
                  <a:pt x="155" y="768"/>
                </a:lnTo>
                <a:lnTo>
                  <a:pt x="339" y="830"/>
                </a:lnTo>
                <a:lnTo>
                  <a:pt x="3749" y="2059"/>
                </a:lnTo>
                <a:lnTo>
                  <a:pt x="3872" y="2059"/>
                </a:lnTo>
                <a:lnTo>
                  <a:pt x="3964" y="2028"/>
                </a:lnTo>
                <a:lnTo>
                  <a:pt x="4026" y="1997"/>
                </a:lnTo>
                <a:lnTo>
                  <a:pt x="4087" y="1905"/>
                </a:lnTo>
                <a:lnTo>
                  <a:pt x="4118" y="1813"/>
                </a:lnTo>
                <a:lnTo>
                  <a:pt x="4087" y="1721"/>
                </a:lnTo>
                <a:lnTo>
                  <a:pt x="4026" y="1629"/>
                </a:lnTo>
                <a:lnTo>
                  <a:pt x="3964" y="1567"/>
                </a:lnTo>
                <a:lnTo>
                  <a:pt x="646" y="62"/>
                </a:lnTo>
                <a:lnTo>
                  <a:pt x="462" y="0"/>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5"/>
          <p:cNvSpPr/>
          <p:nvPr/>
        </p:nvSpPr>
        <p:spPr>
          <a:xfrm>
            <a:off x="2656295" y="1546773"/>
            <a:ext cx="328021" cy="152937"/>
          </a:xfrm>
          <a:custGeom>
            <a:rect b="b" l="l" r="r" t="t"/>
            <a:pathLst>
              <a:path extrusionOk="0" h="1906" w="4088">
                <a:moveTo>
                  <a:pt x="277" y="0"/>
                </a:moveTo>
                <a:lnTo>
                  <a:pt x="124" y="62"/>
                </a:lnTo>
                <a:lnTo>
                  <a:pt x="93" y="123"/>
                </a:lnTo>
                <a:lnTo>
                  <a:pt x="31" y="185"/>
                </a:lnTo>
                <a:lnTo>
                  <a:pt x="1" y="277"/>
                </a:lnTo>
                <a:lnTo>
                  <a:pt x="4056" y="1905"/>
                </a:lnTo>
                <a:lnTo>
                  <a:pt x="4087" y="1813"/>
                </a:lnTo>
                <a:lnTo>
                  <a:pt x="4056" y="1721"/>
                </a:lnTo>
                <a:lnTo>
                  <a:pt x="3995" y="1629"/>
                </a:lnTo>
                <a:lnTo>
                  <a:pt x="3933" y="1567"/>
                </a:lnTo>
                <a:lnTo>
                  <a:pt x="615" y="62"/>
                </a:lnTo>
                <a:lnTo>
                  <a:pt x="43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5"/>
          <p:cNvSpPr/>
          <p:nvPr/>
        </p:nvSpPr>
        <p:spPr>
          <a:xfrm>
            <a:off x="2498546" y="1536904"/>
            <a:ext cx="81444" cy="54322"/>
          </a:xfrm>
          <a:custGeom>
            <a:rect b="b" l="l" r="r" t="t"/>
            <a:pathLst>
              <a:path extrusionOk="0" h="677" w="1015">
                <a:moveTo>
                  <a:pt x="860" y="0"/>
                </a:moveTo>
                <a:lnTo>
                  <a:pt x="0" y="338"/>
                </a:lnTo>
                <a:lnTo>
                  <a:pt x="154" y="676"/>
                </a:lnTo>
                <a:lnTo>
                  <a:pt x="1014" y="338"/>
                </a:lnTo>
                <a:lnTo>
                  <a:pt x="86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5"/>
          <p:cNvSpPr/>
          <p:nvPr/>
        </p:nvSpPr>
        <p:spPr>
          <a:xfrm>
            <a:off x="2505928" y="1551668"/>
            <a:ext cx="74062" cy="39558"/>
          </a:xfrm>
          <a:custGeom>
            <a:rect b="b" l="l" r="r" t="t"/>
            <a:pathLst>
              <a:path extrusionOk="0" h="493" w="923">
                <a:moveTo>
                  <a:pt x="830" y="1"/>
                </a:moveTo>
                <a:lnTo>
                  <a:pt x="0" y="339"/>
                </a:lnTo>
                <a:lnTo>
                  <a:pt x="62" y="492"/>
                </a:lnTo>
                <a:lnTo>
                  <a:pt x="922" y="154"/>
                </a:lnTo>
                <a:lnTo>
                  <a:pt x="830" y="1"/>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5"/>
          <p:cNvSpPr/>
          <p:nvPr/>
        </p:nvSpPr>
        <p:spPr>
          <a:xfrm>
            <a:off x="2202707" y="1546773"/>
            <a:ext cx="330428" cy="165214"/>
          </a:xfrm>
          <a:custGeom>
            <a:rect b="b" l="l" r="r" t="t"/>
            <a:pathLst>
              <a:path extrusionOk="0" h="2059" w="4118">
                <a:moveTo>
                  <a:pt x="3656" y="0"/>
                </a:moveTo>
                <a:lnTo>
                  <a:pt x="3472" y="62"/>
                </a:lnTo>
                <a:lnTo>
                  <a:pt x="154" y="1567"/>
                </a:lnTo>
                <a:lnTo>
                  <a:pt x="62" y="1629"/>
                </a:lnTo>
                <a:lnTo>
                  <a:pt x="31" y="1721"/>
                </a:lnTo>
                <a:lnTo>
                  <a:pt x="0" y="1813"/>
                </a:lnTo>
                <a:lnTo>
                  <a:pt x="31" y="1905"/>
                </a:lnTo>
                <a:lnTo>
                  <a:pt x="62" y="1997"/>
                </a:lnTo>
                <a:lnTo>
                  <a:pt x="154" y="2028"/>
                </a:lnTo>
                <a:lnTo>
                  <a:pt x="246" y="2059"/>
                </a:lnTo>
                <a:lnTo>
                  <a:pt x="338" y="2059"/>
                </a:lnTo>
                <a:lnTo>
                  <a:pt x="3779" y="830"/>
                </a:lnTo>
                <a:lnTo>
                  <a:pt x="3964" y="768"/>
                </a:lnTo>
                <a:lnTo>
                  <a:pt x="4056" y="645"/>
                </a:lnTo>
                <a:lnTo>
                  <a:pt x="4117" y="492"/>
                </a:lnTo>
                <a:lnTo>
                  <a:pt x="4117" y="430"/>
                </a:lnTo>
                <a:lnTo>
                  <a:pt x="4117" y="338"/>
                </a:lnTo>
                <a:lnTo>
                  <a:pt x="4025" y="185"/>
                </a:lnTo>
                <a:lnTo>
                  <a:pt x="3994" y="123"/>
                </a:lnTo>
                <a:lnTo>
                  <a:pt x="3964" y="62"/>
                </a:lnTo>
                <a:lnTo>
                  <a:pt x="3810" y="0"/>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5"/>
          <p:cNvSpPr/>
          <p:nvPr/>
        </p:nvSpPr>
        <p:spPr>
          <a:xfrm>
            <a:off x="2202707" y="1546773"/>
            <a:ext cx="327941" cy="152937"/>
          </a:xfrm>
          <a:custGeom>
            <a:rect b="b" l="l" r="r" t="t"/>
            <a:pathLst>
              <a:path extrusionOk="0" h="1906" w="4087">
                <a:moveTo>
                  <a:pt x="3656" y="0"/>
                </a:moveTo>
                <a:lnTo>
                  <a:pt x="3472" y="62"/>
                </a:lnTo>
                <a:lnTo>
                  <a:pt x="154" y="1567"/>
                </a:lnTo>
                <a:lnTo>
                  <a:pt x="62" y="1629"/>
                </a:lnTo>
                <a:lnTo>
                  <a:pt x="31" y="1721"/>
                </a:lnTo>
                <a:lnTo>
                  <a:pt x="0" y="1813"/>
                </a:lnTo>
                <a:lnTo>
                  <a:pt x="31" y="1905"/>
                </a:lnTo>
                <a:lnTo>
                  <a:pt x="4087" y="277"/>
                </a:lnTo>
                <a:lnTo>
                  <a:pt x="4025" y="185"/>
                </a:lnTo>
                <a:lnTo>
                  <a:pt x="3994" y="123"/>
                </a:lnTo>
                <a:lnTo>
                  <a:pt x="3964" y="62"/>
                </a:lnTo>
                <a:lnTo>
                  <a:pt x="381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5"/>
          <p:cNvSpPr/>
          <p:nvPr/>
        </p:nvSpPr>
        <p:spPr>
          <a:xfrm>
            <a:off x="2550300" y="1605909"/>
            <a:ext cx="86338" cy="882720"/>
          </a:xfrm>
          <a:custGeom>
            <a:rect b="b" l="l" r="r" t="t"/>
            <a:pathLst>
              <a:path extrusionOk="0" h="11001" w="1076">
                <a:moveTo>
                  <a:pt x="523" y="1"/>
                </a:moveTo>
                <a:lnTo>
                  <a:pt x="431" y="31"/>
                </a:lnTo>
                <a:lnTo>
                  <a:pt x="338" y="93"/>
                </a:lnTo>
                <a:lnTo>
                  <a:pt x="277" y="185"/>
                </a:lnTo>
                <a:lnTo>
                  <a:pt x="246" y="277"/>
                </a:lnTo>
                <a:lnTo>
                  <a:pt x="0" y="11000"/>
                </a:lnTo>
                <a:lnTo>
                  <a:pt x="1076" y="11000"/>
                </a:lnTo>
                <a:lnTo>
                  <a:pt x="799" y="277"/>
                </a:lnTo>
                <a:lnTo>
                  <a:pt x="799" y="185"/>
                </a:lnTo>
                <a:lnTo>
                  <a:pt x="738" y="93"/>
                </a:lnTo>
                <a:lnTo>
                  <a:pt x="646" y="31"/>
                </a:lnTo>
                <a:lnTo>
                  <a:pt x="52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5"/>
          <p:cNvSpPr/>
          <p:nvPr/>
        </p:nvSpPr>
        <p:spPr>
          <a:xfrm>
            <a:off x="2592185" y="1605909"/>
            <a:ext cx="44453" cy="882720"/>
          </a:xfrm>
          <a:custGeom>
            <a:rect b="b" l="l" r="r" t="t"/>
            <a:pathLst>
              <a:path extrusionOk="0" h="11001" w="554">
                <a:moveTo>
                  <a:pt x="1" y="1"/>
                </a:moveTo>
                <a:lnTo>
                  <a:pt x="1" y="11000"/>
                </a:lnTo>
                <a:lnTo>
                  <a:pt x="554" y="11000"/>
                </a:lnTo>
                <a:lnTo>
                  <a:pt x="277" y="277"/>
                </a:lnTo>
                <a:lnTo>
                  <a:pt x="277" y="185"/>
                </a:lnTo>
                <a:lnTo>
                  <a:pt x="216" y="93"/>
                </a:lnTo>
                <a:lnTo>
                  <a:pt x="124" y="31"/>
                </a:lnTo>
                <a:lnTo>
                  <a:pt x="1"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5"/>
          <p:cNvSpPr/>
          <p:nvPr/>
        </p:nvSpPr>
        <p:spPr>
          <a:xfrm>
            <a:off x="2555195" y="1499914"/>
            <a:ext cx="76549" cy="76469"/>
          </a:xfrm>
          <a:custGeom>
            <a:rect b="b" l="l" r="r" t="t"/>
            <a:pathLst>
              <a:path extrusionOk="0" h="953" w="954">
                <a:moveTo>
                  <a:pt x="370" y="0"/>
                </a:moveTo>
                <a:lnTo>
                  <a:pt x="277" y="31"/>
                </a:lnTo>
                <a:lnTo>
                  <a:pt x="124" y="154"/>
                </a:lnTo>
                <a:lnTo>
                  <a:pt x="32" y="308"/>
                </a:lnTo>
                <a:lnTo>
                  <a:pt x="1" y="400"/>
                </a:lnTo>
                <a:lnTo>
                  <a:pt x="1" y="492"/>
                </a:lnTo>
                <a:lnTo>
                  <a:pt x="1" y="584"/>
                </a:lnTo>
                <a:lnTo>
                  <a:pt x="32" y="676"/>
                </a:lnTo>
                <a:lnTo>
                  <a:pt x="124" y="830"/>
                </a:lnTo>
                <a:lnTo>
                  <a:pt x="277" y="922"/>
                </a:lnTo>
                <a:lnTo>
                  <a:pt x="370" y="953"/>
                </a:lnTo>
                <a:lnTo>
                  <a:pt x="585" y="953"/>
                </a:lnTo>
                <a:lnTo>
                  <a:pt x="677" y="922"/>
                </a:lnTo>
                <a:lnTo>
                  <a:pt x="830" y="830"/>
                </a:lnTo>
                <a:lnTo>
                  <a:pt x="923" y="676"/>
                </a:lnTo>
                <a:lnTo>
                  <a:pt x="953" y="584"/>
                </a:lnTo>
                <a:lnTo>
                  <a:pt x="953" y="492"/>
                </a:lnTo>
                <a:lnTo>
                  <a:pt x="953" y="400"/>
                </a:lnTo>
                <a:lnTo>
                  <a:pt x="923" y="308"/>
                </a:lnTo>
                <a:lnTo>
                  <a:pt x="830" y="154"/>
                </a:lnTo>
                <a:lnTo>
                  <a:pt x="677" y="31"/>
                </a:lnTo>
                <a:lnTo>
                  <a:pt x="585" y="0"/>
                </a:lnTo>
                <a:close/>
              </a:path>
            </a:pathLst>
          </a:custGeom>
          <a:solidFill>
            <a:srgbClr val="3E7B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5"/>
          <p:cNvSpPr/>
          <p:nvPr/>
        </p:nvSpPr>
        <p:spPr>
          <a:xfrm>
            <a:off x="2570039" y="1514678"/>
            <a:ext cx="46860" cy="46940"/>
          </a:xfrm>
          <a:custGeom>
            <a:rect b="b" l="l" r="r" t="t"/>
            <a:pathLst>
              <a:path extrusionOk="0" h="585" w="584">
                <a:moveTo>
                  <a:pt x="277" y="1"/>
                </a:moveTo>
                <a:lnTo>
                  <a:pt x="185" y="31"/>
                </a:lnTo>
                <a:lnTo>
                  <a:pt x="92" y="93"/>
                </a:lnTo>
                <a:lnTo>
                  <a:pt x="31" y="185"/>
                </a:lnTo>
                <a:lnTo>
                  <a:pt x="0" y="308"/>
                </a:lnTo>
                <a:lnTo>
                  <a:pt x="31" y="400"/>
                </a:lnTo>
                <a:lnTo>
                  <a:pt x="92" y="492"/>
                </a:lnTo>
                <a:lnTo>
                  <a:pt x="185" y="554"/>
                </a:lnTo>
                <a:lnTo>
                  <a:pt x="277" y="585"/>
                </a:lnTo>
                <a:lnTo>
                  <a:pt x="400" y="554"/>
                </a:lnTo>
                <a:lnTo>
                  <a:pt x="492" y="492"/>
                </a:lnTo>
                <a:lnTo>
                  <a:pt x="553" y="400"/>
                </a:lnTo>
                <a:lnTo>
                  <a:pt x="584" y="308"/>
                </a:lnTo>
                <a:lnTo>
                  <a:pt x="553" y="185"/>
                </a:lnTo>
                <a:lnTo>
                  <a:pt x="492" y="93"/>
                </a:lnTo>
                <a:lnTo>
                  <a:pt x="400" y="31"/>
                </a:lnTo>
                <a:lnTo>
                  <a:pt x="277" y="1"/>
                </a:lnTo>
                <a:close/>
              </a:path>
            </a:pathLst>
          </a:custGeom>
          <a:solidFill>
            <a:srgbClr val="5696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5"/>
          <p:cNvSpPr/>
          <p:nvPr/>
        </p:nvSpPr>
        <p:spPr>
          <a:xfrm>
            <a:off x="2089250" y="1788371"/>
            <a:ext cx="17332" cy="46940"/>
          </a:xfrm>
          <a:custGeom>
            <a:rect b="b" l="l" r="r" t="t"/>
            <a:pathLst>
              <a:path extrusionOk="0" h="585" w="216">
                <a:moveTo>
                  <a:pt x="1" y="0"/>
                </a:moveTo>
                <a:lnTo>
                  <a:pt x="1" y="584"/>
                </a:lnTo>
                <a:lnTo>
                  <a:pt x="216" y="584"/>
                </a:ln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5"/>
          <p:cNvSpPr/>
          <p:nvPr/>
        </p:nvSpPr>
        <p:spPr>
          <a:xfrm>
            <a:off x="2099119" y="1788371"/>
            <a:ext cx="7462" cy="46940"/>
          </a:xfrm>
          <a:custGeom>
            <a:rect b="b" l="l" r="r" t="t"/>
            <a:pathLst>
              <a:path extrusionOk="0" h="585" w="93">
                <a:moveTo>
                  <a:pt x="1" y="0"/>
                </a:moveTo>
                <a:lnTo>
                  <a:pt x="1" y="584"/>
                </a:lnTo>
                <a:lnTo>
                  <a:pt x="93" y="584"/>
                </a:lnTo>
                <a:lnTo>
                  <a:pt x="93" y="0"/>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5"/>
          <p:cNvSpPr/>
          <p:nvPr/>
        </p:nvSpPr>
        <p:spPr>
          <a:xfrm>
            <a:off x="2086763" y="1697140"/>
            <a:ext cx="22307" cy="56810"/>
          </a:xfrm>
          <a:custGeom>
            <a:rect b="b" l="l" r="r" t="t"/>
            <a:pathLst>
              <a:path extrusionOk="0" h="708" w="278">
                <a:moveTo>
                  <a:pt x="1" y="0"/>
                </a:moveTo>
                <a:lnTo>
                  <a:pt x="1" y="707"/>
                </a:lnTo>
                <a:lnTo>
                  <a:pt x="277" y="707"/>
                </a:lnTo>
                <a:lnTo>
                  <a:pt x="277"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5"/>
          <p:cNvSpPr/>
          <p:nvPr/>
        </p:nvSpPr>
        <p:spPr>
          <a:xfrm>
            <a:off x="2099119" y="1697140"/>
            <a:ext cx="9950" cy="56810"/>
          </a:xfrm>
          <a:custGeom>
            <a:rect b="b" l="l" r="r" t="t"/>
            <a:pathLst>
              <a:path extrusionOk="0" h="708" w="124">
                <a:moveTo>
                  <a:pt x="1" y="0"/>
                </a:moveTo>
                <a:lnTo>
                  <a:pt x="1" y="707"/>
                </a:lnTo>
                <a:lnTo>
                  <a:pt x="123" y="707"/>
                </a:lnTo>
                <a:lnTo>
                  <a:pt x="123" y="0"/>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5"/>
          <p:cNvSpPr/>
          <p:nvPr/>
        </p:nvSpPr>
        <p:spPr>
          <a:xfrm>
            <a:off x="2071999" y="1450567"/>
            <a:ext cx="51835" cy="266397"/>
          </a:xfrm>
          <a:custGeom>
            <a:rect b="b" l="l" r="r" t="t"/>
            <a:pathLst>
              <a:path extrusionOk="0" h="3320" w="646">
                <a:moveTo>
                  <a:pt x="308" y="1"/>
                </a:moveTo>
                <a:lnTo>
                  <a:pt x="246" y="32"/>
                </a:lnTo>
                <a:lnTo>
                  <a:pt x="185" y="62"/>
                </a:lnTo>
                <a:lnTo>
                  <a:pt x="154" y="124"/>
                </a:lnTo>
                <a:lnTo>
                  <a:pt x="124" y="185"/>
                </a:lnTo>
                <a:lnTo>
                  <a:pt x="1" y="2951"/>
                </a:lnTo>
                <a:lnTo>
                  <a:pt x="31" y="3104"/>
                </a:lnTo>
                <a:lnTo>
                  <a:pt x="62" y="3227"/>
                </a:lnTo>
                <a:lnTo>
                  <a:pt x="154" y="3289"/>
                </a:lnTo>
                <a:lnTo>
                  <a:pt x="246" y="3319"/>
                </a:lnTo>
                <a:lnTo>
                  <a:pt x="400" y="3319"/>
                </a:lnTo>
                <a:lnTo>
                  <a:pt x="492" y="3289"/>
                </a:lnTo>
                <a:lnTo>
                  <a:pt x="584" y="3196"/>
                </a:lnTo>
                <a:lnTo>
                  <a:pt x="646" y="3104"/>
                </a:lnTo>
                <a:lnTo>
                  <a:pt x="646" y="2951"/>
                </a:lnTo>
                <a:lnTo>
                  <a:pt x="523" y="185"/>
                </a:lnTo>
                <a:lnTo>
                  <a:pt x="492" y="124"/>
                </a:lnTo>
                <a:lnTo>
                  <a:pt x="461" y="62"/>
                </a:lnTo>
                <a:lnTo>
                  <a:pt x="400" y="32"/>
                </a:lnTo>
                <a:lnTo>
                  <a:pt x="308"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5"/>
          <p:cNvSpPr/>
          <p:nvPr/>
        </p:nvSpPr>
        <p:spPr>
          <a:xfrm>
            <a:off x="2071999" y="1450567"/>
            <a:ext cx="27201" cy="266397"/>
          </a:xfrm>
          <a:custGeom>
            <a:rect b="b" l="l" r="r" t="t"/>
            <a:pathLst>
              <a:path extrusionOk="0" h="3320" w="339">
                <a:moveTo>
                  <a:pt x="308" y="1"/>
                </a:moveTo>
                <a:lnTo>
                  <a:pt x="246" y="32"/>
                </a:lnTo>
                <a:lnTo>
                  <a:pt x="185" y="62"/>
                </a:lnTo>
                <a:lnTo>
                  <a:pt x="154" y="124"/>
                </a:lnTo>
                <a:lnTo>
                  <a:pt x="124" y="216"/>
                </a:lnTo>
                <a:lnTo>
                  <a:pt x="1" y="2951"/>
                </a:lnTo>
                <a:lnTo>
                  <a:pt x="31" y="3104"/>
                </a:lnTo>
                <a:lnTo>
                  <a:pt x="62" y="3227"/>
                </a:lnTo>
                <a:lnTo>
                  <a:pt x="154" y="3289"/>
                </a:lnTo>
                <a:lnTo>
                  <a:pt x="246" y="3319"/>
                </a:lnTo>
                <a:lnTo>
                  <a:pt x="339" y="3319"/>
                </a:lnTo>
                <a:lnTo>
                  <a:pt x="33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5"/>
          <p:cNvSpPr/>
          <p:nvPr/>
        </p:nvSpPr>
        <p:spPr>
          <a:xfrm>
            <a:off x="2108989" y="1768632"/>
            <a:ext cx="59217" cy="39558"/>
          </a:xfrm>
          <a:custGeom>
            <a:rect b="b" l="l" r="r" t="t"/>
            <a:pathLst>
              <a:path extrusionOk="0" h="493" w="738">
                <a:moveTo>
                  <a:pt x="93" y="1"/>
                </a:moveTo>
                <a:lnTo>
                  <a:pt x="0" y="246"/>
                </a:lnTo>
                <a:lnTo>
                  <a:pt x="646" y="492"/>
                </a:lnTo>
                <a:lnTo>
                  <a:pt x="738" y="246"/>
                </a:lnTo>
                <a:lnTo>
                  <a:pt x="9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5"/>
          <p:cNvSpPr/>
          <p:nvPr/>
        </p:nvSpPr>
        <p:spPr>
          <a:xfrm>
            <a:off x="2108989" y="1778502"/>
            <a:ext cx="56810" cy="29689"/>
          </a:xfrm>
          <a:custGeom>
            <a:rect b="b" l="l" r="r" t="t"/>
            <a:pathLst>
              <a:path extrusionOk="0" h="370" w="708">
                <a:moveTo>
                  <a:pt x="62" y="0"/>
                </a:moveTo>
                <a:lnTo>
                  <a:pt x="0" y="123"/>
                </a:lnTo>
                <a:lnTo>
                  <a:pt x="646" y="369"/>
                </a:lnTo>
                <a:lnTo>
                  <a:pt x="707" y="246"/>
                </a:lnTo>
                <a:lnTo>
                  <a:pt x="62" y="0"/>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5"/>
          <p:cNvSpPr/>
          <p:nvPr/>
        </p:nvSpPr>
        <p:spPr>
          <a:xfrm>
            <a:off x="2143491" y="1773527"/>
            <a:ext cx="251552" cy="125816"/>
          </a:xfrm>
          <a:custGeom>
            <a:rect b="b" l="l" r="r" t="t"/>
            <a:pathLst>
              <a:path extrusionOk="0" h="1568" w="3135">
                <a:moveTo>
                  <a:pt x="369" y="1"/>
                </a:moveTo>
                <a:lnTo>
                  <a:pt x="246" y="32"/>
                </a:lnTo>
                <a:lnTo>
                  <a:pt x="124" y="62"/>
                </a:lnTo>
                <a:lnTo>
                  <a:pt x="62" y="155"/>
                </a:lnTo>
                <a:lnTo>
                  <a:pt x="1" y="278"/>
                </a:lnTo>
                <a:lnTo>
                  <a:pt x="1" y="400"/>
                </a:lnTo>
                <a:lnTo>
                  <a:pt x="31" y="493"/>
                </a:lnTo>
                <a:lnTo>
                  <a:pt x="124" y="585"/>
                </a:lnTo>
                <a:lnTo>
                  <a:pt x="246" y="646"/>
                </a:lnTo>
                <a:lnTo>
                  <a:pt x="2858" y="1568"/>
                </a:lnTo>
                <a:lnTo>
                  <a:pt x="3012" y="1568"/>
                </a:lnTo>
                <a:lnTo>
                  <a:pt x="3073" y="1507"/>
                </a:lnTo>
                <a:lnTo>
                  <a:pt x="3104" y="1445"/>
                </a:lnTo>
                <a:lnTo>
                  <a:pt x="3135" y="1384"/>
                </a:lnTo>
                <a:lnTo>
                  <a:pt x="3104" y="1322"/>
                </a:lnTo>
                <a:lnTo>
                  <a:pt x="3073" y="1230"/>
                </a:lnTo>
                <a:lnTo>
                  <a:pt x="3012" y="1199"/>
                </a:lnTo>
                <a:lnTo>
                  <a:pt x="492" y="62"/>
                </a:lnTo>
                <a:lnTo>
                  <a:pt x="369"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5"/>
          <p:cNvSpPr/>
          <p:nvPr/>
        </p:nvSpPr>
        <p:spPr>
          <a:xfrm>
            <a:off x="2145979" y="1773527"/>
            <a:ext cx="249065" cy="116027"/>
          </a:xfrm>
          <a:custGeom>
            <a:rect b="b" l="l" r="r" t="t"/>
            <a:pathLst>
              <a:path extrusionOk="0" h="1446" w="3104">
                <a:moveTo>
                  <a:pt x="338" y="1"/>
                </a:moveTo>
                <a:lnTo>
                  <a:pt x="215" y="32"/>
                </a:lnTo>
                <a:lnTo>
                  <a:pt x="93" y="62"/>
                </a:lnTo>
                <a:lnTo>
                  <a:pt x="31" y="155"/>
                </a:lnTo>
                <a:lnTo>
                  <a:pt x="0" y="216"/>
                </a:lnTo>
                <a:lnTo>
                  <a:pt x="3073" y="1445"/>
                </a:lnTo>
                <a:lnTo>
                  <a:pt x="3104" y="1384"/>
                </a:lnTo>
                <a:lnTo>
                  <a:pt x="3073" y="1322"/>
                </a:lnTo>
                <a:lnTo>
                  <a:pt x="3042" y="1230"/>
                </a:lnTo>
                <a:lnTo>
                  <a:pt x="2981" y="1199"/>
                </a:lnTo>
                <a:lnTo>
                  <a:pt x="461" y="62"/>
                </a:lnTo>
                <a:lnTo>
                  <a:pt x="338"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5"/>
          <p:cNvSpPr/>
          <p:nvPr/>
        </p:nvSpPr>
        <p:spPr>
          <a:xfrm>
            <a:off x="2027627" y="1768632"/>
            <a:ext cx="59217" cy="39558"/>
          </a:xfrm>
          <a:custGeom>
            <a:rect b="b" l="l" r="r" t="t"/>
            <a:pathLst>
              <a:path extrusionOk="0" h="493" w="738">
                <a:moveTo>
                  <a:pt x="646" y="1"/>
                </a:moveTo>
                <a:lnTo>
                  <a:pt x="1" y="246"/>
                </a:lnTo>
                <a:lnTo>
                  <a:pt x="93" y="492"/>
                </a:lnTo>
                <a:lnTo>
                  <a:pt x="738" y="246"/>
                </a:lnTo>
                <a:lnTo>
                  <a:pt x="64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5"/>
          <p:cNvSpPr/>
          <p:nvPr/>
        </p:nvSpPr>
        <p:spPr>
          <a:xfrm>
            <a:off x="2030114" y="1778502"/>
            <a:ext cx="56730" cy="29689"/>
          </a:xfrm>
          <a:custGeom>
            <a:rect b="b" l="l" r="r" t="t"/>
            <a:pathLst>
              <a:path extrusionOk="0" h="370" w="707">
                <a:moveTo>
                  <a:pt x="676" y="0"/>
                </a:moveTo>
                <a:lnTo>
                  <a:pt x="0" y="246"/>
                </a:lnTo>
                <a:lnTo>
                  <a:pt x="62" y="369"/>
                </a:lnTo>
                <a:lnTo>
                  <a:pt x="707" y="123"/>
                </a:lnTo>
                <a:lnTo>
                  <a:pt x="676" y="0"/>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5"/>
          <p:cNvSpPr/>
          <p:nvPr/>
        </p:nvSpPr>
        <p:spPr>
          <a:xfrm>
            <a:off x="1803280" y="1773527"/>
            <a:ext cx="249065" cy="125816"/>
          </a:xfrm>
          <a:custGeom>
            <a:rect b="b" l="l" r="r" t="t"/>
            <a:pathLst>
              <a:path extrusionOk="0" h="1568" w="3104">
                <a:moveTo>
                  <a:pt x="2766" y="1"/>
                </a:moveTo>
                <a:lnTo>
                  <a:pt x="2612" y="62"/>
                </a:lnTo>
                <a:lnTo>
                  <a:pt x="93" y="1199"/>
                </a:lnTo>
                <a:lnTo>
                  <a:pt x="31" y="1230"/>
                </a:lnTo>
                <a:lnTo>
                  <a:pt x="0" y="1322"/>
                </a:lnTo>
                <a:lnTo>
                  <a:pt x="0" y="1384"/>
                </a:lnTo>
                <a:lnTo>
                  <a:pt x="0" y="1445"/>
                </a:lnTo>
                <a:lnTo>
                  <a:pt x="31" y="1507"/>
                </a:lnTo>
                <a:lnTo>
                  <a:pt x="93" y="1568"/>
                </a:lnTo>
                <a:lnTo>
                  <a:pt x="246" y="1568"/>
                </a:lnTo>
                <a:lnTo>
                  <a:pt x="2858" y="646"/>
                </a:lnTo>
                <a:lnTo>
                  <a:pt x="2981" y="585"/>
                </a:lnTo>
                <a:lnTo>
                  <a:pt x="3073" y="493"/>
                </a:lnTo>
                <a:lnTo>
                  <a:pt x="3104" y="400"/>
                </a:lnTo>
                <a:lnTo>
                  <a:pt x="3104" y="278"/>
                </a:lnTo>
                <a:lnTo>
                  <a:pt x="3042" y="155"/>
                </a:lnTo>
                <a:lnTo>
                  <a:pt x="2981" y="62"/>
                </a:lnTo>
                <a:lnTo>
                  <a:pt x="2889" y="32"/>
                </a:lnTo>
                <a:lnTo>
                  <a:pt x="2766"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5"/>
          <p:cNvSpPr/>
          <p:nvPr/>
        </p:nvSpPr>
        <p:spPr>
          <a:xfrm>
            <a:off x="1803280" y="1773527"/>
            <a:ext cx="246658" cy="116027"/>
          </a:xfrm>
          <a:custGeom>
            <a:rect b="b" l="l" r="r" t="t"/>
            <a:pathLst>
              <a:path extrusionOk="0" h="1446" w="3074">
                <a:moveTo>
                  <a:pt x="2735" y="1"/>
                </a:moveTo>
                <a:lnTo>
                  <a:pt x="2612" y="62"/>
                </a:lnTo>
                <a:lnTo>
                  <a:pt x="93" y="1199"/>
                </a:lnTo>
                <a:lnTo>
                  <a:pt x="31" y="1230"/>
                </a:lnTo>
                <a:lnTo>
                  <a:pt x="0" y="1322"/>
                </a:lnTo>
                <a:lnTo>
                  <a:pt x="0" y="1384"/>
                </a:lnTo>
                <a:lnTo>
                  <a:pt x="0" y="1445"/>
                </a:lnTo>
                <a:lnTo>
                  <a:pt x="3073" y="216"/>
                </a:lnTo>
                <a:lnTo>
                  <a:pt x="3042" y="155"/>
                </a:lnTo>
                <a:lnTo>
                  <a:pt x="2981" y="62"/>
                </a:lnTo>
                <a:lnTo>
                  <a:pt x="2889" y="32"/>
                </a:lnTo>
                <a:lnTo>
                  <a:pt x="273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5"/>
          <p:cNvSpPr/>
          <p:nvPr/>
        </p:nvSpPr>
        <p:spPr>
          <a:xfrm>
            <a:off x="2064617" y="1820386"/>
            <a:ext cx="66599" cy="668239"/>
          </a:xfrm>
          <a:custGeom>
            <a:rect b="b" l="l" r="r" t="t"/>
            <a:pathLst>
              <a:path extrusionOk="0" h="8328" w="830">
                <a:moveTo>
                  <a:pt x="338" y="1"/>
                </a:moveTo>
                <a:lnTo>
                  <a:pt x="277" y="62"/>
                </a:lnTo>
                <a:lnTo>
                  <a:pt x="216" y="124"/>
                </a:lnTo>
                <a:lnTo>
                  <a:pt x="216" y="185"/>
                </a:lnTo>
                <a:lnTo>
                  <a:pt x="0" y="8327"/>
                </a:lnTo>
                <a:lnTo>
                  <a:pt x="830" y="8327"/>
                </a:lnTo>
                <a:lnTo>
                  <a:pt x="615" y="185"/>
                </a:lnTo>
                <a:lnTo>
                  <a:pt x="615" y="124"/>
                </a:lnTo>
                <a:lnTo>
                  <a:pt x="553" y="62"/>
                </a:lnTo>
                <a:lnTo>
                  <a:pt x="49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5"/>
          <p:cNvSpPr/>
          <p:nvPr/>
        </p:nvSpPr>
        <p:spPr>
          <a:xfrm>
            <a:off x="2099119" y="1820386"/>
            <a:ext cx="32096" cy="668239"/>
          </a:xfrm>
          <a:custGeom>
            <a:rect b="b" l="l" r="r" t="t"/>
            <a:pathLst>
              <a:path extrusionOk="0" h="8328" w="400">
                <a:moveTo>
                  <a:pt x="1" y="1"/>
                </a:moveTo>
                <a:lnTo>
                  <a:pt x="1" y="8327"/>
                </a:lnTo>
                <a:lnTo>
                  <a:pt x="400" y="8327"/>
                </a:lnTo>
                <a:lnTo>
                  <a:pt x="185" y="185"/>
                </a:lnTo>
                <a:lnTo>
                  <a:pt x="185" y="124"/>
                </a:lnTo>
                <a:lnTo>
                  <a:pt x="123" y="62"/>
                </a:lnTo>
                <a:lnTo>
                  <a:pt x="62"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5"/>
          <p:cNvSpPr/>
          <p:nvPr/>
        </p:nvSpPr>
        <p:spPr>
          <a:xfrm>
            <a:off x="2069511" y="1739024"/>
            <a:ext cx="56810" cy="59297"/>
          </a:xfrm>
          <a:custGeom>
            <a:rect b="b" l="l" r="r" t="t"/>
            <a:pathLst>
              <a:path extrusionOk="0" h="739" w="708">
                <a:moveTo>
                  <a:pt x="370" y="1"/>
                </a:moveTo>
                <a:lnTo>
                  <a:pt x="216" y="32"/>
                </a:lnTo>
                <a:lnTo>
                  <a:pt x="93" y="93"/>
                </a:lnTo>
                <a:lnTo>
                  <a:pt x="32" y="216"/>
                </a:lnTo>
                <a:lnTo>
                  <a:pt x="1" y="370"/>
                </a:lnTo>
                <a:lnTo>
                  <a:pt x="32" y="523"/>
                </a:lnTo>
                <a:lnTo>
                  <a:pt x="93" y="615"/>
                </a:lnTo>
                <a:lnTo>
                  <a:pt x="216" y="708"/>
                </a:lnTo>
                <a:lnTo>
                  <a:pt x="370" y="738"/>
                </a:lnTo>
                <a:lnTo>
                  <a:pt x="492" y="708"/>
                </a:lnTo>
                <a:lnTo>
                  <a:pt x="615" y="615"/>
                </a:lnTo>
                <a:lnTo>
                  <a:pt x="708" y="523"/>
                </a:lnTo>
                <a:lnTo>
                  <a:pt x="708" y="370"/>
                </a:lnTo>
                <a:lnTo>
                  <a:pt x="708" y="216"/>
                </a:lnTo>
                <a:lnTo>
                  <a:pt x="615" y="93"/>
                </a:lnTo>
                <a:lnTo>
                  <a:pt x="492" y="32"/>
                </a:lnTo>
                <a:lnTo>
                  <a:pt x="370" y="1"/>
                </a:lnTo>
                <a:close/>
              </a:path>
            </a:pathLst>
          </a:custGeom>
          <a:solidFill>
            <a:srgbClr val="3E7B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5"/>
          <p:cNvSpPr/>
          <p:nvPr/>
        </p:nvSpPr>
        <p:spPr>
          <a:xfrm>
            <a:off x="2081868" y="1751381"/>
            <a:ext cx="34583" cy="34583"/>
          </a:xfrm>
          <a:custGeom>
            <a:rect b="b" l="l" r="r" t="t"/>
            <a:pathLst>
              <a:path extrusionOk="0" h="431" w="431">
                <a:moveTo>
                  <a:pt x="123" y="0"/>
                </a:moveTo>
                <a:lnTo>
                  <a:pt x="62" y="62"/>
                </a:lnTo>
                <a:lnTo>
                  <a:pt x="1" y="123"/>
                </a:lnTo>
                <a:lnTo>
                  <a:pt x="1" y="216"/>
                </a:lnTo>
                <a:lnTo>
                  <a:pt x="1" y="308"/>
                </a:lnTo>
                <a:lnTo>
                  <a:pt x="62" y="369"/>
                </a:lnTo>
                <a:lnTo>
                  <a:pt x="123" y="400"/>
                </a:lnTo>
                <a:lnTo>
                  <a:pt x="216" y="431"/>
                </a:lnTo>
                <a:lnTo>
                  <a:pt x="277" y="400"/>
                </a:lnTo>
                <a:lnTo>
                  <a:pt x="369" y="369"/>
                </a:lnTo>
                <a:lnTo>
                  <a:pt x="400" y="308"/>
                </a:lnTo>
                <a:lnTo>
                  <a:pt x="431" y="216"/>
                </a:lnTo>
                <a:lnTo>
                  <a:pt x="400" y="123"/>
                </a:lnTo>
                <a:lnTo>
                  <a:pt x="369" y="62"/>
                </a:lnTo>
                <a:lnTo>
                  <a:pt x="277" y="0"/>
                </a:lnTo>
                <a:close/>
              </a:path>
            </a:pathLst>
          </a:custGeom>
          <a:solidFill>
            <a:srgbClr val="5696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5"/>
          <p:cNvSpPr/>
          <p:nvPr/>
        </p:nvSpPr>
        <p:spPr>
          <a:xfrm>
            <a:off x="3043365" y="1936250"/>
            <a:ext cx="12437" cy="37071"/>
          </a:xfrm>
          <a:custGeom>
            <a:rect b="b" l="l" r="r" t="t"/>
            <a:pathLst>
              <a:path extrusionOk="0" h="462" w="155">
                <a:moveTo>
                  <a:pt x="1" y="1"/>
                </a:moveTo>
                <a:lnTo>
                  <a:pt x="1" y="462"/>
                </a:lnTo>
                <a:lnTo>
                  <a:pt x="154" y="462"/>
                </a:lnTo>
                <a:lnTo>
                  <a:pt x="15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5"/>
          <p:cNvSpPr/>
          <p:nvPr/>
        </p:nvSpPr>
        <p:spPr>
          <a:xfrm>
            <a:off x="3048260" y="1936250"/>
            <a:ext cx="7543" cy="37071"/>
          </a:xfrm>
          <a:custGeom>
            <a:rect b="b" l="l" r="r" t="t"/>
            <a:pathLst>
              <a:path extrusionOk="0" h="462" w="94">
                <a:moveTo>
                  <a:pt x="1" y="1"/>
                </a:moveTo>
                <a:lnTo>
                  <a:pt x="1" y="462"/>
                </a:lnTo>
                <a:lnTo>
                  <a:pt x="93" y="462"/>
                </a:lnTo>
                <a:lnTo>
                  <a:pt x="93" y="1"/>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5"/>
          <p:cNvSpPr/>
          <p:nvPr/>
        </p:nvSpPr>
        <p:spPr>
          <a:xfrm>
            <a:off x="3040878" y="1864758"/>
            <a:ext cx="17332" cy="44453"/>
          </a:xfrm>
          <a:custGeom>
            <a:rect b="b" l="l" r="r" t="t"/>
            <a:pathLst>
              <a:path extrusionOk="0" h="554" w="216">
                <a:moveTo>
                  <a:pt x="1" y="1"/>
                </a:moveTo>
                <a:lnTo>
                  <a:pt x="1" y="554"/>
                </a:lnTo>
                <a:lnTo>
                  <a:pt x="216" y="554"/>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5"/>
          <p:cNvSpPr/>
          <p:nvPr/>
        </p:nvSpPr>
        <p:spPr>
          <a:xfrm>
            <a:off x="3048260" y="1864758"/>
            <a:ext cx="9950" cy="44453"/>
          </a:xfrm>
          <a:custGeom>
            <a:rect b="b" l="l" r="r" t="t"/>
            <a:pathLst>
              <a:path extrusionOk="0" h="554" w="124">
                <a:moveTo>
                  <a:pt x="1" y="1"/>
                </a:moveTo>
                <a:lnTo>
                  <a:pt x="1" y="554"/>
                </a:lnTo>
                <a:lnTo>
                  <a:pt x="124" y="554"/>
                </a:lnTo>
                <a:lnTo>
                  <a:pt x="124" y="1"/>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5"/>
          <p:cNvSpPr/>
          <p:nvPr/>
        </p:nvSpPr>
        <p:spPr>
          <a:xfrm>
            <a:off x="3028601" y="1670019"/>
            <a:ext cx="41966" cy="209667"/>
          </a:xfrm>
          <a:custGeom>
            <a:rect b="b" l="l" r="r" t="t"/>
            <a:pathLst>
              <a:path extrusionOk="0" h="2613" w="523">
                <a:moveTo>
                  <a:pt x="246" y="0"/>
                </a:moveTo>
                <a:lnTo>
                  <a:pt x="185" y="31"/>
                </a:lnTo>
                <a:lnTo>
                  <a:pt x="154" y="62"/>
                </a:lnTo>
                <a:lnTo>
                  <a:pt x="123" y="93"/>
                </a:lnTo>
                <a:lnTo>
                  <a:pt x="92" y="154"/>
                </a:lnTo>
                <a:lnTo>
                  <a:pt x="0" y="2336"/>
                </a:lnTo>
                <a:lnTo>
                  <a:pt x="0" y="2459"/>
                </a:lnTo>
                <a:lnTo>
                  <a:pt x="62" y="2551"/>
                </a:lnTo>
                <a:lnTo>
                  <a:pt x="123" y="2612"/>
                </a:lnTo>
                <a:lnTo>
                  <a:pt x="400" y="2612"/>
                </a:lnTo>
                <a:lnTo>
                  <a:pt x="461" y="2551"/>
                </a:lnTo>
                <a:lnTo>
                  <a:pt x="492" y="2459"/>
                </a:lnTo>
                <a:lnTo>
                  <a:pt x="523" y="2336"/>
                </a:lnTo>
                <a:lnTo>
                  <a:pt x="400" y="154"/>
                </a:lnTo>
                <a:lnTo>
                  <a:pt x="400" y="93"/>
                </a:lnTo>
                <a:lnTo>
                  <a:pt x="369" y="62"/>
                </a:lnTo>
                <a:lnTo>
                  <a:pt x="307" y="31"/>
                </a:lnTo>
                <a:lnTo>
                  <a:pt x="246" y="0"/>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5"/>
          <p:cNvSpPr/>
          <p:nvPr/>
        </p:nvSpPr>
        <p:spPr>
          <a:xfrm>
            <a:off x="3028601" y="1670019"/>
            <a:ext cx="19739" cy="209667"/>
          </a:xfrm>
          <a:custGeom>
            <a:rect b="b" l="l" r="r" t="t"/>
            <a:pathLst>
              <a:path extrusionOk="0" h="2613" w="246">
                <a:moveTo>
                  <a:pt x="246" y="0"/>
                </a:moveTo>
                <a:lnTo>
                  <a:pt x="185" y="31"/>
                </a:lnTo>
                <a:lnTo>
                  <a:pt x="154" y="62"/>
                </a:lnTo>
                <a:lnTo>
                  <a:pt x="123" y="93"/>
                </a:lnTo>
                <a:lnTo>
                  <a:pt x="92" y="154"/>
                </a:lnTo>
                <a:lnTo>
                  <a:pt x="0" y="2336"/>
                </a:lnTo>
                <a:lnTo>
                  <a:pt x="0" y="2459"/>
                </a:lnTo>
                <a:lnTo>
                  <a:pt x="62" y="2551"/>
                </a:lnTo>
                <a:lnTo>
                  <a:pt x="123" y="2612"/>
                </a:lnTo>
                <a:lnTo>
                  <a:pt x="246" y="2612"/>
                </a:lnTo>
                <a:lnTo>
                  <a:pt x="24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5"/>
          <p:cNvSpPr/>
          <p:nvPr/>
        </p:nvSpPr>
        <p:spPr>
          <a:xfrm>
            <a:off x="3058129" y="1918999"/>
            <a:ext cx="46940" cy="34583"/>
          </a:xfrm>
          <a:custGeom>
            <a:rect b="b" l="l" r="r" t="t"/>
            <a:pathLst>
              <a:path extrusionOk="0" h="431" w="585">
                <a:moveTo>
                  <a:pt x="62" y="1"/>
                </a:moveTo>
                <a:lnTo>
                  <a:pt x="1" y="216"/>
                </a:lnTo>
                <a:lnTo>
                  <a:pt x="493" y="431"/>
                </a:lnTo>
                <a:lnTo>
                  <a:pt x="585" y="216"/>
                </a:lnTo>
                <a:lnTo>
                  <a:pt x="6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5"/>
          <p:cNvSpPr/>
          <p:nvPr/>
        </p:nvSpPr>
        <p:spPr>
          <a:xfrm>
            <a:off x="3058129" y="1928868"/>
            <a:ext cx="44453" cy="24714"/>
          </a:xfrm>
          <a:custGeom>
            <a:rect b="b" l="l" r="r" t="t"/>
            <a:pathLst>
              <a:path extrusionOk="0" h="308" w="554">
                <a:moveTo>
                  <a:pt x="32" y="1"/>
                </a:moveTo>
                <a:lnTo>
                  <a:pt x="1" y="93"/>
                </a:lnTo>
                <a:lnTo>
                  <a:pt x="493" y="308"/>
                </a:lnTo>
                <a:lnTo>
                  <a:pt x="554" y="185"/>
                </a:lnTo>
                <a:lnTo>
                  <a:pt x="32" y="1"/>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5"/>
          <p:cNvSpPr/>
          <p:nvPr/>
        </p:nvSpPr>
        <p:spPr>
          <a:xfrm>
            <a:off x="3085250" y="1926381"/>
            <a:ext cx="197310" cy="98695"/>
          </a:xfrm>
          <a:custGeom>
            <a:rect b="b" l="l" r="r" t="t"/>
            <a:pathLst>
              <a:path extrusionOk="0" h="1230" w="2459">
                <a:moveTo>
                  <a:pt x="185" y="1"/>
                </a:moveTo>
                <a:lnTo>
                  <a:pt x="93" y="32"/>
                </a:lnTo>
                <a:lnTo>
                  <a:pt x="32" y="93"/>
                </a:lnTo>
                <a:lnTo>
                  <a:pt x="1" y="216"/>
                </a:lnTo>
                <a:lnTo>
                  <a:pt x="1" y="278"/>
                </a:lnTo>
                <a:lnTo>
                  <a:pt x="32" y="370"/>
                </a:lnTo>
                <a:lnTo>
                  <a:pt x="93" y="431"/>
                </a:lnTo>
                <a:lnTo>
                  <a:pt x="185" y="493"/>
                </a:lnTo>
                <a:lnTo>
                  <a:pt x="2244" y="1230"/>
                </a:lnTo>
                <a:lnTo>
                  <a:pt x="2305" y="1230"/>
                </a:lnTo>
                <a:lnTo>
                  <a:pt x="2367" y="1199"/>
                </a:lnTo>
                <a:lnTo>
                  <a:pt x="2397" y="1169"/>
                </a:lnTo>
                <a:lnTo>
                  <a:pt x="2459" y="1138"/>
                </a:lnTo>
                <a:lnTo>
                  <a:pt x="2459" y="1076"/>
                </a:lnTo>
                <a:lnTo>
                  <a:pt x="2459" y="1015"/>
                </a:lnTo>
                <a:lnTo>
                  <a:pt x="2397" y="953"/>
                </a:lnTo>
                <a:lnTo>
                  <a:pt x="2367" y="923"/>
                </a:lnTo>
                <a:lnTo>
                  <a:pt x="370" y="32"/>
                </a:lnTo>
                <a:lnTo>
                  <a:pt x="277"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5"/>
          <p:cNvSpPr/>
          <p:nvPr/>
        </p:nvSpPr>
        <p:spPr>
          <a:xfrm>
            <a:off x="3087737" y="1926381"/>
            <a:ext cx="194823" cy="91313"/>
          </a:xfrm>
          <a:custGeom>
            <a:rect b="b" l="l" r="r" t="t"/>
            <a:pathLst>
              <a:path extrusionOk="0" h="1138" w="2428">
                <a:moveTo>
                  <a:pt x="154" y="1"/>
                </a:moveTo>
                <a:lnTo>
                  <a:pt x="62" y="32"/>
                </a:lnTo>
                <a:lnTo>
                  <a:pt x="1" y="93"/>
                </a:lnTo>
                <a:lnTo>
                  <a:pt x="1" y="155"/>
                </a:lnTo>
                <a:lnTo>
                  <a:pt x="2397" y="1138"/>
                </a:lnTo>
                <a:lnTo>
                  <a:pt x="2428" y="1138"/>
                </a:lnTo>
                <a:lnTo>
                  <a:pt x="2428" y="1076"/>
                </a:lnTo>
                <a:lnTo>
                  <a:pt x="2428" y="1015"/>
                </a:lnTo>
                <a:lnTo>
                  <a:pt x="2366" y="953"/>
                </a:lnTo>
                <a:lnTo>
                  <a:pt x="2336" y="923"/>
                </a:lnTo>
                <a:lnTo>
                  <a:pt x="339" y="32"/>
                </a:lnTo>
                <a:lnTo>
                  <a:pt x="24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5"/>
          <p:cNvSpPr/>
          <p:nvPr/>
        </p:nvSpPr>
        <p:spPr>
          <a:xfrm>
            <a:off x="2994099" y="1918999"/>
            <a:ext cx="46860" cy="34583"/>
          </a:xfrm>
          <a:custGeom>
            <a:rect b="b" l="l" r="r" t="t"/>
            <a:pathLst>
              <a:path extrusionOk="0" h="431" w="584">
                <a:moveTo>
                  <a:pt x="492" y="1"/>
                </a:moveTo>
                <a:lnTo>
                  <a:pt x="0" y="216"/>
                </a:lnTo>
                <a:lnTo>
                  <a:pt x="61" y="431"/>
                </a:lnTo>
                <a:lnTo>
                  <a:pt x="584" y="216"/>
                </a:lnTo>
                <a:lnTo>
                  <a:pt x="49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5"/>
          <p:cNvSpPr/>
          <p:nvPr/>
        </p:nvSpPr>
        <p:spPr>
          <a:xfrm>
            <a:off x="2996506" y="1928868"/>
            <a:ext cx="44453" cy="24714"/>
          </a:xfrm>
          <a:custGeom>
            <a:rect b="b" l="l" r="r" t="t"/>
            <a:pathLst>
              <a:path extrusionOk="0" h="308" w="554">
                <a:moveTo>
                  <a:pt x="523" y="1"/>
                </a:moveTo>
                <a:lnTo>
                  <a:pt x="1" y="185"/>
                </a:lnTo>
                <a:lnTo>
                  <a:pt x="31" y="308"/>
                </a:lnTo>
                <a:lnTo>
                  <a:pt x="554" y="93"/>
                </a:lnTo>
                <a:lnTo>
                  <a:pt x="523" y="1"/>
                </a:lnTo>
                <a:close/>
              </a:path>
            </a:pathLst>
          </a:custGeom>
          <a:solidFill>
            <a:srgbClr val="CECE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5"/>
          <p:cNvSpPr/>
          <p:nvPr/>
        </p:nvSpPr>
        <p:spPr>
          <a:xfrm>
            <a:off x="2816531" y="1926381"/>
            <a:ext cx="197310" cy="98695"/>
          </a:xfrm>
          <a:custGeom>
            <a:rect b="b" l="l" r="r" t="t"/>
            <a:pathLst>
              <a:path extrusionOk="0" h="1230" w="2459">
                <a:moveTo>
                  <a:pt x="2182" y="1"/>
                </a:moveTo>
                <a:lnTo>
                  <a:pt x="2059" y="32"/>
                </a:lnTo>
                <a:lnTo>
                  <a:pt x="93" y="923"/>
                </a:lnTo>
                <a:lnTo>
                  <a:pt x="31" y="953"/>
                </a:lnTo>
                <a:lnTo>
                  <a:pt x="1" y="1015"/>
                </a:lnTo>
                <a:lnTo>
                  <a:pt x="1" y="1076"/>
                </a:lnTo>
                <a:lnTo>
                  <a:pt x="1" y="1138"/>
                </a:lnTo>
                <a:lnTo>
                  <a:pt x="31" y="1169"/>
                </a:lnTo>
                <a:lnTo>
                  <a:pt x="93" y="1199"/>
                </a:lnTo>
                <a:lnTo>
                  <a:pt x="154" y="1230"/>
                </a:lnTo>
                <a:lnTo>
                  <a:pt x="185" y="1230"/>
                </a:lnTo>
                <a:lnTo>
                  <a:pt x="2244" y="493"/>
                </a:lnTo>
                <a:lnTo>
                  <a:pt x="2336" y="431"/>
                </a:lnTo>
                <a:lnTo>
                  <a:pt x="2428" y="370"/>
                </a:lnTo>
                <a:lnTo>
                  <a:pt x="2459" y="278"/>
                </a:lnTo>
                <a:lnTo>
                  <a:pt x="2428" y="216"/>
                </a:lnTo>
                <a:lnTo>
                  <a:pt x="2397" y="93"/>
                </a:lnTo>
                <a:lnTo>
                  <a:pt x="2336" y="32"/>
                </a:lnTo>
                <a:lnTo>
                  <a:pt x="2274"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5"/>
          <p:cNvSpPr/>
          <p:nvPr/>
        </p:nvSpPr>
        <p:spPr>
          <a:xfrm>
            <a:off x="2816531" y="1926381"/>
            <a:ext cx="194903" cy="91313"/>
          </a:xfrm>
          <a:custGeom>
            <a:rect b="b" l="l" r="r" t="t"/>
            <a:pathLst>
              <a:path extrusionOk="0" h="1138" w="2429">
                <a:moveTo>
                  <a:pt x="2182" y="1"/>
                </a:moveTo>
                <a:lnTo>
                  <a:pt x="2059" y="32"/>
                </a:lnTo>
                <a:lnTo>
                  <a:pt x="93" y="923"/>
                </a:lnTo>
                <a:lnTo>
                  <a:pt x="31" y="953"/>
                </a:lnTo>
                <a:lnTo>
                  <a:pt x="1" y="1015"/>
                </a:lnTo>
                <a:lnTo>
                  <a:pt x="1" y="1076"/>
                </a:lnTo>
                <a:lnTo>
                  <a:pt x="1" y="1138"/>
                </a:lnTo>
                <a:lnTo>
                  <a:pt x="2428" y="155"/>
                </a:lnTo>
                <a:lnTo>
                  <a:pt x="2397" y="93"/>
                </a:lnTo>
                <a:lnTo>
                  <a:pt x="2336" y="32"/>
                </a:lnTo>
                <a:lnTo>
                  <a:pt x="227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5"/>
          <p:cNvSpPr/>
          <p:nvPr/>
        </p:nvSpPr>
        <p:spPr>
          <a:xfrm>
            <a:off x="3023627" y="1960964"/>
            <a:ext cx="51835" cy="527658"/>
          </a:xfrm>
          <a:custGeom>
            <a:rect b="b" l="l" r="r" t="t"/>
            <a:pathLst>
              <a:path extrusionOk="0" h="6576" w="646">
                <a:moveTo>
                  <a:pt x="308" y="0"/>
                </a:moveTo>
                <a:lnTo>
                  <a:pt x="247" y="31"/>
                </a:lnTo>
                <a:lnTo>
                  <a:pt x="216" y="62"/>
                </a:lnTo>
                <a:lnTo>
                  <a:pt x="154" y="92"/>
                </a:lnTo>
                <a:lnTo>
                  <a:pt x="154" y="184"/>
                </a:lnTo>
                <a:lnTo>
                  <a:pt x="1" y="6575"/>
                </a:lnTo>
                <a:lnTo>
                  <a:pt x="646" y="6575"/>
                </a:lnTo>
                <a:lnTo>
                  <a:pt x="492" y="184"/>
                </a:lnTo>
                <a:lnTo>
                  <a:pt x="462" y="92"/>
                </a:lnTo>
                <a:lnTo>
                  <a:pt x="431" y="62"/>
                </a:lnTo>
                <a:lnTo>
                  <a:pt x="369" y="31"/>
                </a:lnTo>
                <a:lnTo>
                  <a:pt x="30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5"/>
          <p:cNvSpPr/>
          <p:nvPr/>
        </p:nvSpPr>
        <p:spPr>
          <a:xfrm>
            <a:off x="3048260" y="1960964"/>
            <a:ext cx="27201" cy="527658"/>
          </a:xfrm>
          <a:custGeom>
            <a:rect b="b" l="l" r="r" t="t"/>
            <a:pathLst>
              <a:path extrusionOk="0" h="6576" w="339">
                <a:moveTo>
                  <a:pt x="1" y="0"/>
                </a:moveTo>
                <a:lnTo>
                  <a:pt x="1" y="6575"/>
                </a:lnTo>
                <a:lnTo>
                  <a:pt x="339" y="6575"/>
                </a:lnTo>
                <a:lnTo>
                  <a:pt x="185" y="184"/>
                </a:lnTo>
                <a:lnTo>
                  <a:pt x="155" y="92"/>
                </a:lnTo>
                <a:lnTo>
                  <a:pt x="124" y="62"/>
                </a:lnTo>
                <a:lnTo>
                  <a:pt x="62" y="31"/>
                </a:lnTo>
                <a:lnTo>
                  <a:pt x="1" y="0"/>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5"/>
          <p:cNvSpPr/>
          <p:nvPr/>
        </p:nvSpPr>
        <p:spPr>
          <a:xfrm>
            <a:off x="3026114" y="1896853"/>
            <a:ext cx="46940" cy="46940"/>
          </a:xfrm>
          <a:custGeom>
            <a:rect b="b" l="l" r="r" t="t"/>
            <a:pathLst>
              <a:path extrusionOk="0" h="585" w="585">
                <a:moveTo>
                  <a:pt x="277" y="0"/>
                </a:moveTo>
                <a:lnTo>
                  <a:pt x="185" y="31"/>
                </a:lnTo>
                <a:lnTo>
                  <a:pt x="93" y="92"/>
                </a:lnTo>
                <a:lnTo>
                  <a:pt x="31" y="185"/>
                </a:lnTo>
                <a:lnTo>
                  <a:pt x="0" y="308"/>
                </a:lnTo>
                <a:lnTo>
                  <a:pt x="31" y="400"/>
                </a:lnTo>
                <a:lnTo>
                  <a:pt x="93" y="492"/>
                </a:lnTo>
                <a:lnTo>
                  <a:pt x="185" y="553"/>
                </a:lnTo>
                <a:lnTo>
                  <a:pt x="277" y="584"/>
                </a:lnTo>
                <a:lnTo>
                  <a:pt x="400" y="553"/>
                </a:lnTo>
                <a:lnTo>
                  <a:pt x="492" y="492"/>
                </a:lnTo>
                <a:lnTo>
                  <a:pt x="554" y="400"/>
                </a:lnTo>
                <a:lnTo>
                  <a:pt x="584" y="308"/>
                </a:lnTo>
                <a:lnTo>
                  <a:pt x="554" y="185"/>
                </a:lnTo>
                <a:lnTo>
                  <a:pt x="492" y="92"/>
                </a:lnTo>
                <a:lnTo>
                  <a:pt x="400" y="31"/>
                </a:lnTo>
                <a:lnTo>
                  <a:pt x="277" y="0"/>
                </a:lnTo>
                <a:close/>
              </a:path>
            </a:pathLst>
          </a:custGeom>
          <a:solidFill>
            <a:srgbClr val="3E7B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5"/>
          <p:cNvSpPr/>
          <p:nvPr/>
        </p:nvSpPr>
        <p:spPr>
          <a:xfrm>
            <a:off x="3035983" y="1906722"/>
            <a:ext cx="27201" cy="27201"/>
          </a:xfrm>
          <a:custGeom>
            <a:rect b="b" l="l" r="r" t="t"/>
            <a:pathLst>
              <a:path extrusionOk="0" h="339" w="339">
                <a:moveTo>
                  <a:pt x="154" y="0"/>
                </a:moveTo>
                <a:lnTo>
                  <a:pt x="93" y="31"/>
                </a:lnTo>
                <a:lnTo>
                  <a:pt x="31" y="62"/>
                </a:lnTo>
                <a:lnTo>
                  <a:pt x="0" y="123"/>
                </a:lnTo>
                <a:lnTo>
                  <a:pt x="0" y="185"/>
                </a:lnTo>
                <a:lnTo>
                  <a:pt x="0" y="246"/>
                </a:lnTo>
                <a:lnTo>
                  <a:pt x="31" y="307"/>
                </a:lnTo>
                <a:lnTo>
                  <a:pt x="93" y="338"/>
                </a:lnTo>
                <a:lnTo>
                  <a:pt x="215" y="338"/>
                </a:lnTo>
                <a:lnTo>
                  <a:pt x="277" y="307"/>
                </a:lnTo>
                <a:lnTo>
                  <a:pt x="308" y="246"/>
                </a:lnTo>
                <a:lnTo>
                  <a:pt x="338" y="185"/>
                </a:lnTo>
                <a:lnTo>
                  <a:pt x="308" y="123"/>
                </a:lnTo>
                <a:lnTo>
                  <a:pt x="277" y="62"/>
                </a:lnTo>
                <a:lnTo>
                  <a:pt x="215" y="31"/>
                </a:lnTo>
                <a:lnTo>
                  <a:pt x="154" y="0"/>
                </a:lnTo>
                <a:close/>
              </a:path>
            </a:pathLst>
          </a:custGeom>
          <a:solidFill>
            <a:srgbClr val="5696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5"/>
          <p:cNvSpPr/>
          <p:nvPr/>
        </p:nvSpPr>
        <p:spPr>
          <a:xfrm>
            <a:off x="2828888" y="1339678"/>
            <a:ext cx="468521" cy="180059"/>
          </a:xfrm>
          <a:custGeom>
            <a:rect b="b" l="l" r="r" t="t"/>
            <a:pathLst>
              <a:path extrusionOk="0" h="2244" w="5839">
                <a:moveTo>
                  <a:pt x="4056" y="0"/>
                </a:moveTo>
                <a:lnTo>
                  <a:pt x="3841" y="31"/>
                </a:lnTo>
                <a:lnTo>
                  <a:pt x="3657" y="92"/>
                </a:lnTo>
                <a:lnTo>
                  <a:pt x="3472" y="185"/>
                </a:lnTo>
                <a:lnTo>
                  <a:pt x="3319" y="307"/>
                </a:lnTo>
                <a:lnTo>
                  <a:pt x="3165" y="430"/>
                </a:lnTo>
                <a:lnTo>
                  <a:pt x="3042" y="553"/>
                </a:lnTo>
                <a:lnTo>
                  <a:pt x="2919" y="738"/>
                </a:lnTo>
                <a:lnTo>
                  <a:pt x="2674" y="645"/>
                </a:lnTo>
                <a:lnTo>
                  <a:pt x="2366" y="615"/>
                </a:lnTo>
                <a:lnTo>
                  <a:pt x="2182" y="615"/>
                </a:lnTo>
                <a:lnTo>
                  <a:pt x="1998" y="645"/>
                </a:lnTo>
                <a:lnTo>
                  <a:pt x="1844" y="738"/>
                </a:lnTo>
                <a:lnTo>
                  <a:pt x="1660" y="830"/>
                </a:lnTo>
                <a:lnTo>
                  <a:pt x="1537" y="922"/>
                </a:lnTo>
                <a:lnTo>
                  <a:pt x="1414" y="1045"/>
                </a:lnTo>
                <a:lnTo>
                  <a:pt x="1291" y="1199"/>
                </a:lnTo>
                <a:lnTo>
                  <a:pt x="1229" y="1352"/>
                </a:lnTo>
                <a:lnTo>
                  <a:pt x="1199" y="1352"/>
                </a:lnTo>
                <a:lnTo>
                  <a:pt x="1045" y="1321"/>
                </a:lnTo>
                <a:lnTo>
                  <a:pt x="707" y="1321"/>
                </a:lnTo>
                <a:lnTo>
                  <a:pt x="553" y="1383"/>
                </a:lnTo>
                <a:lnTo>
                  <a:pt x="400" y="1475"/>
                </a:lnTo>
                <a:lnTo>
                  <a:pt x="246" y="1598"/>
                </a:lnTo>
                <a:lnTo>
                  <a:pt x="154" y="1721"/>
                </a:lnTo>
                <a:lnTo>
                  <a:pt x="62" y="1875"/>
                </a:lnTo>
                <a:lnTo>
                  <a:pt x="31" y="2059"/>
                </a:lnTo>
                <a:lnTo>
                  <a:pt x="0" y="2243"/>
                </a:lnTo>
                <a:lnTo>
                  <a:pt x="5285" y="2243"/>
                </a:lnTo>
                <a:lnTo>
                  <a:pt x="5408" y="2182"/>
                </a:lnTo>
                <a:lnTo>
                  <a:pt x="5531" y="2120"/>
                </a:lnTo>
                <a:lnTo>
                  <a:pt x="5623" y="2059"/>
                </a:lnTo>
                <a:lnTo>
                  <a:pt x="5715" y="1936"/>
                </a:lnTo>
                <a:lnTo>
                  <a:pt x="5777" y="1813"/>
                </a:lnTo>
                <a:lnTo>
                  <a:pt x="5808" y="1690"/>
                </a:lnTo>
                <a:lnTo>
                  <a:pt x="5838" y="1567"/>
                </a:lnTo>
                <a:lnTo>
                  <a:pt x="5808" y="1229"/>
                </a:lnTo>
                <a:lnTo>
                  <a:pt x="5715" y="953"/>
                </a:lnTo>
                <a:lnTo>
                  <a:pt x="5562" y="676"/>
                </a:lnTo>
                <a:lnTo>
                  <a:pt x="5377" y="461"/>
                </a:lnTo>
                <a:lnTo>
                  <a:pt x="5132" y="246"/>
                </a:lnTo>
                <a:lnTo>
                  <a:pt x="4855" y="123"/>
                </a:lnTo>
                <a:lnTo>
                  <a:pt x="4579" y="31"/>
                </a:lnTo>
                <a:lnTo>
                  <a:pt x="4271" y="0"/>
                </a:lnTo>
                <a:close/>
              </a:path>
            </a:pathLst>
          </a:custGeom>
          <a:solidFill>
            <a:srgbClr val="B6EF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5"/>
          <p:cNvSpPr/>
          <p:nvPr/>
        </p:nvSpPr>
        <p:spPr>
          <a:xfrm>
            <a:off x="1527180" y="2414551"/>
            <a:ext cx="29609" cy="56810"/>
          </a:xfrm>
          <a:custGeom>
            <a:rect b="b" l="l" r="r" t="t"/>
            <a:pathLst>
              <a:path extrusionOk="0" h="708" w="369">
                <a:moveTo>
                  <a:pt x="0" y="1"/>
                </a:moveTo>
                <a:lnTo>
                  <a:pt x="0" y="707"/>
                </a:lnTo>
                <a:lnTo>
                  <a:pt x="369" y="707"/>
                </a:lnTo>
                <a:lnTo>
                  <a:pt x="36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5"/>
          <p:cNvSpPr/>
          <p:nvPr/>
        </p:nvSpPr>
        <p:spPr>
          <a:xfrm>
            <a:off x="1527180" y="2414551"/>
            <a:ext cx="29609" cy="56810"/>
          </a:xfrm>
          <a:custGeom>
            <a:rect b="b" l="l" r="r" t="t"/>
            <a:pathLst>
              <a:path extrusionOk="0" fill="none" h="708" w="369">
                <a:moveTo>
                  <a:pt x="369" y="707"/>
                </a:moveTo>
                <a:lnTo>
                  <a:pt x="0" y="707"/>
                </a:lnTo>
                <a:lnTo>
                  <a:pt x="0" y="1"/>
                </a:lnTo>
                <a:lnTo>
                  <a:pt x="369" y="1"/>
                </a:lnTo>
                <a:lnTo>
                  <a:pt x="369" y="707"/>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5"/>
          <p:cNvSpPr/>
          <p:nvPr/>
        </p:nvSpPr>
        <p:spPr>
          <a:xfrm>
            <a:off x="1541944" y="2414551"/>
            <a:ext cx="14844" cy="56810"/>
          </a:xfrm>
          <a:custGeom>
            <a:rect b="b" l="l" r="r" t="t"/>
            <a:pathLst>
              <a:path extrusionOk="0" h="708" w="185">
                <a:moveTo>
                  <a:pt x="1" y="1"/>
                </a:moveTo>
                <a:lnTo>
                  <a:pt x="1" y="707"/>
                </a:lnTo>
                <a:lnTo>
                  <a:pt x="185" y="707"/>
                </a:lnTo>
                <a:lnTo>
                  <a:pt x="185" y="1"/>
                </a:lnTo>
                <a:close/>
              </a:path>
            </a:pathLst>
          </a:custGeom>
          <a:solidFill>
            <a:srgbClr val="DDDD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5"/>
          <p:cNvSpPr/>
          <p:nvPr/>
        </p:nvSpPr>
        <p:spPr>
          <a:xfrm>
            <a:off x="1541944" y="2414551"/>
            <a:ext cx="14844" cy="56810"/>
          </a:xfrm>
          <a:custGeom>
            <a:rect b="b" l="l" r="r" t="t"/>
            <a:pathLst>
              <a:path extrusionOk="0" fill="none" h="708" w="185">
                <a:moveTo>
                  <a:pt x="185" y="707"/>
                </a:moveTo>
                <a:lnTo>
                  <a:pt x="1" y="707"/>
                </a:lnTo>
                <a:lnTo>
                  <a:pt x="1" y="1"/>
                </a:lnTo>
                <a:lnTo>
                  <a:pt x="185" y="1"/>
                </a:lnTo>
                <a:lnTo>
                  <a:pt x="185" y="707"/>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5"/>
          <p:cNvSpPr/>
          <p:nvPr/>
        </p:nvSpPr>
        <p:spPr>
          <a:xfrm>
            <a:off x="1394064" y="2241958"/>
            <a:ext cx="295925" cy="199798"/>
          </a:xfrm>
          <a:custGeom>
            <a:rect b="b" l="l" r="r" t="t"/>
            <a:pathLst>
              <a:path extrusionOk="0" h="2490" w="3688">
                <a:moveTo>
                  <a:pt x="0" y="1"/>
                </a:moveTo>
                <a:lnTo>
                  <a:pt x="0" y="2490"/>
                </a:lnTo>
                <a:lnTo>
                  <a:pt x="3687" y="2490"/>
                </a:lnTo>
                <a:lnTo>
                  <a:pt x="3687" y="1"/>
                </a:lnTo>
                <a:close/>
              </a:path>
            </a:pathLst>
          </a:custGeom>
          <a:solidFill>
            <a:srgbClr val="C9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5"/>
          <p:cNvSpPr/>
          <p:nvPr/>
        </p:nvSpPr>
        <p:spPr>
          <a:xfrm>
            <a:off x="1394064" y="2241958"/>
            <a:ext cx="295925" cy="199798"/>
          </a:xfrm>
          <a:custGeom>
            <a:rect b="b" l="l" r="r" t="t"/>
            <a:pathLst>
              <a:path extrusionOk="0" fill="none" h="2490" w="3688">
                <a:moveTo>
                  <a:pt x="3687" y="2490"/>
                </a:moveTo>
                <a:lnTo>
                  <a:pt x="0" y="2490"/>
                </a:lnTo>
                <a:lnTo>
                  <a:pt x="0" y="1"/>
                </a:lnTo>
                <a:lnTo>
                  <a:pt x="3687" y="1"/>
                </a:lnTo>
                <a:lnTo>
                  <a:pt x="3687" y="249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5"/>
          <p:cNvSpPr/>
          <p:nvPr/>
        </p:nvSpPr>
        <p:spPr>
          <a:xfrm>
            <a:off x="1406341" y="2251827"/>
            <a:ext cx="83931" cy="83931"/>
          </a:xfrm>
          <a:custGeom>
            <a:rect b="b" l="l" r="r" t="t"/>
            <a:pathLst>
              <a:path extrusionOk="0" h="1046" w="1046">
                <a:moveTo>
                  <a:pt x="1" y="1"/>
                </a:moveTo>
                <a:lnTo>
                  <a:pt x="1" y="1045"/>
                </a:lnTo>
                <a:lnTo>
                  <a:pt x="1045" y="1045"/>
                </a:lnTo>
                <a:lnTo>
                  <a:pt x="1045" y="1"/>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5"/>
          <p:cNvSpPr/>
          <p:nvPr/>
        </p:nvSpPr>
        <p:spPr>
          <a:xfrm>
            <a:off x="1406341" y="2251827"/>
            <a:ext cx="83931" cy="83931"/>
          </a:xfrm>
          <a:custGeom>
            <a:rect b="b" l="l" r="r" t="t"/>
            <a:pathLst>
              <a:path extrusionOk="0" fill="none" h="1046" w="1046">
                <a:moveTo>
                  <a:pt x="1045" y="1045"/>
                </a:moveTo>
                <a:lnTo>
                  <a:pt x="1" y="1045"/>
                </a:lnTo>
                <a:lnTo>
                  <a:pt x="1" y="1"/>
                </a:lnTo>
                <a:lnTo>
                  <a:pt x="1045" y="1"/>
                </a:lnTo>
                <a:lnTo>
                  <a:pt x="1045"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5"/>
          <p:cNvSpPr/>
          <p:nvPr/>
        </p:nvSpPr>
        <p:spPr>
          <a:xfrm>
            <a:off x="1500059" y="2251827"/>
            <a:ext cx="83851" cy="83931"/>
          </a:xfrm>
          <a:custGeom>
            <a:rect b="b" l="l" r="r" t="t"/>
            <a:pathLst>
              <a:path extrusionOk="0" h="1046" w="1045">
                <a:moveTo>
                  <a:pt x="0" y="1"/>
                </a:moveTo>
                <a:lnTo>
                  <a:pt x="0" y="1045"/>
                </a:lnTo>
                <a:lnTo>
                  <a:pt x="1045" y="1045"/>
                </a:lnTo>
                <a:lnTo>
                  <a:pt x="1045" y="1"/>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5"/>
          <p:cNvSpPr/>
          <p:nvPr/>
        </p:nvSpPr>
        <p:spPr>
          <a:xfrm>
            <a:off x="1500059" y="2251827"/>
            <a:ext cx="83851" cy="83931"/>
          </a:xfrm>
          <a:custGeom>
            <a:rect b="b" l="l" r="r" t="t"/>
            <a:pathLst>
              <a:path extrusionOk="0" fill="none" h="1046" w="1045">
                <a:moveTo>
                  <a:pt x="1045" y="1045"/>
                </a:moveTo>
                <a:lnTo>
                  <a:pt x="0" y="1045"/>
                </a:lnTo>
                <a:lnTo>
                  <a:pt x="0" y="1"/>
                </a:lnTo>
                <a:lnTo>
                  <a:pt x="1045" y="1"/>
                </a:lnTo>
                <a:lnTo>
                  <a:pt x="1045"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5"/>
          <p:cNvSpPr/>
          <p:nvPr/>
        </p:nvSpPr>
        <p:spPr>
          <a:xfrm>
            <a:off x="1593697" y="2251827"/>
            <a:ext cx="83931" cy="83931"/>
          </a:xfrm>
          <a:custGeom>
            <a:rect b="b" l="l" r="r" t="t"/>
            <a:pathLst>
              <a:path extrusionOk="0" h="1046" w="1046">
                <a:moveTo>
                  <a:pt x="1" y="1"/>
                </a:moveTo>
                <a:lnTo>
                  <a:pt x="1" y="1045"/>
                </a:lnTo>
                <a:lnTo>
                  <a:pt x="1045" y="1045"/>
                </a:lnTo>
                <a:lnTo>
                  <a:pt x="1045" y="1"/>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5"/>
          <p:cNvSpPr/>
          <p:nvPr/>
        </p:nvSpPr>
        <p:spPr>
          <a:xfrm>
            <a:off x="1406341" y="2345546"/>
            <a:ext cx="83931" cy="83931"/>
          </a:xfrm>
          <a:custGeom>
            <a:rect b="b" l="l" r="r" t="t"/>
            <a:pathLst>
              <a:path extrusionOk="0" h="1046" w="1046">
                <a:moveTo>
                  <a:pt x="1" y="0"/>
                </a:moveTo>
                <a:lnTo>
                  <a:pt x="1" y="1045"/>
                </a:lnTo>
                <a:lnTo>
                  <a:pt x="1045" y="1045"/>
                </a:lnTo>
                <a:lnTo>
                  <a:pt x="1045" y="0"/>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5"/>
          <p:cNvSpPr/>
          <p:nvPr/>
        </p:nvSpPr>
        <p:spPr>
          <a:xfrm>
            <a:off x="1406341" y="2345546"/>
            <a:ext cx="83931" cy="83931"/>
          </a:xfrm>
          <a:custGeom>
            <a:rect b="b" l="l" r="r" t="t"/>
            <a:pathLst>
              <a:path extrusionOk="0" fill="none" h="1046" w="1046">
                <a:moveTo>
                  <a:pt x="1045" y="1045"/>
                </a:moveTo>
                <a:lnTo>
                  <a:pt x="1" y="1045"/>
                </a:lnTo>
                <a:lnTo>
                  <a:pt x="1" y="0"/>
                </a:lnTo>
                <a:lnTo>
                  <a:pt x="1045" y="0"/>
                </a:lnTo>
                <a:lnTo>
                  <a:pt x="1045"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5"/>
          <p:cNvSpPr/>
          <p:nvPr/>
        </p:nvSpPr>
        <p:spPr>
          <a:xfrm>
            <a:off x="1500059" y="2345546"/>
            <a:ext cx="83851" cy="83931"/>
          </a:xfrm>
          <a:custGeom>
            <a:rect b="b" l="l" r="r" t="t"/>
            <a:pathLst>
              <a:path extrusionOk="0" h="1046" w="1045">
                <a:moveTo>
                  <a:pt x="0" y="0"/>
                </a:moveTo>
                <a:lnTo>
                  <a:pt x="0" y="1045"/>
                </a:lnTo>
                <a:lnTo>
                  <a:pt x="1045" y="1045"/>
                </a:lnTo>
                <a:lnTo>
                  <a:pt x="1045" y="0"/>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5"/>
          <p:cNvSpPr/>
          <p:nvPr/>
        </p:nvSpPr>
        <p:spPr>
          <a:xfrm>
            <a:off x="1500059" y="2345546"/>
            <a:ext cx="83851" cy="83931"/>
          </a:xfrm>
          <a:custGeom>
            <a:rect b="b" l="l" r="r" t="t"/>
            <a:pathLst>
              <a:path extrusionOk="0" fill="none" h="1046" w="1045">
                <a:moveTo>
                  <a:pt x="1045" y="1045"/>
                </a:moveTo>
                <a:lnTo>
                  <a:pt x="0" y="1045"/>
                </a:lnTo>
                <a:lnTo>
                  <a:pt x="0" y="0"/>
                </a:lnTo>
                <a:lnTo>
                  <a:pt x="1045" y="0"/>
                </a:lnTo>
                <a:lnTo>
                  <a:pt x="1045"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5"/>
          <p:cNvSpPr/>
          <p:nvPr/>
        </p:nvSpPr>
        <p:spPr>
          <a:xfrm>
            <a:off x="1593697" y="2345546"/>
            <a:ext cx="83931" cy="83931"/>
          </a:xfrm>
          <a:custGeom>
            <a:rect b="b" l="l" r="r" t="t"/>
            <a:pathLst>
              <a:path extrusionOk="0" h="1046" w="1046">
                <a:moveTo>
                  <a:pt x="1" y="0"/>
                </a:moveTo>
                <a:lnTo>
                  <a:pt x="1" y="1045"/>
                </a:lnTo>
                <a:lnTo>
                  <a:pt x="1045" y="1045"/>
                </a:lnTo>
                <a:lnTo>
                  <a:pt x="1045" y="0"/>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5"/>
          <p:cNvSpPr/>
          <p:nvPr/>
        </p:nvSpPr>
        <p:spPr>
          <a:xfrm>
            <a:off x="1394064" y="2241958"/>
            <a:ext cx="165214" cy="199798"/>
          </a:xfrm>
          <a:custGeom>
            <a:rect b="b" l="l" r="r" t="t"/>
            <a:pathLst>
              <a:path extrusionOk="0" h="2490" w="2059">
                <a:moveTo>
                  <a:pt x="1198" y="124"/>
                </a:moveTo>
                <a:lnTo>
                  <a:pt x="1198" y="1168"/>
                </a:lnTo>
                <a:lnTo>
                  <a:pt x="154" y="1168"/>
                </a:lnTo>
                <a:lnTo>
                  <a:pt x="154" y="124"/>
                </a:lnTo>
                <a:close/>
                <a:moveTo>
                  <a:pt x="1198" y="1291"/>
                </a:moveTo>
                <a:lnTo>
                  <a:pt x="1198" y="2336"/>
                </a:lnTo>
                <a:lnTo>
                  <a:pt x="154" y="2336"/>
                </a:lnTo>
                <a:lnTo>
                  <a:pt x="154" y="1291"/>
                </a:lnTo>
                <a:close/>
                <a:moveTo>
                  <a:pt x="0" y="1"/>
                </a:moveTo>
                <a:lnTo>
                  <a:pt x="0" y="2490"/>
                </a:lnTo>
                <a:lnTo>
                  <a:pt x="2059" y="2490"/>
                </a:lnTo>
                <a:lnTo>
                  <a:pt x="2028" y="2336"/>
                </a:lnTo>
                <a:lnTo>
                  <a:pt x="1321" y="2336"/>
                </a:lnTo>
                <a:lnTo>
                  <a:pt x="1321" y="1291"/>
                </a:lnTo>
                <a:lnTo>
                  <a:pt x="1844" y="1291"/>
                </a:lnTo>
                <a:lnTo>
                  <a:pt x="1813" y="1168"/>
                </a:lnTo>
                <a:lnTo>
                  <a:pt x="1321" y="1168"/>
                </a:lnTo>
                <a:lnTo>
                  <a:pt x="1321" y="124"/>
                </a:lnTo>
                <a:lnTo>
                  <a:pt x="1628" y="124"/>
                </a:lnTo>
                <a:lnTo>
                  <a:pt x="1598" y="1"/>
                </a:lnTo>
                <a:close/>
              </a:path>
            </a:pathLst>
          </a:custGeom>
          <a:solidFill>
            <a:srgbClr val="D7F8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5"/>
          <p:cNvSpPr/>
          <p:nvPr/>
        </p:nvSpPr>
        <p:spPr>
          <a:xfrm>
            <a:off x="1406341" y="2345546"/>
            <a:ext cx="83931" cy="83931"/>
          </a:xfrm>
          <a:custGeom>
            <a:rect b="b" l="l" r="r" t="t"/>
            <a:pathLst>
              <a:path extrusionOk="0" fill="none" h="1046" w="1046">
                <a:moveTo>
                  <a:pt x="1" y="1045"/>
                </a:moveTo>
                <a:lnTo>
                  <a:pt x="1" y="0"/>
                </a:lnTo>
                <a:lnTo>
                  <a:pt x="1045" y="0"/>
                </a:lnTo>
                <a:lnTo>
                  <a:pt x="1045" y="1045"/>
                </a:lnTo>
                <a:lnTo>
                  <a:pt x="1"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5"/>
          <p:cNvSpPr/>
          <p:nvPr/>
        </p:nvSpPr>
        <p:spPr>
          <a:xfrm>
            <a:off x="1406341" y="2251827"/>
            <a:ext cx="83931" cy="83931"/>
          </a:xfrm>
          <a:custGeom>
            <a:rect b="b" l="l" r="r" t="t"/>
            <a:pathLst>
              <a:path extrusionOk="0" fill="none" h="1046" w="1046">
                <a:moveTo>
                  <a:pt x="1" y="1045"/>
                </a:moveTo>
                <a:lnTo>
                  <a:pt x="1" y="1"/>
                </a:lnTo>
                <a:lnTo>
                  <a:pt x="1045" y="1"/>
                </a:lnTo>
                <a:lnTo>
                  <a:pt x="1045" y="1045"/>
                </a:lnTo>
                <a:lnTo>
                  <a:pt x="1"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5"/>
          <p:cNvSpPr/>
          <p:nvPr/>
        </p:nvSpPr>
        <p:spPr>
          <a:xfrm>
            <a:off x="1394064" y="2241958"/>
            <a:ext cx="165214" cy="199798"/>
          </a:xfrm>
          <a:custGeom>
            <a:rect b="b" l="l" r="r" t="t"/>
            <a:pathLst>
              <a:path extrusionOk="0" fill="none" h="2490" w="2059">
                <a:moveTo>
                  <a:pt x="1598" y="1"/>
                </a:moveTo>
                <a:lnTo>
                  <a:pt x="369" y="1"/>
                </a:lnTo>
                <a:lnTo>
                  <a:pt x="0" y="1"/>
                </a:lnTo>
                <a:lnTo>
                  <a:pt x="0" y="2490"/>
                </a:lnTo>
                <a:lnTo>
                  <a:pt x="2059" y="2490"/>
                </a:lnTo>
                <a:lnTo>
                  <a:pt x="2028" y="2336"/>
                </a:lnTo>
                <a:lnTo>
                  <a:pt x="1321" y="2336"/>
                </a:lnTo>
                <a:lnTo>
                  <a:pt x="1321" y="1291"/>
                </a:lnTo>
                <a:lnTo>
                  <a:pt x="1844" y="1291"/>
                </a:lnTo>
                <a:lnTo>
                  <a:pt x="1813" y="1168"/>
                </a:lnTo>
                <a:lnTo>
                  <a:pt x="1321" y="1168"/>
                </a:lnTo>
                <a:lnTo>
                  <a:pt x="1321" y="124"/>
                </a:lnTo>
                <a:lnTo>
                  <a:pt x="1628" y="124"/>
                </a:lnTo>
                <a:lnTo>
                  <a:pt x="1598"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5"/>
          <p:cNvSpPr/>
          <p:nvPr/>
        </p:nvSpPr>
        <p:spPr>
          <a:xfrm>
            <a:off x="1406341" y="2251827"/>
            <a:ext cx="83931" cy="83931"/>
          </a:xfrm>
          <a:custGeom>
            <a:rect b="b" l="l" r="r" t="t"/>
            <a:pathLst>
              <a:path extrusionOk="0" h="1046" w="1046">
                <a:moveTo>
                  <a:pt x="1" y="1"/>
                </a:moveTo>
                <a:lnTo>
                  <a:pt x="1" y="1045"/>
                </a:lnTo>
                <a:lnTo>
                  <a:pt x="1045" y="1045"/>
                </a:lnTo>
                <a:lnTo>
                  <a:pt x="1045" y="1"/>
                </a:lnTo>
                <a:close/>
              </a:path>
            </a:pathLst>
          </a:custGeom>
          <a:solidFill>
            <a:srgbClr val="66A9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5"/>
          <p:cNvSpPr/>
          <p:nvPr/>
        </p:nvSpPr>
        <p:spPr>
          <a:xfrm>
            <a:off x="1406341" y="2251827"/>
            <a:ext cx="83931" cy="83931"/>
          </a:xfrm>
          <a:custGeom>
            <a:rect b="b" l="l" r="r" t="t"/>
            <a:pathLst>
              <a:path extrusionOk="0" fill="none" h="1046" w="1046">
                <a:moveTo>
                  <a:pt x="1045" y="1"/>
                </a:moveTo>
                <a:lnTo>
                  <a:pt x="1" y="1"/>
                </a:lnTo>
                <a:lnTo>
                  <a:pt x="1" y="1045"/>
                </a:lnTo>
                <a:lnTo>
                  <a:pt x="1045" y="1045"/>
                </a:lnTo>
                <a:lnTo>
                  <a:pt x="1045"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5"/>
          <p:cNvSpPr/>
          <p:nvPr/>
        </p:nvSpPr>
        <p:spPr>
          <a:xfrm>
            <a:off x="1500059" y="2251827"/>
            <a:ext cx="39478" cy="83931"/>
          </a:xfrm>
          <a:custGeom>
            <a:rect b="b" l="l" r="r" t="t"/>
            <a:pathLst>
              <a:path extrusionOk="0" h="1046" w="492">
                <a:moveTo>
                  <a:pt x="0" y="1"/>
                </a:moveTo>
                <a:lnTo>
                  <a:pt x="0" y="1045"/>
                </a:lnTo>
                <a:lnTo>
                  <a:pt x="492" y="1045"/>
                </a:lnTo>
                <a:lnTo>
                  <a:pt x="307" y="1"/>
                </a:lnTo>
                <a:close/>
              </a:path>
            </a:pathLst>
          </a:custGeom>
          <a:solidFill>
            <a:srgbClr val="66A9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5"/>
          <p:cNvSpPr/>
          <p:nvPr/>
        </p:nvSpPr>
        <p:spPr>
          <a:xfrm>
            <a:off x="1500059" y="2251827"/>
            <a:ext cx="39478" cy="83931"/>
          </a:xfrm>
          <a:custGeom>
            <a:rect b="b" l="l" r="r" t="t"/>
            <a:pathLst>
              <a:path extrusionOk="0" fill="none" h="1046" w="492">
                <a:moveTo>
                  <a:pt x="307" y="1"/>
                </a:moveTo>
                <a:lnTo>
                  <a:pt x="0" y="1"/>
                </a:lnTo>
                <a:lnTo>
                  <a:pt x="0" y="1045"/>
                </a:lnTo>
                <a:lnTo>
                  <a:pt x="492" y="1045"/>
                </a:lnTo>
                <a:lnTo>
                  <a:pt x="307"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5"/>
          <p:cNvSpPr/>
          <p:nvPr/>
        </p:nvSpPr>
        <p:spPr>
          <a:xfrm>
            <a:off x="1406341" y="2345546"/>
            <a:ext cx="83931" cy="83931"/>
          </a:xfrm>
          <a:custGeom>
            <a:rect b="b" l="l" r="r" t="t"/>
            <a:pathLst>
              <a:path extrusionOk="0" h="1046" w="1046">
                <a:moveTo>
                  <a:pt x="1" y="0"/>
                </a:moveTo>
                <a:lnTo>
                  <a:pt x="1" y="1045"/>
                </a:lnTo>
                <a:lnTo>
                  <a:pt x="1045" y="1045"/>
                </a:lnTo>
                <a:lnTo>
                  <a:pt x="1045" y="0"/>
                </a:lnTo>
                <a:close/>
              </a:path>
            </a:pathLst>
          </a:custGeom>
          <a:solidFill>
            <a:srgbClr val="66A9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5"/>
          <p:cNvSpPr/>
          <p:nvPr/>
        </p:nvSpPr>
        <p:spPr>
          <a:xfrm>
            <a:off x="1406341" y="2345546"/>
            <a:ext cx="83931" cy="83931"/>
          </a:xfrm>
          <a:custGeom>
            <a:rect b="b" l="l" r="r" t="t"/>
            <a:pathLst>
              <a:path extrusionOk="0" fill="none" h="1046" w="1046">
                <a:moveTo>
                  <a:pt x="1045" y="0"/>
                </a:moveTo>
                <a:lnTo>
                  <a:pt x="1" y="0"/>
                </a:lnTo>
                <a:lnTo>
                  <a:pt x="1" y="1045"/>
                </a:lnTo>
                <a:lnTo>
                  <a:pt x="1045" y="1045"/>
                </a:lnTo>
                <a:lnTo>
                  <a:pt x="1045"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5"/>
          <p:cNvSpPr/>
          <p:nvPr/>
        </p:nvSpPr>
        <p:spPr>
          <a:xfrm>
            <a:off x="1500059" y="2345546"/>
            <a:ext cx="56730" cy="83931"/>
          </a:xfrm>
          <a:custGeom>
            <a:rect b="b" l="l" r="r" t="t"/>
            <a:pathLst>
              <a:path extrusionOk="0" h="1046" w="707">
                <a:moveTo>
                  <a:pt x="0" y="0"/>
                </a:moveTo>
                <a:lnTo>
                  <a:pt x="0" y="1045"/>
                </a:lnTo>
                <a:lnTo>
                  <a:pt x="707" y="1045"/>
                </a:lnTo>
                <a:lnTo>
                  <a:pt x="523" y="0"/>
                </a:lnTo>
                <a:close/>
              </a:path>
            </a:pathLst>
          </a:custGeom>
          <a:solidFill>
            <a:srgbClr val="66A9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
          <p:cNvSpPr/>
          <p:nvPr/>
        </p:nvSpPr>
        <p:spPr>
          <a:xfrm>
            <a:off x="1500059" y="2345546"/>
            <a:ext cx="56730" cy="83931"/>
          </a:xfrm>
          <a:custGeom>
            <a:rect b="b" l="l" r="r" t="t"/>
            <a:pathLst>
              <a:path extrusionOk="0" fill="none" h="1046" w="707">
                <a:moveTo>
                  <a:pt x="523" y="0"/>
                </a:moveTo>
                <a:lnTo>
                  <a:pt x="0" y="0"/>
                </a:lnTo>
                <a:lnTo>
                  <a:pt x="0" y="1045"/>
                </a:lnTo>
                <a:lnTo>
                  <a:pt x="707" y="1045"/>
                </a:lnTo>
                <a:lnTo>
                  <a:pt x="523"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5"/>
          <p:cNvSpPr/>
          <p:nvPr/>
        </p:nvSpPr>
        <p:spPr>
          <a:xfrm>
            <a:off x="1519798" y="2471279"/>
            <a:ext cx="44453" cy="4975"/>
          </a:xfrm>
          <a:custGeom>
            <a:rect b="b" l="l" r="r" t="t"/>
            <a:pathLst>
              <a:path extrusionOk="0" h="62" w="554">
                <a:moveTo>
                  <a:pt x="0" y="0"/>
                </a:moveTo>
                <a:lnTo>
                  <a:pt x="0" y="62"/>
                </a:lnTo>
                <a:lnTo>
                  <a:pt x="553" y="62"/>
                </a:lnTo>
                <a:lnTo>
                  <a:pt x="553" y="0"/>
                </a:lnTo>
                <a:close/>
              </a:path>
            </a:pathLst>
          </a:custGeom>
          <a:solidFill>
            <a:srgbClr val="DDDD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5"/>
          <p:cNvSpPr/>
          <p:nvPr/>
        </p:nvSpPr>
        <p:spPr>
          <a:xfrm>
            <a:off x="1541944" y="2471279"/>
            <a:ext cx="22307" cy="4975"/>
          </a:xfrm>
          <a:custGeom>
            <a:rect b="b" l="l" r="r" t="t"/>
            <a:pathLst>
              <a:path extrusionOk="0" h="62" w="278">
                <a:moveTo>
                  <a:pt x="1" y="0"/>
                </a:moveTo>
                <a:lnTo>
                  <a:pt x="1" y="62"/>
                </a:lnTo>
                <a:lnTo>
                  <a:pt x="277" y="62"/>
                </a:lnTo>
                <a:lnTo>
                  <a:pt x="277" y="0"/>
                </a:lnTo>
                <a:close/>
              </a:path>
            </a:pathLst>
          </a:custGeom>
          <a:solidFill>
            <a:srgbClr val="BCBC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5"/>
          <p:cNvSpPr/>
          <p:nvPr/>
        </p:nvSpPr>
        <p:spPr>
          <a:xfrm>
            <a:off x="1887129" y="2414551"/>
            <a:ext cx="29609" cy="56810"/>
          </a:xfrm>
          <a:custGeom>
            <a:rect b="b" l="l" r="r" t="t"/>
            <a:pathLst>
              <a:path extrusionOk="0" h="708" w="369">
                <a:moveTo>
                  <a:pt x="0" y="1"/>
                </a:moveTo>
                <a:lnTo>
                  <a:pt x="0" y="707"/>
                </a:lnTo>
                <a:lnTo>
                  <a:pt x="369" y="707"/>
                </a:lnTo>
                <a:lnTo>
                  <a:pt x="36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5"/>
          <p:cNvSpPr/>
          <p:nvPr/>
        </p:nvSpPr>
        <p:spPr>
          <a:xfrm>
            <a:off x="1887129" y="2414551"/>
            <a:ext cx="29609" cy="56810"/>
          </a:xfrm>
          <a:custGeom>
            <a:rect b="b" l="l" r="r" t="t"/>
            <a:pathLst>
              <a:path extrusionOk="0" fill="none" h="708" w="369">
                <a:moveTo>
                  <a:pt x="369" y="707"/>
                </a:moveTo>
                <a:lnTo>
                  <a:pt x="0" y="707"/>
                </a:lnTo>
                <a:lnTo>
                  <a:pt x="0" y="1"/>
                </a:lnTo>
                <a:lnTo>
                  <a:pt x="369" y="1"/>
                </a:lnTo>
                <a:lnTo>
                  <a:pt x="369" y="707"/>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5"/>
          <p:cNvSpPr/>
          <p:nvPr/>
        </p:nvSpPr>
        <p:spPr>
          <a:xfrm>
            <a:off x="1901893" y="2414551"/>
            <a:ext cx="14844" cy="56810"/>
          </a:xfrm>
          <a:custGeom>
            <a:rect b="b" l="l" r="r" t="t"/>
            <a:pathLst>
              <a:path extrusionOk="0" h="708" w="185">
                <a:moveTo>
                  <a:pt x="1" y="1"/>
                </a:moveTo>
                <a:lnTo>
                  <a:pt x="1" y="707"/>
                </a:lnTo>
                <a:lnTo>
                  <a:pt x="185" y="707"/>
                </a:lnTo>
                <a:lnTo>
                  <a:pt x="185" y="1"/>
                </a:lnTo>
                <a:close/>
              </a:path>
            </a:pathLst>
          </a:custGeom>
          <a:solidFill>
            <a:srgbClr val="DDDD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5"/>
          <p:cNvSpPr/>
          <p:nvPr/>
        </p:nvSpPr>
        <p:spPr>
          <a:xfrm>
            <a:off x="1901893" y="2414551"/>
            <a:ext cx="14844" cy="56810"/>
          </a:xfrm>
          <a:custGeom>
            <a:rect b="b" l="l" r="r" t="t"/>
            <a:pathLst>
              <a:path extrusionOk="0" fill="none" h="708" w="185">
                <a:moveTo>
                  <a:pt x="185" y="707"/>
                </a:moveTo>
                <a:lnTo>
                  <a:pt x="1" y="707"/>
                </a:lnTo>
                <a:lnTo>
                  <a:pt x="1" y="1"/>
                </a:lnTo>
                <a:lnTo>
                  <a:pt x="185" y="1"/>
                </a:lnTo>
                <a:lnTo>
                  <a:pt x="185" y="707"/>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5"/>
          <p:cNvSpPr/>
          <p:nvPr/>
        </p:nvSpPr>
        <p:spPr>
          <a:xfrm>
            <a:off x="1753934" y="2241958"/>
            <a:ext cx="296005" cy="199798"/>
          </a:xfrm>
          <a:custGeom>
            <a:rect b="b" l="l" r="r" t="t"/>
            <a:pathLst>
              <a:path extrusionOk="0" h="2490" w="3689">
                <a:moveTo>
                  <a:pt x="1" y="1"/>
                </a:moveTo>
                <a:lnTo>
                  <a:pt x="1" y="2490"/>
                </a:lnTo>
                <a:lnTo>
                  <a:pt x="3688" y="2490"/>
                </a:lnTo>
                <a:lnTo>
                  <a:pt x="3688" y="1"/>
                </a:lnTo>
                <a:close/>
              </a:path>
            </a:pathLst>
          </a:custGeom>
          <a:solidFill>
            <a:srgbClr val="C9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5"/>
          <p:cNvSpPr/>
          <p:nvPr/>
        </p:nvSpPr>
        <p:spPr>
          <a:xfrm>
            <a:off x="1753934" y="2241958"/>
            <a:ext cx="296005" cy="199798"/>
          </a:xfrm>
          <a:custGeom>
            <a:rect b="b" l="l" r="r" t="t"/>
            <a:pathLst>
              <a:path extrusionOk="0" fill="none" h="2490" w="3689">
                <a:moveTo>
                  <a:pt x="3688" y="2490"/>
                </a:moveTo>
                <a:lnTo>
                  <a:pt x="1" y="2490"/>
                </a:lnTo>
                <a:lnTo>
                  <a:pt x="1" y="1"/>
                </a:lnTo>
                <a:lnTo>
                  <a:pt x="3688" y="1"/>
                </a:lnTo>
                <a:lnTo>
                  <a:pt x="3688" y="249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5"/>
          <p:cNvSpPr/>
          <p:nvPr/>
        </p:nvSpPr>
        <p:spPr>
          <a:xfrm>
            <a:off x="1763803" y="2251827"/>
            <a:ext cx="86418" cy="83931"/>
          </a:xfrm>
          <a:custGeom>
            <a:rect b="b" l="l" r="r" t="t"/>
            <a:pathLst>
              <a:path extrusionOk="0" h="1046" w="1077">
                <a:moveTo>
                  <a:pt x="1" y="1"/>
                </a:moveTo>
                <a:lnTo>
                  <a:pt x="1" y="1045"/>
                </a:lnTo>
                <a:lnTo>
                  <a:pt x="1076" y="1045"/>
                </a:lnTo>
                <a:lnTo>
                  <a:pt x="1076" y="1"/>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5"/>
          <p:cNvSpPr/>
          <p:nvPr/>
        </p:nvSpPr>
        <p:spPr>
          <a:xfrm>
            <a:off x="1763803" y="2251827"/>
            <a:ext cx="86418" cy="83931"/>
          </a:xfrm>
          <a:custGeom>
            <a:rect b="b" l="l" r="r" t="t"/>
            <a:pathLst>
              <a:path extrusionOk="0" fill="none" h="1046" w="1077">
                <a:moveTo>
                  <a:pt x="1076" y="1045"/>
                </a:moveTo>
                <a:lnTo>
                  <a:pt x="1" y="1045"/>
                </a:lnTo>
                <a:lnTo>
                  <a:pt x="1" y="1"/>
                </a:lnTo>
                <a:lnTo>
                  <a:pt x="1076" y="1"/>
                </a:lnTo>
                <a:lnTo>
                  <a:pt x="1076"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5"/>
          <p:cNvSpPr/>
          <p:nvPr/>
        </p:nvSpPr>
        <p:spPr>
          <a:xfrm>
            <a:off x="1860009" y="2251827"/>
            <a:ext cx="83851" cy="83931"/>
          </a:xfrm>
          <a:custGeom>
            <a:rect b="b" l="l" r="r" t="t"/>
            <a:pathLst>
              <a:path extrusionOk="0" h="1046" w="1045">
                <a:moveTo>
                  <a:pt x="0" y="1"/>
                </a:moveTo>
                <a:lnTo>
                  <a:pt x="0" y="1045"/>
                </a:lnTo>
                <a:lnTo>
                  <a:pt x="1045" y="1045"/>
                </a:lnTo>
                <a:lnTo>
                  <a:pt x="1045" y="1"/>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5"/>
          <p:cNvSpPr/>
          <p:nvPr/>
        </p:nvSpPr>
        <p:spPr>
          <a:xfrm>
            <a:off x="1860009" y="2251827"/>
            <a:ext cx="83851" cy="83931"/>
          </a:xfrm>
          <a:custGeom>
            <a:rect b="b" l="l" r="r" t="t"/>
            <a:pathLst>
              <a:path extrusionOk="0" fill="none" h="1046" w="1045">
                <a:moveTo>
                  <a:pt x="1045" y="1045"/>
                </a:moveTo>
                <a:lnTo>
                  <a:pt x="0" y="1045"/>
                </a:lnTo>
                <a:lnTo>
                  <a:pt x="0" y="1"/>
                </a:lnTo>
                <a:lnTo>
                  <a:pt x="1045" y="1"/>
                </a:lnTo>
                <a:lnTo>
                  <a:pt x="1045"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5"/>
          <p:cNvSpPr/>
          <p:nvPr/>
        </p:nvSpPr>
        <p:spPr>
          <a:xfrm>
            <a:off x="1953647" y="2251827"/>
            <a:ext cx="83931" cy="83931"/>
          </a:xfrm>
          <a:custGeom>
            <a:rect b="b" l="l" r="r" t="t"/>
            <a:pathLst>
              <a:path extrusionOk="0" h="1046" w="1046">
                <a:moveTo>
                  <a:pt x="1" y="1"/>
                </a:moveTo>
                <a:lnTo>
                  <a:pt x="1" y="1045"/>
                </a:lnTo>
                <a:lnTo>
                  <a:pt x="1045" y="1045"/>
                </a:lnTo>
                <a:lnTo>
                  <a:pt x="1045" y="1"/>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5"/>
          <p:cNvSpPr/>
          <p:nvPr/>
        </p:nvSpPr>
        <p:spPr>
          <a:xfrm>
            <a:off x="1763803" y="2345546"/>
            <a:ext cx="86418" cy="83931"/>
          </a:xfrm>
          <a:custGeom>
            <a:rect b="b" l="l" r="r" t="t"/>
            <a:pathLst>
              <a:path extrusionOk="0" h="1046" w="1077">
                <a:moveTo>
                  <a:pt x="1" y="0"/>
                </a:moveTo>
                <a:lnTo>
                  <a:pt x="1" y="1045"/>
                </a:lnTo>
                <a:lnTo>
                  <a:pt x="1076" y="1045"/>
                </a:lnTo>
                <a:lnTo>
                  <a:pt x="1076" y="0"/>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5"/>
          <p:cNvSpPr/>
          <p:nvPr/>
        </p:nvSpPr>
        <p:spPr>
          <a:xfrm>
            <a:off x="1763803" y="2345546"/>
            <a:ext cx="86418" cy="83931"/>
          </a:xfrm>
          <a:custGeom>
            <a:rect b="b" l="l" r="r" t="t"/>
            <a:pathLst>
              <a:path extrusionOk="0" fill="none" h="1046" w="1077">
                <a:moveTo>
                  <a:pt x="1076" y="1045"/>
                </a:moveTo>
                <a:lnTo>
                  <a:pt x="1" y="1045"/>
                </a:lnTo>
                <a:lnTo>
                  <a:pt x="1" y="0"/>
                </a:lnTo>
                <a:lnTo>
                  <a:pt x="1076" y="0"/>
                </a:lnTo>
                <a:lnTo>
                  <a:pt x="1076"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5"/>
          <p:cNvSpPr/>
          <p:nvPr/>
        </p:nvSpPr>
        <p:spPr>
          <a:xfrm>
            <a:off x="1860009" y="2345546"/>
            <a:ext cx="83851" cy="83931"/>
          </a:xfrm>
          <a:custGeom>
            <a:rect b="b" l="l" r="r" t="t"/>
            <a:pathLst>
              <a:path extrusionOk="0" h="1046" w="1045">
                <a:moveTo>
                  <a:pt x="0" y="0"/>
                </a:moveTo>
                <a:lnTo>
                  <a:pt x="0" y="1045"/>
                </a:lnTo>
                <a:lnTo>
                  <a:pt x="1045" y="1045"/>
                </a:lnTo>
                <a:lnTo>
                  <a:pt x="1045" y="0"/>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5"/>
          <p:cNvSpPr/>
          <p:nvPr/>
        </p:nvSpPr>
        <p:spPr>
          <a:xfrm>
            <a:off x="1860009" y="2345546"/>
            <a:ext cx="83851" cy="83931"/>
          </a:xfrm>
          <a:custGeom>
            <a:rect b="b" l="l" r="r" t="t"/>
            <a:pathLst>
              <a:path extrusionOk="0" fill="none" h="1046" w="1045">
                <a:moveTo>
                  <a:pt x="1045" y="1045"/>
                </a:moveTo>
                <a:lnTo>
                  <a:pt x="0" y="1045"/>
                </a:lnTo>
                <a:lnTo>
                  <a:pt x="0" y="0"/>
                </a:lnTo>
                <a:lnTo>
                  <a:pt x="1045" y="0"/>
                </a:lnTo>
                <a:lnTo>
                  <a:pt x="1045"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5"/>
          <p:cNvSpPr/>
          <p:nvPr/>
        </p:nvSpPr>
        <p:spPr>
          <a:xfrm>
            <a:off x="1953647" y="2345546"/>
            <a:ext cx="83931" cy="83931"/>
          </a:xfrm>
          <a:custGeom>
            <a:rect b="b" l="l" r="r" t="t"/>
            <a:pathLst>
              <a:path extrusionOk="0" h="1046" w="1046">
                <a:moveTo>
                  <a:pt x="1" y="0"/>
                </a:moveTo>
                <a:lnTo>
                  <a:pt x="1" y="1045"/>
                </a:lnTo>
                <a:lnTo>
                  <a:pt x="1045" y="1045"/>
                </a:lnTo>
                <a:lnTo>
                  <a:pt x="1045" y="0"/>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5"/>
          <p:cNvSpPr/>
          <p:nvPr/>
        </p:nvSpPr>
        <p:spPr>
          <a:xfrm>
            <a:off x="1753934" y="2241958"/>
            <a:ext cx="165294" cy="199798"/>
          </a:xfrm>
          <a:custGeom>
            <a:rect b="b" l="l" r="r" t="t"/>
            <a:pathLst>
              <a:path extrusionOk="0" h="2490" w="2060">
                <a:moveTo>
                  <a:pt x="1199" y="124"/>
                </a:moveTo>
                <a:lnTo>
                  <a:pt x="1199" y="1168"/>
                </a:lnTo>
                <a:lnTo>
                  <a:pt x="124" y="1168"/>
                </a:lnTo>
                <a:lnTo>
                  <a:pt x="124" y="124"/>
                </a:lnTo>
                <a:close/>
                <a:moveTo>
                  <a:pt x="1199" y="1291"/>
                </a:moveTo>
                <a:lnTo>
                  <a:pt x="1199" y="2336"/>
                </a:lnTo>
                <a:lnTo>
                  <a:pt x="124" y="2336"/>
                </a:lnTo>
                <a:lnTo>
                  <a:pt x="124" y="1291"/>
                </a:lnTo>
                <a:close/>
                <a:moveTo>
                  <a:pt x="1" y="1"/>
                </a:moveTo>
                <a:lnTo>
                  <a:pt x="1" y="2490"/>
                </a:lnTo>
                <a:lnTo>
                  <a:pt x="2060" y="2490"/>
                </a:lnTo>
                <a:lnTo>
                  <a:pt x="2029" y="2336"/>
                </a:lnTo>
                <a:lnTo>
                  <a:pt x="1322" y="2336"/>
                </a:lnTo>
                <a:lnTo>
                  <a:pt x="1322" y="1291"/>
                </a:lnTo>
                <a:lnTo>
                  <a:pt x="1845" y="1291"/>
                </a:lnTo>
                <a:lnTo>
                  <a:pt x="1814" y="1168"/>
                </a:lnTo>
                <a:lnTo>
                  <a:pt x="1322" y="1168"/>
                </a:lnTo>
                <a:lnTo>
                  <a:pt x="1322" y="124"/>
                </a:lnTo>
                <a:lnTo>
                  <a:pt x="1599" y="124"/>
                </a:lnTo>
                <a:lnTo>
                  <a:pt x="1599" y="1"/>
                </a:lnTo>
                <a:close/>
              </a:path>
            </a:pathLst>
          </a:custGeom>
          <a:solidFill>
            <a:srgbClr val="D7F8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5"/>
          <p:cNvSpPr/>
          <p:nvPr/>
        </p:nvSpPr>
        <p:spPr>
          <a:xfrm>
            <a:off x="1763803" y="2345546"/>
            <a:ext cx="86418" cy="83931"/>
          </a:xfrm>
          <a:custGeom>
            <a:rect b="b" l="l" r="r" t="t"/>
            <a:pathLst>
              <a:path extrusionOk="0" fill="none" h="1046" w="1077">
                <a:moveTo>
                  <a:pt x="1" y="1045"/>
                </a:moveTo>
                <a:lnTo>
                  <a:pt x="1" y="0"/>
                </a:lnTo>
                <a:lnTo>
                  <a:pt x="1076" y="0"/>
                </a:lnTo>
                <a:lnTo>
                  <a:pt x="1076" y="1045"/>
                </a:lnTo>
                <a:lnTo>
                  <a:pt x="1"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5"/>
          <p:cNvSpPr/>
          <p:nvPr/>
        </p:nvSpPr>
        <p:spPr>
          <a:xfrm>
            <a:off x="1763803" y="2251827"/>
            <a:ext cx="86418" cy="83931"/>
          </a:xfrm>
          <a:custGeom>
            <a:rect b="b" l="l" r="r" t="t"/>
            <a:pathLst>
              <a:path extrusionOk="0" fill="none" h="1046" w="1077">
                <a:moveTo>
                  <a:pt x="1" y="1045"/>
                </a:moveTo>
                <a:lnTo>
                  <a:pt x="1" y="1"/>
                </a:lnTo>
                <a:lnTo>
                  <a:pt x="1076" y="1"/>
                </a:lnTo>
                <a:lnTo>
                  <a:pt x="1076" y="1045"/>
                </a:lnTo>
                <a:lnTo>
                  <a:pt x="1" y="10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5"/>
          <p:cNvSpPr/>
          <p:nvPr/>
        </p:nvSpPr>
        <p:spPr>
          <a:xfrm>
            <a:off x="1753934" y="2241958"/>
            <a:ext cx="165294" cy="199798"/>
          </a:xfrm>
          <a:custGeom>
            <a:rect b="b" l="l" r="r" t="t"/>
            <a:pathLst>
              <a:path extrusionOk="0" fill="none" h="2490" w="2060">
                <a:moveTo>
                  <a:pt x="1599" y="1"/>
                </a:moveTo>
                <a:lnTo>
                  <a:pt x="1" y="1"/>
                </a:lnTo>
                <a:lnTo>
                  <a:pt x="1" y="2490"/>
                </a:lnTo>
                <a:lnTo>
                  <a:pt x="2060" y="2490"/>
                </a:lnTo>
                <a:lnTo>
                  <a:pt x="2029" y="2336"/>
                </a:lnTo>
                <a:lnTo>
                  <a:pt x="1322" y="2336"/>
                </a:lnTo>
                <a:lnTo>
                  <a:pt x="1322" y="1291"/>
                </a:lnTo>
                <a:lnTo>
                  <a:pt x="1845" y="1291"/>
                </a:lnTo>
                <a:lnTo>
                  <a:pt x="1814" y="1168"/>
                </a:lnTo>
                <a:lnTo>
                  <a:pt x="1322" y="1168"/>
                </a:lnTo>
                <a:lnTo>
                  <a:pt x="1322" y="124"/>
                </a:lnTo>
                <a:lnTo>
                  <a:pt x="1599" y="124"/>
                </a:lnTo>
                <a:lnTo>
                  <a:pt x="1599"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5"/>
          <p:cNvSpPr/>
          <p:nvPr/>
        </p:nvSpPr>
        <p:spPr>
          <a:xfrm>
            <a:off x="1763803" y="2251827"/>
            <a:ext cx="86418" cy="83931"/>
          </a:xfrm>
          <a:custGeom>
            <a:rect b="b" l="l" r="r" t="t"/>
            <a:pathLst>
              <a:path extrusionOk="0" h="1046" w="1077">
                <a:moveTo>
                  <a:pt x="1" y="1"/>
                </a:moveTo>
                <a:lnTo>
                  <a:pt x="1" y="1045"/>
                </a:lnTo>
                <a:lnTo>
                  <a:pt x="1076" y="1045"/>
                </a:lnTo>
                <a:lnTo>
                  <a:pt x="1076" y="1"/>
                </a:lnTo>
                <a:close/>
              </a:path>
            </a:pathLst>
          </a:custGeom>
          <a:solidFill>
            <a:srgbClr val="66A9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5"/>
          <p:cNvSpPr/>
          <p:nvPr/>
        </p:nvSpPr>
        <p:spPr>
          <a:xfrm>
            <a:off x="1763803" y="2251827"/>
            <a:ext cx="86418" cy="83931"/>
          </a:xfrm>
          <a:custGeom>
            <a:rect b="b" l="l" r="r" t="t"/>
            <a:pathLst>
              <a:path extrusionOk="0" fill="none" h="1046" w="1077">
                <a:moveTo>
                  <a:pt x="1076" y="1"/>
                </a:moveTo>
                <a:lnTo>
                  <a:pt x="1" y="1"/>
                </a:lnTo>
                <a:lnTo>
                  <a:pt x="1" y="1045"/>
                </a:lnTo>
                <a:lnTo>
                  <a:pt x="1076" y="1045"/>
                </a:lnTo>
                <a:lnTo>
                  <a:pt x="1076"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5"/>
          <p:cNvSpPr/>
          <p:nvPr/>
        </p:nvSpPr>
        <p:spPr>
          <a:xfrm>
            <a:off x="1860009" y="2251827"/>
            <a:ext cx="39478" cy="83931"/>
          </a:xfrm>
          <a:custGeom>
            <a:rect b="b" l="l" r="r" t="t"/>
            <a:pathLst>
              <a:path extrusionOk="0" h="1046" w="492">
                <a:moveTo>
                  <a:pt x="0" y="1"/>
                </a:moveTo>
                <a:lnTo>
                  <a:pt x="0" y="1045"/>
                </a:lnTo>
                <a:lnTo>
                  <a:pt x="492" y="1045"/>
                </a:lnTo>
                <a:lnTo>
                  <a:pt x="277" y="1"/>
                </a:lnTo>
                <a:close/>
              </a:path>
            </a:pathLst>
          </a:custGeom>
          <a:solidFill>
            <a:srgbClr val="66A9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5"/>
          <p:cNvSpPr/>
          <p:nvPr/>
        </p:nvSpPr>
        <p:spPr>
          <a:xfrm>
            <a:off x="1860009" y="2251827"/>
            <a:ext cx="39478" cy="83931"/>
          </a:xfrm>
          <a:custGeom>
            <a:rect b="b" l="l" r="r" t="t"/>
            <a:pathLst>
              <a:path extrusionOk="0" fill="none" h="1046" w="492">
                <a:moveTo>
                  <a:pt x="277" y="1"/>
                </a:moveTo>
                <a:lnTo>
                  <a:pt x="0" y="1"/>
                </a:lnTo>
                <a:lnTo>
                  <a:pt x="0" y="1045"/>
                </a:lnTo>
                <a:lnTo>
                  <a:pt x="492" y="1045"/>
                </a:lnTo>
                <a:lnTo>
                  <a:pt x="277"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5"/>
          <p:cNvSpPr/>
          <p:nvPr/>
        </p:nvSpPr>
        <p:spPr>
          <a:xfrm>
            <a:off x="1763803" y="2345546"/>
            <a:ext cx="86418" cy="83931"/>
          </a:xfrm>
          <a:custGeom>
            <a:rect b="b" l="l" r="r" t="t"/>
            <a:pathLst>
              <a:path extrusionOk="0" h="1046" w="1077">
                <a:moveTo>
                  <a:pt x="1" y="0"/>
                </a:moveTo>
                <a:lnTo>
                  <a:pt x="1" y="1045"/>
                </a:lnTo>
                <a:lnTo>
                  <a:pt x="1076" y="1045"/>
                </a:lnTo>
                <a:lnTo>
                  <a:pt x="1076" y="0"/>
                </a:lnTo>
                <a:close/>
              </a:path>
            </a:pathLst>
          </a:custGeom>
          <a:solidFill>
            <a:srgbClr val="66A9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
          <p:cNvSpPr/>
          <p:nvPr/>
        </p:nvSpPr>
        <p:spPr>
          <a:xfrm>
            <a:off x="1763803" y="2345546"/>
            <a:ext cx="86418" cy="83931"/>
          </a:xfrm>
          <a:custGeom>
            <a:rect b="b" l="l" r="r" t="t"/>
            <a:pathLst>
              <a:path extrusionOk="0" fill="none" h="1046" w="1077">
                <a:moveTo>
                  <a:pt x="1076" y="0"/>
                </a:moveTo>
                <a:lnTo>
                  <a:pt x="1" y="0"/>
                </a:lnTo>
                <a:lnTo>
                  <a:pt x="1" y="1045"/>
                </a:lnTo>
                <a:lnTo>
                  <a:pt x="1076" y="1045"/>
                </a:lnTo>
                <a:lnTo>
                  <a:pt x="1076"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5"/>
          <p:cNvSpPr/>
          <p:nvPr/>
        </p:nvSpPr>
        <p:spPr>
          <a:xfrm>
            <a:off x="1860009" y="2345546"/>
            <a:ext cx="56730" cy="83931"/>
          </a:xfrm>
          <a:custGeom>
            <a:rect b="b" l="l" r="r" t="t"/>
            <a:pathLst>
              <a:path extrusionOk="0" h="1046" w="707">
                <a:moveTo>
                  <a:pt x="0" y="0"/>
                </a:moveTo>
                <a:lnTo>
                  <a:pt x="0" y="1045"/>
                </a:lnTo>
                <a:lnTo>
                  <a:pt x="707" y="1045"/>
                </a:lnTo>
                <a:lnTo>
                  <a:pt x="523" y="0"/>
                </a:lnTo>
                <a:close/>
              </a:path>
            </a:pathLst>
          </a:custGeom>
          <a:solidFill>
            <a:srgbClr val="66A9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5"/>
          <p:cNvSpPr/>
          <p:nvPr/>
        </p:nvSpPr>
        <p:spPr>
          <a:xfrm>
            <a:off x="1860009" y="2345546"/>
            <a:ext cx="56730" cy="83931"/>
          </a:xfrm>
          <a:custGeom>
            <a:rect b="b" l="l" r="r" t="t"/>
            <a:pathLst>
              <a:path extrusionOk="0" fill="none" h="1046" w="707">
                <a:moveTo>
                  <a:pt x="523" y="0"/>
                </a:moveTo>
                <a:lnTo>
                  <a:pt x="0" y="0"/>
                </a:lnTo>
                <a:lnTo>
                  <a:pt x="0" y="1045"/>
                </a:lnTo>
                <a:lnTo>
                  <a:pt x="707" y="1045"/>
                </a:lnTo>
                <a:lnTo>
                  <a:pt x="523"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5"/>
          <p:cNvSpPr/>
          <p:nvPr/>
        </p:nvSpPr>
        <p:spPr>
          <a:xfrm>
            <a:off x="1879667" y="2471279"/>
            <a:ext cx="42046" cy="4975"/>
          </a:xfrm>
          <a:custGeom>
            <a:rect b="b" l="l" r="r" t="t"/>
            <a:pathLst>
              <a:path extrusionOk="0" h="62" w="524">
                <a:moveTo>
                  <a:pt x="1" y="0"/>
                </a:moveTo>
                <a:lnTo>
                  <a:pt x="1" y="62"/>
                </a:lnTo>
                <a:lnTo>
                  <a:pt x="523" y="62"/>
                </a:lnTo>
                <a:lnTo>
                  <a:pt x="523" y="0"/>
                </a:lnTo>
                <a:close/>
              </a:path>
            </a:pathLst>
          </a:custGeom>
          <a:solidFill>
            <a:srgbClr val="DDDD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5"/>
          <p:cNvSpPr/>
          <p:nvPr/>
        </p:nvSpPr>
        <p:spPr>
          <a:xfrm>
            <a:off x="1901893" y="2471279"/>
            <a:ext cx="19819" cy="4975"/>
          </a:xfrm>
          <a:custGeom>
            <a:rect b="b" l="l" r="r" t="t"/>
            <a:pathLst>
              <a:path extrusionOk="0" h="62" w="247">
                <a:moveTo>
                  <a:pt x="1" y="0"/>
                </a:moveTo>
                <a:lnTo>
                  <a:pt x="1" y="62"/>
                </a:lnTo>
                <a:lnTo>
                  <a:pt x="246" y="62"/>
                </a:lnTo>
                <a:lnTo>
                  <a:pt x="246" y="0"/>
                </a:lnTo>
                <a:close/>
              </a:path>
            </a:pathLst>
          </a:custGeom>
          <a:solidFill>
            <a:srgbClr val="BCBC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5"/>
          <p:cNvSpPr/>
          <p:nvPr/>
        </p:nvSpPr>
        <p:spPr>
          <a:xfrm>
            <a:off x="1549325" y="2355415"/>
            <a:ext cx="293518" cy="120841"/>
          </a:xfrm>
          <a:custGeom>
            <a:rect b="b" l="l" r="r" t="t"/>
            <a:pathLst>
              <a:path extrusionOk="0" h="1506" w="3658">
                <a:moveTo>
                  <a:pt x="1752" y="0"/>
                </a:moveTo>
                <a:lnTo>
                  <a:pt x="1598" y="62"/>
                </a:lnTo>
                <a:lnTo>
                  <a:pt x="1476" y="123"/>
                </a:lnTo>
                <a:lnTo>
                  <a:pt x="1353" y="185"/>
                </a:lnTo>
                <a:lnTo>
                  <a:pt x="1230" y="308"/>
                </a:lnTo>
                <a:lnTo>
                  <a:pt x="1138" y="430"/>
                </a:lnTo>
                <a:lnTo>
                  <a:pt x="1076" y="553"/>
                </a:lnTo>
                <a:lnTo>
                  <a:pt x="1015" y="707"/>
                </a:lnTo>
                <a:lnTo>
                  <a:pt x="861" y="646"/>
                </a:lnTo>
                <a:lnTo>
                  <a:pt x="523" y="646"/>
                </a:lnTo>
                <a:lnTo>
                  <a:pt x="339" y="738"/>
                </a:lnTo>
                <a:lnTo>
                  <a:pt x="216" y="830"/>
                </a:lnTo>
                <a:lnTo>
                  <a:pt x="93" y="983"/>
                </a:lnTo>
                <a:lnTo>
                  <a:pt x="31" y="1168"/>
                </a:lnTo>
                <a:lnTo>
                  <a:pt x="1" y="1352"/>
                </a:lnTo>
                <a:lnTo>
                  <a:pt x="31" y="1506"/>
                </a:lnTo>
                <a:lnTo>
                  <a:pt x="3657" y="1506"/>
                </a:lnTo>
                <a:lnTo>
                  <a:pt x="3657" y="1352"/>
                </a:lnTo>
                <a:lnTo>
                  <a:pt x="3657" y="1199"/>
                </a:lnTo>
                <a:lnTo>
                  <a:pt x="3596" y="1076"/>
                </a:lnTo>
                <a:lnTo>
                  <a:pt x="3534" y="953"/>
                </a:lnTo>
                <a:lnTo>
                  <a:pt x="3473" y="830"/>
                </a:lnTo>
                <a:lnTo>
                  <a:pt x="3350" y="768"/>
                </a:lnTo>
                <a:lnTo>
                  <a:pt x="3227" y="676"/>
                </a:lnTo>
                <a:lnTo>
                  <a:pt x="3104" y="646"/>
                </a:lnTo>
                <a:lnTo>
                  <a:pt x="2797" y="646"/>
                </a:lnTo>
                <a:lnTo>
                  <a:pt x="2705" y="430"/>
                </a:lnTo>
                <a:lnTo>
                  <a:pt x="2582" y="277"/>
                </a:lnTo>
                <a:lnTo>
                  <a:pt x="2428" y="154"/>
                </a:lnTo>
                <a:lnTo>
                  <a:pt x="2274" y="62"/>
                </a:lnTo>
                <a:lnTo>
                  <a:pt x="2090" y="31"/>
                </a:lnTo>
                <a:lnTo>
                  <a:pt x="1906" y="0"/>
                </a:lnTo>
                <a:close/>
              </a:path>
            </a:pathLst>
          </a:custGeom>
          <a:solidFill>
            <a:srgbClr val="BFE5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5"/>
          <p:cNvSpPr/>
          <p:nvPr/>
        </p:nvSpPr>
        <p:spPr>
          <a:xfrm>
            <a:off x="1697285" y="2380048"/>
            <a:ext cx="231813" cy="96208"/>
          </a:xfrm>
          <a:custGeom>
            <a:rect b="b" l="l" r="r" t="t"/>
            <a:pathLst>
              <a:path extrusionOk="0" h="1199" w="2889">
                <a:moveTo>
                  <a:pt x="1383" y="1"/>
                </a:moveTo>
                <a:lnTo>
                  <a:pt x="1260" y="31"/>
                </a:lnTo>
                <a:lnTo>
                  <a:pt x="1168" y="93"/>
                </a:lnTo>
                <a:lnTo>
                  <a:pt x="1045" y="154"/>
                </a:lnTo>
                <a:lnTo>
                  <a:pt x="953" y="246"/>
                </a:lnTo>
                <a:lnTo>
                  <a:pt x="891" y="339"/>
                </a:lnTo>
                <a:lnTo>
                  <a:pt x="830" y="431"/>
                </a:lnTo>
                <a:lnTo>
                  <a:pt x="799" y="554"/>
                </a:lnTo>
                <a:lnTo>
                  <a:pt x="676" y="523"/>
                </a:lnTo>
                <a:lnTo>
                  <a:pt x="553" y="492"/>
                </a:lnTo>
                <a:lnTo>
                  <a:pt x="400" y="523"/>
                </a:lnTo>
                <a:lnTo>
                  <a:pt x="277" y="584"/>
                </a:lnTo>
                <a:lnTo>
                  <a:pt x="154" y="676"/>
                </a:lnTo>
                <a:lnTo>
                  <a:pt x="62" y="799"/>
                </a:lnTo>
                <a:lnTo>
                  <a:pt x="0" y="922"/>
                </a:lnTo>
                <a:lnTo>
                  <a:pt x="0" y="1076"/>
                </a:lnTo>
                <a:lnTo>
                  <a:pt x="0" y="1199"/>
                </a:lnTo>
                <a:lnTo>
                  <a:pt x="2889" y="1199"/>
                </a:lnTo>
                <a:lnTo>
                  <a:pt x="2889" y="1076"/>
                </a:lnTo>
                <a:lnTo>
                  <a:pt x="2889" y="953"/>
                </a:lnTo>
                <a:lnTo>
                  <a:pt x="2858" y="861"/>
                </a:lnTo>
                <a:lnTo>
                  <a:pt x="2796" y="769"/>
                </a:lnTo>
                <a:lnTo>
                  <a:pt x="2735" y="676"/>
                </a:lnTo>
                <a:lnTo>
                  <a:pt x="2643" y="615"/>
                </a:lnTo>
                <a:lnTo>
                  <a:pt x="2551" y="554"/>
                </a:lnTo>
                <a:lnTo>
                  <a:pt x="2458" y="523"/>
                </a:lnTo>
                <a:lnTo>
                  <a:pt x="2335" y="492"/>
                </a:lnTo>
                <a:lnTo>
                  <a:pt x="2213" y="523"/>
                </a:lnTo>
                <a:lnTo>
                  <a:pt x="2151" y="369"/>
                </a:lnTo>
                <a:lnTo>
                  <a:pt x="2028" y="216"/>
                </a:lnTo>
                <a:lnTo>
                  <a:pt x="1936" y="123"/>
                </a:lnTo>
                <a:lnTo>
                  <a:pt x="1813" y="62"/>
                </a:lnTo>
                <a:lnTo>
                  <a:pt x="1659" y="31"/>
                </a:lnTo>
                <a:lnTo>
                  <a:pt x="1506" y="1"/>
                </a:lnTo>
                <a:close/>
              </a:path>
            </a:pathLst>
          </a:custGeom>
          <a:solidFill>
            <a:srgbClr val="6585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5"/>
          <p:cNvSpPr/>
          <p:nvPr/>
        </p:nvSpPr>
        <p:spPr>
          <a:xfrm>
            <a:off x="2542918" y="2375154"/>
            <a:ext cx="246578" cy="103590"/>
          </a:xfrm>
          <a:custGeom>
            <a:rect b="b" l="l" r="r" t="t"/>
            <a:pathLst>
              <a:path extrusionOk="0" h="1291" w="3073">
                <a:moveTo>
                  <a:pt x="1629" y="0"/>
                </a:moveTo>
                <a:lnTo>
                  <a:pt x="1475" y="31"/>
                </a:lnTo>
                <a:lnTo>
                  <a:pt x="1352" y="62"/>
                </a:lnTo>
                <a:lnTo>
                  <a:pt x="1229" y="123"/>
                </a:lnTo>
                <a:lnTo>
                  <a:pt x="1137" y="184"/>
                </a:lnTo>
                <a:lnTo>
                  <a:pt x="1045" y="277"/>
                </a:lnTo>
                <a:lnTo>
                  <a:pt x="953" y="369"/>
                </a:lnTo>
                <a:lnTo>
                  <a:pt x="891" y="492"/>
                </a:lnTo>
                <a:lnTo>
                  <a:pt x="861" y="615"/>
                </a:lnTo>
                <a:lnTo>
                  <a:pt x="738" y="553"/>
                </a:lnTo>
                <a:lnTo>
                  <a:pt x="461" y="553"/>
                </a:lnTo>
                <a:lnTo>
                  <a:pt x="307" y="615"/>
                </a:lnTo>
                <a:lnTo>
                  <a:pt x="185" y="707"/>
                </a:lnTo>
                <a:lnTo>
                  <a:pt x="92" y="830"/>
                </a:lnTo>
                <a:lnTo>
                  <a:pt x="31" y="983"/>
                </a:lnTo>
                <a:lnTo>
                  <a:pt x="0" y="1137"/>
                </a:lnTo>
                <a:lnTo>
                  <a:pt x="31" y="1291"/>
                </a:lnTo>
                <a:lnTo>
                  <a:pt x="3073" y="1291"/>
                </a:lnTo>
                <a:lnTo>
                  <a:pt x="3073" y="1137"/>
                </a:lnTo>
                <a:lnTo>
                  <a:pt x="3073" y="1014"/>
                </a:lnTo>
                <a:lnTo>
                  <a:pt x="3042" y="922"/>
                </a:lnTo>
                <a:lnTo>
                  <a:pt x="2981" y="799"/>
                </a:lnTo>
                <a:lnTo>
                  <a:pt x="2919" y="707"/>
                </a:lnTo>
                <a:lnTo>
                  <a:pt x="2827" y="645"/>
                </a:lnTo>
                <a:lnTo>
                  <a:pt x="2704" y="584"/>
                </a:lnTo>
                <a:lnTo>
                  <a:pt x="2612" y="553"/>
                </a:lnTo>
                <a:lnTo>
                  <a:pt x="2366" y="553"/>
                </a:lnTo>
                <a:lnTo>
                  <a:pt x="2274" y="400"/>
                </a:lnTo>
                <a:lnTo>
                  <a:pt x="2151" y="246"/>
                </a:lnTo>
                <a:lnTo>
                  <a:pt x="2059" y="154"/>
                </a:lnTo>
                <a:lnTo>
                  <a:pt x="1905" y="62"/>
                </a:lnTo>
                <a:lnTo>
                  <a:pt x="1782" y="31"/>
                </a:lnTo>
                <a:lnTo>
                  <a:pt x="1629" y="0"/>
                </a:lnTo>
                <a:close/>
              </a:path>
            </a:pathLst>
          </a:custGeom>
          <a:solidFill>
            <a:srgbClr val="BFE5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5"/>
          <p:cNvSpPr/>
          <p:nvPr/>
        </p:nvSpPr>
        <p:spPr>
          <a:xfrm>
            <a:off x="2666164" y="2397300"/>
            <a:ext cx="197310" cy="81444"/>
          </a:xfrm>
          <a:custGeom>
            <a:rect b="b" l="l" r="r" t="t"/>
            <a:pathLst>
              <a:path extrusionOk="0" h="1015" w="2459">
                <a:moveTo>
                  <a:pt x="1291" y="1"/>
                </a:moveTo>
                <a:lnTo>
                  <a:pt x="1076" y="31"/>
                </a:lnTo>
                <a:lnTo>
                  <a:pt x="892" y="124"/>
                </a:lnTo>
                <a:lnTo>
                  <a:pt x="769" y="277"/>
                </a:lnTo>
                <a:lnTo>
                  <a:pt x="676" y="461"/>
                </a:lnTo>
                <a:lnTo>
                  <a:pt x="584" y="431"/>
                </a:lnTo>
                <a:lnTo>
                  <a:pt x="369" y="431"/>
                </a:lnTo>
                <a:lnTo>
                  <a:pt x="246" y="492"/>
                </a:lnTo>
                <a:lnTo>
                  <a:pt x="154" y="554"/>
                </a:lnTo>
                <a:lnTo>
                  <a:pt x="62" y="646"/>
                </a:lnTo>
                <a:lnTo>
                  <a:pt x="31" y="769"/>
                </a:lnTo>
                <a:lnTo>
                  <a:pt x="1" y="892"/>
                </a:lnTo>
                <a:lnTo>
                  <a:pt x="31" y="1015"/>
                </a:lnTo>
                <a:lnTo>
                  <a:pt x="2428" y="1015"/>
                </a:lnTo>
                <a:lnTo>
                  <a:pt x="2459" y="892"/>
                </a:lnTo>
                <a:lnTo>
                  <a:pt x="2428" y="799"/>
                </a:lnTo>
                <a:lnTo>
                  <a:pt x="2397" y="707"/>
                </a:lnTo>
                <a:lnTo>
                  <a:pt x="2305" y="554"/>
                </a:lnTo>
                <a:lnTo>
                  <a:pt x="2151" y="461"/>
                </a:lnTo>
                <a:lnTo>
                  <a:pt x="2059" y="431"/>
                </a:lnTo>
                <a:lnTo>
                  <a:pt x="1875" y="431"/>
                </a:lnTo>
                <a:lnTo>
                  <a:pt x="1813" y="308"/>
                </a:lnTo>
                <a:lnTo>
                  <a:pt x="1721" y="185"/>
                </a:lnTo>
                <a:lnTo>
                  <a:pt x="1629" y="93"/>
                </a:lnTo>
                <a:lnTo>
                  <a:pt x="1537" y="62"/>
                </a:lnTo>
                <a:lnTo>
                  <a:pt x="1414" y="1"/>
                </a:lnTo>
                <a:close/>
              </a:path>
            </a:pathLst>
          </a:custGeom>
          <a:solidFill>
            <a:srgbClr val="6585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5"/>
          <p:cNvSpPr/>
          <p:nvPr/>
        </p:nvSpPr>
        <p:spPr>
          <a:xfrm>
            <a:off x="3119833" y="2355415"/>
            <a:ext cx="295925" cy="120841"/>
          </a:xfrm>
          <a:custGeom>
            <a:rect b="b" l="l" r="r" t="t"/>
            <a:pathLst>
              <a:path extrusionOk="0" h="1506" w="3688">
                <a:moveTo>
                  <a:pt x="1782" y="0"/>
                </a:moveTo>
                <a:lnTo>
                  <a:pt x="1629" y="31"/>
                </a:lnTo>
                <a:lnTo>
                  <a:pt x="1475" y="92"/>
                </a:lnTo>
                <a:lnTo>
                  <a:pt x="1352" y="185"/>
                </a:lnTo>
                <a:lnTo>
                  <a:pt x="1229" y="308"/>
                </a:lnTo>
                <a:lnTo>
                  <a:pt x="1137" y="400"/>
                </a:lnTo>
                <a:lnTo>
                  <a:pt x="1075" y="553"/>
                </a:lnTo>
                <a:lnTo>
                  <a:pt x="1014" y="707"/>
                </a:lnTo>
                <a:lnTo>
                  <a:pt x="860" y="646"/>
                </a:lnTo>
                <a:lnTo>
                  <a:pt x="707" y="615"/>
                </a:lnTo>
                <a:lnTo>
                  <a:pt x="522" y="646"/>
                </a:lnTo>
                <a:lnTo>
                  <a:pt x="369" y="738"/>
                </a:lnTo>
                <a:lnTo>
                  <a:pt x="215" y="830"/>
                </a:lnTo>
                <a:lnTo>
                  <a:pt x="92" y="983"/>
                </a:lnTo>
                <a:lnTo>
                  <a:pt x="31" y="1168"/>
                </a:lnTo>
                <a:lnTo>
                  <a:pt x="0" y="1352"/>
                </a:lnTo>
                <a:lnTo>
                  <a:pt x="31" y="1506"/>
                </a:lnTo>
                <a:lnTo>
                  <a:pt x="3656" y="1506"/>
                </a:lnTo>
                <a:lnTo>
                  <a:pt x="3687" y="1352"/>
                </a:lnTo>
                <a:lnTo>
                  <a:pt x="3687" y="1199"/>
                </a:lnTo>
                <a:lnTo>
                  <a:pt x="3626" y="1076"/>
                </a:lnTo>
                <a:lnTo>
                  <a:pt x="3564" y="953"/>
                </a:lnTo>
                <a:lnTo>
                  <a:pt x="3472" y="830"/>
                </a:lnTo>
                <a:lnTo>
                  <a:pt x="3380" y="738"/>
                </a:lnTo>
                <a:lnTo>
                  <a:pt x="3257" y="676"/>
                </a:lnTo>
                <a:lnTo>
                  <a:pt x="3134" y="646"/>
                </a:lnTo>
                <a:lnTo>
                  <a:pt x="2980" y="615"/>
                </a:lnTo>
                <a:lnTo>
                  <a:pt x="2827" y="646"/>
                </a:lnTo>
                <a:lnTo>
                  <a:pt x="2735" y="430"/>
                </a:lnTo>
                <a:lnTo>
                  <a:pt x="2581" y="277"/>
                </a:lnTo>
                <a:lnTo>
                  <a:pt x="2458" y="154"/>
                </a:lnTo>
                <a:lnTo>
                  <a:pt x="2304" y="62"/>
                </a:lnTo>
                <a:lnTo>
                  <a:pt x="2120" y="0"/>
                </a:lnTo>
                <a:close/>
              </a:path>
            </a:pathLst>
          </a:custGeom>
          <a:solidFill>
            <a:srgbClr val="BFE5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5"/>
          <p:cNvSpPr/>
          <p:nvPr/>
        </p:nvSpPr>
        <p:spPr>
          <a:xfrm>
            <a:off x="3016245" y="2392405"/>
            <a:ext cx="207180" cy="83851"/>
          </a:xfrm>
          <a:custGeom>
            <a:rect b="b" l="l" r="r" t="t"/>
            <a:pathLst>
              <a:path extrusionOk="0" h="1045" w="2582">
                <a:moveTo>
                  <a:pt x="1230" y="0"/>
                </a:moveTo>
                <a:lnTo>
                  <a:pt x="1137" y="31"/>
                </a:lnTo>
                <a:lnTo>
                  <a:pt x="953" y="123"/>
                </a:lnTo>
                <a:lnTo>
                  <a:pt x="799" y="277"/>
                </a:lnTo>
                <a:lnTo>
                  <a:pt x="707" y="492"/>
                </a:lnTo>
                <a:lnTo>
                  <a:pt x="615" y="461"/>
                </a:lnTo>
                <a:lnTo>
                  <a:pt x="492" y="430"/>
                </a:lnTo>
                <a:lnTo>
                  <a:pt x="369" y="461"/>
                </a:lnTo>
                <a:lnTo>
                  <a:pt x="246" y="492"/>
                </a:lnTo>
                <a:lnTo>
                  <a:pt x="154" y="584"/>
                </a:lnTo>
                <a:lnTo>
                  <a:pt x="62" y="676"/>
                </a:lnTo>
                <a:lnTo>
                  <a:pt x="31" y="799"/>
                </a:lnTo>
                <a:lnTo>
                  <a:pt x="1" y="922"/>
                </a:lnTo>
                <a:lnTo>
                  <a:pt x="31" y="1045"/>
                </a:lnTo>
                <a:lnTo>
                  <a:pt x="2551" y="1045"/>
                </a:lnTo>
                <a:lnTo>
                  <a:pt x="2582" y="922"/>
                </a:lnTo>
                <a:lnTo>
                  <a:pt x="2551" y="830"/>
                </a:lnTo>
                <a:lnTo>
                  <a:pt x="2520" y="738"/>
                </a:lnTo>
                <a:lnTo>
                  <a:pt x="2489" y="645"/>
                </a:lnTo>
                <a:lnTo>
                  <a:pt x="2428" y="584"/>
                </a:lnTo>
                <a:lnTo>
                  <a:pt x="2366" y="522"/>
                </a:lnTo>
                <a:lnTo>
                  <a:pt x="2274" y="492"/>
                </a:lnTo>
                <a:lnTo>
                  <a:pt x="2182" y="461"/>
                </a:lnTo>
                <a:lnTo>
                  <a:pt x="2090" y="430"/>
                </a:lnTo>
                <a:lnTo>
                  <a:pt x="1967" y="461"/>
                </a:lnTo>
                <a:lnTo>
                  <a:pt x="1906" y="307"/>
                </a:lnTo>
                <a:lnTo>
                  <a:pt x="1813" y="185"/>
                </a:lnTo>
                <a:lnTo>
                  <a:pt x="1721" y="92"/>
                </a:lnTo>
                <a:lnTo>
                  <a:pt x="1598" y="31"/>
                </a:lnTo>
                <a:lnTo>
                  <a:pt x="1475" y="0"/>
                </a:lnTo>
                <a:close/>
              </a:path>
            </a:pathLst>
          </a:custGeom>
          <a:solidFill>
            <a:srgbClr val="6585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5"/>
          <p:cNvSpPr/>
          <p:nvPr/>
        </p:nvSpPr>
        <p:spPr>
          <a:xfrm>
            <a:off x="464582" y="4707361"/>
            <a:ext cx="4245579" cy="24714"/>
          </a:xfrm>
          <a:custGeom>
            <a:rect b="b" l="l" r="r" t="t"/>
            <a:pathLst>
              <a:path extrusionOk="0" h="308" w="52911">
                <a:moveTo>
                  <a:pt x="123" y="1"/>
                </a:moveTo>
                <a:lnTo>
                  <a:pt x="62" y="31"/>
                </a:lnTo>
                <a:lnTo>
                  <a:pt x="31" y="62"/>
                </a:lnTo>
                <a:lnTo>
                  <a:pt x="0" y="93"/>
                </a:lnTo>
                <a:lnTo>
                  <a:pt x="0" y="154"/>
                </a:lnTo>
                <a:lnTo>
                  <a:pt x="0" y="216"/>
                </a:lnTo>
                <a:lnTo>
                  <a:pt x="31" y="246"/>
                </a:lnTo>
                <a:lnTo>
                  <a:pt x="62" y="277"/>
                </a:lnTo>
                <a:lnTo>
                  <a:pt x="123" y="308"/>
                </a:lnTo>
                <a:lnTo>
                  <a:pt x="52787" y="308"/>
                </a:lnTo>
                <a:lnTo>
                  <a:pt x="52849" y="277"/>
                </a:lnTo>
                <a:lnTo>
                  <a:pt x="52879" y="246"/>
                </a:lnTo>
                <a:lnTo>
                  <a:pt x="52910" y="216"/>
                </a:lnTo>
                <a:lnTo>
                  <a:pt x="52910" y="154"/>
                </a:lnTo>
                <a:lnTo>
                  <a:pt x="52910" y="93"/>
                </a:lnTo>
                <a:lnTo>
                  <a:pt x="52879" y="62"/>
                </a:lnTo>
                <a:lnTo>
                  <a:pt x="52849" y="31"/>
                </a:lnTo>
                <a:lnTo>
                  <a:pt x="52787" y="1"/>
                </a:lnTo>
                <a:close/>
              </a:path>
            </a:pathLst>
          </a:custGeom>
          <a:solidFill>
            <a:srgbClr val="131C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5"/>
          <p:cNvSpPr/>
          <p:nvPr/>
        </p:nvSpPr>
        <p:spPr>
          <a:xfrm>
            <a:off x="2799280" y="3696599"/>
            <a:ext cx="340298" cy="340298"/>
          </a:xfrm>
          <a:custGeom>
            <a:rect b="b" l="l" r="r" t="t"/>
            <a:pathLst>
              <a:path extrusionOk="0" h="4241" w="4241">
                <a:moveTo>
                  <a:pt x="1906" y="0"/>
                </a:moveTo>
                <a:lnTo>
                  <a:pt x="1691" y="31"/>
                </a:lnTo>
                <a:lnTo>
                  <a:pt x="1476" y="92"/>
                </a:lnTo>
                <a:lnTo>
                  <a:pt x="1291" y="154"/>
                </a:lnTo>
                <a:lnTo>
                  <a:pt x="1107" y="246"/>
                </a:lnTo>
                <a:lnTo>
                  <a:pt x="922" y="369"/>
                </a:lnTo>
                <a:lnTo>
                  <a:pt x="769" y="492"/>
                </a:lnTo>
                <a:lnTo>
                  <a:pt x="615" y="615"/>
                </a:lnTo>
                <a:lnTo>
                  <a:pt x="492" y="768"/>
                </a:lnTo>
                <a:lnTo>
                  <a:pt x="369" y="922"/>
                </a:lnTo>
                <a:lnTo>
                  <a:pt x="246" y="1106"/>
                </a:lnTo>
                <a:lnTo>
                  <a:pt x="154" y="1291"/>
                </a:lnTo>
                <a:lnTo>
                  <a:pt x="93" y="1475"/>
                </a:lnTo>
                <a:lnTo>
                  <a:pt x="31" y="1690"/>
                </a:lnTo>
                <a:lnTo>
                  <a:pt x="1" y="1905"/>
                </a:lnTo>
                <a:lnTo>
                  <a:pt x="1" y="2120"/>
                </a:lnTo>
                <a:lnTo>
                  <a:pt x="1" y="2335"/>
                </a:lnTo>
                <a:lnTo>
                  <a:pt x="31" y="2550"/>
                </a:lnTo>
                <a:lnTo>
                  <a:pt x="93" y="2735"/>
                </a:lnTo>
                <a:lnTo>
                  <a:pt x="154" y="2950"/>
                </a:lnTo>
                <a:lnTo>
                  <a:pt x="246" y="3134"/>
                </a:lnTo>
                <a:lnTo>
                  <a:pt x="369" y="3318"/>
                </a:lnTo>
                <a:lnTo>
                  <a:pt x="492" y="3472"/>
                </a:lnTo>
                <a:lnTo>
                  <a:pt x="615" y="3626"/>
                </a:lnTo>
                <a:lnTo>
                  <a:pt x="769" y="3749"/>
                </a:lnTo>
                <a:lnTo>
                  <a:pt x="922" y="3872"/>
                </a:lnTo>
                <a:lnTo>
                  <a:pt x="1107" y="3994"/>
                </a:lnTo>
                <a:lnTo>
                  <a:pt x="1291" y="4087"/>
                </a:lnTo>
                <a:lnTo>
                  <a:pt x="1476" y="4148"/>
                </a:lnTo>
                <a:lnTo>
                  <a:pt x="1691" y="4210"/>
                </a:lnTo>
                <a:lnTo>
                  <a:pt x="1906" y="4240"/>
                </a:lnTo>
                <a:lnTo>
                  <a:pt x="2336" y="4240"/>
                </a:lnTo>
                <a:lnTo>
                  <a:pt x="2551" y="4210"/>
                </a:lnTo>
                <a:lnTo>
                  <a:pt x="2735" y="4148"/>
                </a:lnTo>
                <a:lnTo>
                  <a:pt x="2950" y="4087"/>
                </a:lnTo>
                <a:lnTo>
                  <a:pt x="3135" y="3994"/>
                </a:lnTo>
                <a:lnTo>
                  <a:pt x="3319" y="3872"/>
                </a:lnTo>
                <a:lnTo>
                  <a:pt x="3473" y="3749"/>
                </a:lnTo>
                <a:lnTo>
                  <a:pt x="3626" y="3626"/>
                </a:lnTo>
                <a:lnTo>
                  <a:pt x="3749" y="3472"/>
                </a:lnTo>
                <a:lnTo>
                  <a:pt x="3872" y="3318"/>
                </a:lnTo>
                <a:lnTo>
                  <a:pt x="3995" y="3134"/>
                </a:lnTo>
                <a:lnTo>
                  <a:pt x="4087" y="2950"/>
                </a:lnTo>
                <a:lnTo>
                  <a:pt x="4149" y="2735"/>
                </a:lnTo>
                <a:lnTo>
                  <a:pt x="4210" y="2550"/>
                </a:lnTo>
                <a:lnTo>
                  <a:pt x="4241" y="2335"/>
                </a:lnTo>
                <a:lnTo>
                  <a:pt x="4241" y="2120"/>
                </a:lnTo>
                <a:lnTo>
                  <a:pt x="4241" y="1905"/>
                </a:lnTo>
                <a:lnTo>
                  <a:pt x="4210" y="1690"/>
                </a:lnTo>
                <a:lnTo>
                  <a:pt x="4149" y="1475"/>
                </a:lnTo>
                <a:lnTo>
                  <a:pt x="4087" y="1291"/>
                </a:lnTo>
                <a:lnTo>
                  <a:pt x="3995" y="1106"/>
                </a:lnTo>
                <a:lnTo>
                  <a:pt x="3872" y="922"/>
                </a:lnTo>
                <a:lnTo>
                  <a:pt x="3749" y="768"/>
                </a:lnTo>
                <a:lnTo>
                  <a:pt x="3626" y="615"/>
                </a:lnTo>
                <a:lnTo>
                  <a:pt x="3473" y="492"/>
                </a:lnTo>
                <a:lnTo>
                  <a:pt x="3319" y="369"/>
                </a:lnTo>
                <a:lnTo>
                  <a:pt x="3135" y="246"/>
                </a:lnTo>
                <a:lnTo>
                  <a:pt x="2950" y="154"/>
                </a:lnTo>
                <a:lnTo>
                  <a:pt x="2735" y="92"/>
                </a:lnTo>
                <a:lnTo>
                  <a:pt x="2551" y="31"/>
                </a:lnTo>
                <a:lnTo>
                  <a:pt x="2336" y="0"/>
                </a:lnTo>
                <a:close/>
              </a:path>
            </a:pathLst>
          </a:custGeom>
          <a:solidFill>
            <a:srgbClr val="8EAD2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5"/>
          <p:cNvSpPr/>
          <p:nvPr/>
        </p:nvSpPr>
        <p:spPr>
          <a:xfrm>
            <a:off x="2969385" y="3696599"/>
            <a:ext cx="170189" cy="340298"/>
          </a:xfrm>
          <a:custGeom>
            <a:rect b="b" l="l" r="r" t="t"/>
            <a:pathLst>
              <a:path extrusionOk="0" h="4241" w="2121">
                <a:moveTo>
                  <a:pt x="1" y="0"/>
                </a:moveTo>
                <a:lnTo>
                  <a:pt x="1" y="4240"/>
                </a:lnTo>
                <a:lnTo>
                  <a:pt x="216" y="4240"/>
                </a:lnTo>
                <a:lnTo>
                  <a:pt x="431" y="4210"/>
                </a:lnTo>
                <a:lnTo>
                  <a:pt x="615" y="4148"/>
                </a:lnTo>
                <a:lnTo>
                  <a:pt x="830" y="4087"/>
                </a:lnTo>
                <a:lnTo>
                  <a:pt x="1015" y="3994"/>
                </a:lnTo>
                <a:lnTo>
                  <a:pt x="1199" y="3872"/>
                </a:lnTo>
                <a:lnTo>
                  <a:pt x="1353" y="3749"/>
                </a:lnTo>
                <a:lnTo>
                  <a:pt x="1506" y="3626"/>
                </a:lnTo>
                <a:lnTo>
                  <a:pt x="1629" y="3472"/>
                </a:lnTo>
                <a:lnTo>
                  <a:pt x="1752" y="3318"/>
                </a:lnTo>
                <a:lnTo>
                  <a:pt x="1875" y="3134"/>
                </a:lnTo>
                <a:lnTo>
                  <a:pt x="1967" y="2950"/>
                </a:lnTo>
                <a:lnTo>
                  <a:pt x="2029" y="2735"/>
                </a:lnTo>
                <a:lnTo>
                  <a:pt x="2090" y="2550"/>
                </a:lnTo>
                <a:lnTo>
                  <a:pt x="2121" y="2335"/>
                </a:lnTo>
                <a:lnTo>
                  <a:pt x="2121" y="2120"/>
                </a:lnTo>
                <a:lnTo>
                  <a:pt x="2090" y="1751"/>
                </a:lnTo>
                <a:lnTo>
                  <a:pt x="1998" y="1444"/>
                </a:lnTo>
                <a:lnTo>
                  <a:pt x="1875" y="1137"/>
                </a:lnTo>
                <a:lnTo>
                  <a:pt x="1691" y="830"/>
                </a:lnTo>
                <a:lnTo>
                  <a:pt x="1844" y="768"/>
                </a:lnTo>
                <a:lnTo>
                  <a:pt x="1967" y="676"/>
                </a:lnTo>
                <a:lnTo>
                  <a:pt x="2059" y="584"/>
                </a:lnTo>
                <a:lnTo>
                  <a:pt x="1906" y="522"/>
                </a:lnTo>
                <a:lnTo>
                  <a:pt x="1660" y="522"/>
                </a:lnTo>
                <a:lnTo>
                  <a:pt x="1568" y="553"/>
                </a:lnTo>
                <a:lnTo>
                  <a:pt x="1599" y="461"/>
                </a:lnTo>
                <a:lnTo>
                  <a:pt x="1629" y="400"/>
                </a:lnTo>
                <a:lnTo>
                  <a:pt x="1660" y="246"/>
                </a:lnTo>
                <a:lnTo>
                  <a:pt x="1629" y="62"/>
                </a:lnTo>
                <a:lnTo>
                  <a:pt x="1506" y="154"/>
                </a:lnTo>
                <a:lnTo>
                  <a:pt x="1414" y="246"/>
                </a:lnTo>
                <a:lnTo>
                  <a:pt x="1322" y="338"/>
                </a:lnTo>
                <a:lnTo>
                  <a:pt x="1291" y="430"/>
                </a:lnTo>
                <a:lnTo>
                  <a:pt x="1015" y="246"/>
                </a:lnTo>
                <a:lnTo>
                  <a:pt x="707" y="123"/>
                </a:lnTo>
                <a:lnTo>
                  <a:pt x="369" y="31"/>
                </a:lnTo>
                <a:lnTo>
                  <a:pt x="1" y="0"/>
                </a:lnTo>
                <a:close/>
              </a:path>
            </a:pathLst>
          </a:custGeom>
          <a:solidFill>
            <a:srgbClr val="B0CE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5"/>
          <p:cNvSpPr/>
          <p:nvPr/>
        </p:nvSpPr>
        <p:spPr>
          <a:xfrm>
            <a:off x="2905275" y="3935709"/>
            <a:ext cx="103670" cy="214562"/>
          </a:xfrm>
          <a:custGeom>
            <a:rect b="b" l="l" r="r" t="t"/>
            <a:pathLst>
              <a:path extrusionOk="0" h="2674" w="1292">
                <a:moveTo>
                  <a:pt x="738" y="1"/>
                </a:moveTo>
                <a:lnTo>
                  <a:pt x="708" y="31"/>
                </a:lnTo>
                <a:lnTo>
                  <a:pt x="677" y="62"/>
                </a:lnTo>
                <a:lnTo>
                  <a:pt x="677" y="123"/>
                </a:lnTo>
                <a:lnTo>
                  <a:pt x="677" y="707"/>
                </a:lnTo>
                <a:lnTo>
                  <a:pt x="216" y="277"/>
                </a:lnTo>
                <a:lnTo>
                  <a:pt x="155" y="246"/>
                </a:lnTo>
                <a:lnTo>
                  <a:pt x="124" y="246"/>
                </a:lnTo>
                <a:lnTo>
                  <a:pt x="62" y="277"/>
                </a:lnTo>
                <a:lnTo>
                  <a:pt x="32" y="308"/>
                </a:lnTo>
                <a:lnTo>
                  <a:pt x="1" y="369"/>
                </a:lnTo>
                <a:lnTo>
                  <a:pt x="1" y="431"/>
                </a:lnTo>
                <a:lnTo>
                  <a:pt x="32" y="461"/>
                </a:lnTo>
                <a:lnTo>
                  <a:pt x="677" y="1045"/>
                </a:lnTo>
                <a:lnTo>
                  <a:pt x="677" y="2674"/>
                </a:lnTo>
                <a:lnTo>
                  <a:pt x="923" y="2674"/>
                </a:lnTo>
                <a:lnTo>
                  <a:pt x="923" y="646"/>
                </a:lnTo>
                <a:lnTo>
                  <a:pt x="1261" y="369"/>
                </a:lnTo>
                <a:lnTo>
                  <a:pt x="1291" y="308"/>
                </a:lnTo>
                <a:lnTo>
                  <a:pt x="1291" y="277"/>
                </a:lnTo>
                <a:lnTo>
                  <a:pt x="1261" y="185"/>
                </a:lnTo>
                <a:lnTo>
                  <a:pt x="1230" y="154"/>
                </a:lnTo>
                <a:lnTo>
                  <a:pt x="1138" y="154"/>
                </a:lnTo>
                <a:lnTo>
                  <a:pt x="1076" y="185"/>
                </a:lnTo>
                <a:lnTo>
                  <a:pt x="923" y="308"/>
                </a:lnTo>
                <a:lnTo>
                  <a:pt x="923" y="123"/>
                </a:lnTo>
                <a:lnTo>
                  <a:pt x="923" y="62"/>
                </a:lnTo>
                <a:lnTo>
                  <a:pt x="892" y="31"/>
                </a:lnTo>
                <a:lnTo>
                  <a:pt x="861" y="1"/>
                </a:lnTo>
                <a:close/>
              </a:path>
            </a:pathLst>
          </a:custGeom>
          <a:solidFill>
            <a:srgbClr val="9E57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5"/>
          <p:cNvSpPr/>
          <p:nvPr/>
        </p:nvSpPr>
        <p:spPr>
          <a:xfrm>
            <a:off x="2969385" y="3935709"/>
            <a:ext cx="39558" cy="214562"/>
          </a:xfrm>
          <a:custGeom>
            <a:rect b="b" l="l" r="r" t="t"/>
            <a:pathLst>
              <a:path extrusionOk="0" h="2674" w="493">
                <a:moveTo>
                  <a:pt x="1" y="1"/>
                </a:moveTo>
                <a:lnTo>
                  <a:pt x="1" y="2674"/>
                </a:lnTo>
                <a:lnTo>
                  <a:pt x="124" y="2674"/>
                </a:lnTo>
                <a:lnTo>
                  <a:pt x="124" y="646"/>
                </a:lnTo>
                <a:lnTo>
                  <a:pt x="462" y="369"/>
                </a:lnTo>
                <a:lnTo>
                  <a:pt x="492" y="308"/>
                </a:lnTo>
                <a:lnTo>
                  <a:pt x="492" y="277"/>
                </a:lnTo>
                <a:lnTo>
                  <a:pt x="462" y="185"/>
                </a:lnTo>
                <a:lnTo>
                  <a:pt x="431" y="154"/>
                </a:lnTo>
                <a:lnTo>
                  <a:pt x="339" y="154"/>
                </a:lnTo>
                <a:lnTo>
                  <a:pt x="277" y="185"/>
                </a:lnTo>
                <a:lnTo>
                  <a:pt x="124" y="308"/>
                </a:lnTo>
                <a:lnTo>
                  <a:pt x="124" y="123"/>
                </a:lnTo>
                <a:lnTo>
                  <a:pt x="124" y="62"/>
                </a:lnTo>
                <a:lnTo>
                  <a:pt x="93" y="31"/>
                </a:lnTo>
                <a:lnTo>
                  <a:pt x="62" y="1"/>
                </a:lnTo>
                <a:close/>
              </a:path>
            </a:pathLst>
          </a:custGeom>
          <a:solidFill>
            <a:srgbClr val="BF69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5"/>
          <p:cNvSpPr/>
          <p:nvPr/>
        </p:nvSpPr>
        <p:spPr>
          <a:xfrm>
            <a:off x="1056260" y="3792724"/>
            <a:ext cx="266317" cy="268804"/>
          </a:xfrm>
          <a:custGeom>
            <a:rect b="b" l="l" r="r" t="t"/>
            <a:pathLst>
              <a:path extrusionOk="0" h="3350" w="3319">
                <a:moveTo>
                  <a:pt x="1660" y="0"/>
                </a:moveTo>
                <a:lnTo>
                  <a:pt x="1322" y="31"/>
                </a:lnTo>
                <a:lnTo>
                  <a:pt x="1015" y="123"/>
                </a:lnTo>
                <a:lnTo>
                  <a:pt x="707" y="277"/>
                </a:lnTo>
                <a:lnTo>
                  <a:pt x="461" y="492"/>
                </a:lnTo>
                <a:lnTo>
                  <a:pt x="277" y="738"/>
                </a:lnTo>
                <a:lnTo>
                  <a:pt x="123" y="1014"/>
                </a:lnTo>
                <a:lnTo>
                  <a:pt x="31" y="1352"/>
                </a:lnTo>
                <a:lnTo>
                  <a:pt x="1" y="1690"/>
                </a:lnTo>
                <a:lnTo>
                  <a:pt x="31" y="1998"/>
                </a:lnTo>
                <a:lnTo>
                  <a:pt x="123" y="2336"/>
                </a:lnTo>
                <a:lnTo>
                  <a:pt x="277" y="2612"/>
                </a:lnTo>
                <a:lnTo>
                  <a:pt x="461" y="2858"/>
                </a:lnTo>
                <a:lnTo>
                  <a:pt x="707" y="3073"/>
                </a:lnTo>
                <a:lnTo>
                  <a:pt x="1015" y="3227"/>
                </a:lnTo>
                <a:lnTo>
                  <a:pt x="1322" y="3319"/>
                </a:lnTo>
                <a:lnTo>
                  <a:pt x="1660" y="3350"/>
                </a:lnTo>
                <a:lnTo>
                  <a:pt x="1998" y="3319"/>
                </a:lnTo>
                <a:lnTo>
                  <a:pt x="2305" y="3227"/>
                </a:lnTo>
                <a:lnTo>
                  <a:pt x="2582" y="3073"/>
                </a:lnTo>
                <a:lnTo>
                  <a:pt x="2827" y="2858"/>
                </a:lnTo>
                <a:lnTo>
                  <a:pt x="3042" y="2612"/>
                </a:lnTo>
                <a:lnTo>
                  <a:pt x="3196" y="2336"/>
                </a:lnTo>
                <a:lnTo>
                  <a:pt x="3288" y="1998"/>
                </a:lnTo>
                <a:lnTo>
                  <a:pt x="3319" y="1690"/>
                </a:lnTo>
                <a:lnTo>
                  <a:pt x="3288" y="1352"/>
                </a:lnTo>
                <a:lnTo>
                  <a:pt x="3196" y="1014"/>
                </a:lnTo>
                <a:lnTo>
                  <a:pt x="3042" y="738"/>
                </a:lnTo>
                <a:lnTo>
                  <a:pt x="2827" y="492"/>
                </a:lnTo>
                <a:lnTo>
                  <a:pt x="2582" y="277"/>
                </a:lnTo>
                <a:lnTo>
                  <a:pt x="2305" y="123"/>
                </a:lnTo>
                <a:lnTo>
                  <a:pt x="1998" y="31"/>
                </a:lnTo>
                <a:lnTo>
                  <a:pt x="1660" y="0"/>
                </a:lnTo>
                <a:close/>
              </a:path>
            </a:pathLst>
          </a:custGeom>
          <a:solidFill>
            <a:srgbClr val="8EAD2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5"/>
          <p:cNvSpPr/>
          <p:nvPr/>
        </p:nvSpPr>
        <p:spPr>
          <a:xfrm>
            <a:off x="1189376" y="3792724"/>
            <a:ext cx="133198" cy="268804"/>
          </a:xfrm>
          <a:custGeom>
            <a:rect b="b" l="l" r="r" t="t"/>
            <a:pathLst>
              <a:path extrusionOk="0" h="3350" w="1660">
                <a:moveTo>
                  <a:pt x="1" y="0"/>
                </a:moveTo>
                <a:lnTo>
                  <a:pt x="1" y="3350"/>
                </a:lnTo>
                <a:lnTo>
                  <a:pt x="339" y="3319"/>
                </a:lnTo>
                <a:lnTo>
                  <a:pt x="646" y="3227"/>
                </a:lnTo>
                <a:lnTo>
                  <a:pt x="923" y="3073"/>
                </a:lnTo>
                <a:lnTo>
                  <a:pt x="1168" y="2858"/>
                </a:lnTo>
                <a:lnTo>
                  <a:pt x="1383" y="2612"/>
                </a:lnTo>
                <a:lnTo>
                  <a:pt x="1537" y="2336"/>
                </a:lnTo>
                <a:lnTo>
                  <a:pt x="1629" y="1998"/>
                </a:lnTo>
                <a:lnTo>
                  <a:pt x="1660" y="1690"/>
                </a:lnTo>
                <a:lnTo>
                  <a:pt x="1629" y="1414"/>
                </a:lnTo>
                <a:lnTo>
                  <a:pt x="1568" y="1137"/>
                </a:lnTo>
                <a:lnTo>
                  <a:pt x="1476" y="891"/>
                </a:lnTo>
                <a:lnTo>
                  <a:pt x="1322" y="676"/>
                </a:lnTo>
                <a:lnTo>
                  <a:pt x="1445" y="615"/>
                </a:lnTo>
                <a:lnTo>
                  <a:pt x="1537" y="553"/>
                </a:lnTo>
                <a:lnTo>
                  <a:pt x="1599" y="461"/>
                </a:lnTo>
                <a:lnTo>
                  <a:pt x="1506" y="431"/>
                </a:lnTo>
                <a:lnTo>
                  <a:pt x="1383" y="400"/>
                </a:lnTo>
                <a:lnTo>
                  <a:pt x="1322" y="431"/>
                </a:lnTo>
                <a:lnTo>
                  <a:pt x="1230" y="461"/>
                </a:lnTo>
                <a:lnTo>
                  <a:pt x="1291" y="308"/>
                </a:lnTo>
                <a:lnTo>
                  <a:pt x="1291" y="185"/>
                </a:lnTo>
                <a:lnTo>
                  <a:pt x="1291" y="62"/>
                </a:lnTo>
                <a:lnTo>
                  <a:pt x="1168" y="123"/>
                </a:lnTo>
                <a:lnTo>
                  <a:pt x="1107" y="185"/>
                </a:lnTo>
                <a:lnTo>
                  <a:pt x="1045" y="277"/>
                </a:lnTo>
                <a:lnTo>
                  <a:pt x="1015" y="369"/>
                </a:lnTo>
                <a:lnTo>
                  <a:pt x="800" y="215"/>
                </a:lnTo>
                <a:lnTo>
                  <a:pt x="554" y="93"/>
                </a:lnTo>
                <a:lnTo>
                  <a:pt x="277" y="31"/>
                </a:lnTo>
                <a:lnTo>
                  <a:pt x="1" y="0"/>
                </a:lnTo>
                <a:close/>
              </a:path>
            </a:pathLst>
          </a:custGeom>
          <a:solidFill>
            <a:srgbClr val="B0CE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5"/>
          <p:cNvSpPr/>
          <p:nvPr/>
        </p:nvSpPr>
        <p:spPr>
          <a:xfrm>
            <a:off x="1137622" y="3982568"/>
            <a:ext cx="83931" cy="167702"/>
          </a:xfrm>
          <a:custGeom>
            <a:rect b="b" l="l" r="r" t="t"/>
            <a:pathLst>
              <a:path extrusionOk="0" h="2090" w="1046">
                <a:moveTo>
                  <a:pt x="584" y="0"/>
                </a:moveTo>
                <a:lnTo>
                  <a:pt x="554" y="92"/>
                </a:lnTo>
                <a:lnTo>
                  <a:pt x="554" y="523"/>
                </a:lnTo>
                <a:lnTo>
                  <a:pt x="185" y="215"/>
                </a:lnTo>
                <a:lnTo>
                  <a:pt x="93" y="185"/>
                </a:lnTo>
                <a:lnTo>
                  <a:pt x="31" y="215"/>
                </a:lnTo>
                <a:lnTo>
                  <a:pt x="1" y="277"/>
                </a:lnTo>
                <a:lnTo>
                  <a:pt x="31" y="369"/>
                </a:lnTo>
                <a:lnTo>
                  <a:pt x="554" y="799"/>
                </a:lnTo>
                <a:lnTo>
                  <a:pt x="554" y="2090"/>
                </a:lnTo>
                <a:lnTo>
                  <a:pt x="738" y="2090"/>
                </a:lnTo>
                <a:lnTo>
                  <a:pt x="738" y="492"/>
                </a:lnTo>
                <a:lnTo>
                  <a:pt x="984" y="277"/>
                </a:lnTo>
                <a:lnTo>
                  <a:pt x="1014" y="246"/>
                </a:lnTo>
                <a:lnTo>
                  <a:pt x="1045" y="185"/>
                </a:lnTo>
                <a:lnTo>
                  <a:pt x="1014" y="123"/>
                </a:lnTo>
                <a:lnTo>
                  <a:pt x="953" y="92"/>
                </a:lnTo>
                <a:lnTo>
                  <a:pt x="861" y="123"/>
                </a:lnTo>
                <a:lnTo>
                  <a:pt x="738" y="246"/>
                </a:lnTo>
                <a:lnTo>
                  <a:pt x="738" y="92"/>
                </a:lnTo>
                <a:lnTo>
                  <a:pt x="707" y="0"/>
                </a:lnTo>
                <a:close/>
              </a:path>
            </a:pathLst>
          </a:custGeom>
          <a:solidFill>
            <a:srgbClr val="9E57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5"/>
          <p:cNvSpPr/>
          <p:nvPr/>
        </p:nvSpPr>
        <p:spPr>
          <a:xfrm>
            <a:off x="1189376" y="3982568"/>
            <a:ext cx="32176" cy="167702"/>
          </a:xfrm>
          <a:custGeom>
            <a:rect b="b" l="l" r="r" t="t"/>
            <a:pathLst>
              <a:path extrusionOk="0" h="2090" w="401">
                <a:moveTo>
                  <a:pt x="1" y="0"/>
                </a:moveTo>
                <a:lnTo>
                  <a:pt x="1" y="2090"/>
                </a:lnTo>
                <a:lnTo>
                  <a:pt x="93" y="2090"/>
                </a:lnTo>
                <a:lnTo>
                  <a:pt x="93" y="492"/>
                </a:lnTo>
                <a:lnTo>
                  <a:pt x="339" y="277"/>
                </a:lnTo>
                <a:lnTo>
                  <a:pt x="369" y="246"/>
                </a:lnTo>
                <a:lnTo>
                  <a:pt x="400" y="185"/>
                </a:lnTo>
                <a:lnTo>
                  <a:pt x="369" y="123"/>
                </a:lnTo>
                <a:lnTo>
                  <a:pt x="308" y="92"/>
                </a:lnTo>
                <a:lnTo>
                  <a:pt x="216" y="123"/>
                </a:lnTo>
                <a:lnTo>
                  <a:pt x="93" y="246"/>
                </a:lnTo>
                <a:lnTo>
                  <a:pt x="93" y="92"/>
                </a:lnTo>
                <a:lnTo>
                  <a:pt x="62" y="0"/>
                </a:lnTo>
                <a:close/>
              </a:path>
            </a:pathLst>
          </a:custGeom>
          <a:solidFill>
            <a:srgbClr val="BF69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5"/>
          <p:cNvSpPr/>
          <p:nvPr/>
        </p:nvSpPr>
        <p:spPr>
          <a:xfrm>
            <a:off x="2754908" y="3753247"/>
            <a:ext cx="71574" cy="106077"/>
          </a:xfrm>
          <a:custGeom>
            <a:rect b="b" l="l" r="r" t="t"/>
            <a:pathLst>
              <a:path extrusionOk="0" h="1322" w="892">
                <a:moveTo>
                  <a:pt x="1" y="1"/>
                </a:moveTo>
                <a:lnTo>
                  <a:pt x="1" y="1322"/>
                </a:lnTo>
                <a:lnTo>
                  <a:pt x="892" y="1322"/>
                </a:lnTo>
                <a:lnTo>
                  <a:pt x="892"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5"/>
          <p:cNvSpPr/>
          <p:nvPr/>
        </p:nvSpPr>
        <p:spPr>
          <a:xfrm>
            <a:off x="2752421" y="3753247"/>
            <a:ext cx="79036" cy="14925"/>
          </a:xfrm>
          <a:custGeom>
            <a:rect b="b" l="l" r="r" t="t"/>
            <a:pathLst>
              <a:path extrusionOk="0" h="186" w="985">
                <a:moveTo>
                  <a:pt x="1" y="1"/>
                </a:moveTo>
                <a:lnTo>
                  <a:pt x="1" y="185"/>
                </a:lnTo>
                <a:lnTo>
                  <a:pt x="984" y="185"/>
                </a:lnTo>
                <a:lnTo>
                  <a:pt x="984" y="1"/>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5"/>
          <p:cNvSpPr/>
          <p:nvPr/>
        </p:nvSpPr>
        <p:spPr>
          <a:xfrm>
            <a:off x="2468938" y="3772986"/>
            <a:ext cx="424149" cy="382263"/>
          </a:xfrm>
          <a:custGeom>
            <a:rect b="b" l="l" r="r" t="t"/>
            <a:pathLst>
              <a:path extrusionOk="0" h="4764" w="5286">
                <a:moveTo>
                  <a:pt x="2643" y="1"/>
                </a:moveTo>
                <a:lnTo>
                  <a:pt x="0" y="1291"/>
                </a:lnTo>
                <a:lnTo>
                  <a:pt x="0" y="4763"/>
                </a:lnTo>
                <a:lnTo>
                  <a:pt x="5285" y="4763"/>
                </a:lnTo>
                <a:lnTo>
                  <a:pt x="5285" y="1291"/>
                </a:lnTo>
                <a:lnTo>
                  <a:pt x="2643"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5"/>
          <p:cNvSpPr/>
          <p:nvPr/>
        </p:nvSpPr>
        <p:spPr>
          <a:xfrm>
            <a:off x="2468938" y="3772986"/>
            <a:ext cx="424149" cy="382263"/>
          </a:xfrm>
          <a:custGeom>
            <a:rect b="b" l="l" r="r" t="t"/>
            <a:pathLst>
              <a:path extrusionOk="0" fill="none" h="4764" w="5286">
                <a:moveTo>
                  <a:pt x="5285" y="4763"/>
                </a:moveTo>
                <a:lnTo>
                  <a:pt x="0" y="4763"/>
                </a:lnTo>
                <a:lnTo>
                  <a:pt x="0" y="1291"/>
                </a:lnTo>
                <a:lnTo>
                  <a:pt x="2643" y="1"/>
                </a:lnTo>
                <a:lnTo>
                  <a:pt x="5285" y="1291"/>
                </a:lnTo>
                <a:lnTo>
                  <a:pt x="5285" y="4763"/>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5"/>
          <p:cNvSpPr/>
          <p:nvPr/>
        </p:nvSpPr>
        <p:spPr>
          <a:xfrm>
            <a:off x="2468938" y="3772986"/>
            <a:ext cx="212074" cy="382263"/>
          </a:xfrm>
          <a:custGeom>
            <a:rect b="b" l="l" r="r" t="t"/>
            <a:pathLst>
              <a:path extrusionOk="0" h="4764" w="2643">
                <a:moveTo>
                  <a:pt x="2643" y="1"/>
                </a:moveTo>
                <a:lnTo>
                  <a:pt x="0" y="1291"/>
                </a:lnTo>
                <a:lnTo>
                  <a:pt x="0" y="4763"/>
                </a:lnTo>
                <a:lnTo>
                  <a:pt x="2643" y="4763"/>
                </a:lnTo>
                <a:lnTo>
                  <a:pt x="264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5"/>
          <p:cNvSpPr/>
          <p:nvPr/>
        </p:nvSpPr>
        <p:spPr>
          <a:xfrm>
            <a:off x="2468938" y="3772986"/>
            <a:ext cx="212074" cy="382263"/>
          </a:xfrm>
          <a:custGeom>
            <a:rect b="b" l="l" r="r" t="t"/>
            <a:pathLst>
              <a:path extrusionOk="0" fill="none" h="4764" w="2643">
                <a:moveTo>
                  <a:pt x="2643" y="1"/>
                </a:moveTo>
                <a:lnTo>
                  <a:pt x="2643" y="4763"/>
                </a:lnTo>
                <a:lnTo>
                  <a:pt x="0" y="4763"/>
                </a:lnTo>
                <a:lnTo>
                  <a:pt x="0" y="1291"/>
                </a:lnTo>
                <a:lnTo>
                  <a:pt x="2643"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5"/>
          <p:cNvSpPr/>
          <p:nvPr/>
        </p:nvSpPr>
        <p:spPr>
          <a:xfrm>
            <a:off x="2451687" y="3758222"/>
            <a:ext cx="458652" cy="133198"/>
          </a:xfrm>
          <a:custGeom>
            <a:rect b="b" l="l" r="r" t="t"/>
            <a:pathLst>
              <a:path extrusionOk="0" h="1660" w="5716">
                <a:moveTo>
                  <a:pt x="2858" y="0"/>
                </a:moveTo>
                <a:lnTo>
                  <a:pt x="0" y="1414"/>
                </a:lnTo>
                <a:lnTo>
                  <a:pt x="123" y="1659"/>
                </a:lnTo>
                <a:lnTo>
                  <a:pt x="2858" y="338"/>
                </a:lnTo>
                <a:lnTo>
                  <a:pt x="5592" y="1659"/>
                </a:lnTo>
                <a:lnTo>
                  <a:pt x="5715" y="1414"/>
                </a:lnTo>
                <a:lnTo>
                  <a:pt x="2858"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5"/>
          <p:cNvSpPr/>
          <p:nvPr/>
        </p:nvSpPr>
        <p:spPr>
          <a:xfrm>
            <a:off x="2525667" y="3913483"/>
            <a:ext cx="96208" cy="125816"/>
          </a:xfrm>
          <a:custGeom>
            <a:rect b="b" l="l" r="r" t="t"/>
            <a:pathLst>
              <a:path extrusionOk="0" h="1568" w="1199">
                <a:moveTo>
                  <a:pt x="0" y="1"/>
                </a:moveTo>
                <a:lnTo>
                  <a:pt x="0" y="1568"/>
                </a:lnTo>
                <a:lnTo>
                  <a:pt x="1198" y="1568"/>
                </a:lnTo>
                <a:lnTo>
                  <a:pt x="1198" y="1"/>
                </a:lnTo>
                <a:close/>
              </a:path>
            </a:pathLst>
          </a:custGeom>
          <a:solidFill>
            <a:srgbClr val="3264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5"/>
          <p:cNvSpPr/>
          <p:nvPr/>
        </p:nvSpPr>
        <p:spPr>
          <a:xfrm>
            <a:off x="2525667" y="3913483"/>
            <a:ext cx="96208" cy="125816"/>
          </a:xfrm>
          <a:custGeom>
            <a:rect b="b" l="l" r="r" t="t"/>
            <a:pathLst>
              <a:path extrusionOk="0" fill="none" h="1568" w="1199">
                <a:moveTo>
                  <a:pt x="1198" y="1568"/>
                </a:moveTo>
                <a:lnTo>
                  <a:pt x="0" y="1568"/>
                </a:lnTo>
                <a:lnTo>
                  <a:pt x="0" y="1"/>
                </a:lnTo>
                <a:lnTo>
                  <a:pt x="1198" y="1"/>
                </a:lnTo>
                <a:lnTo>
                  <a:pt x="1198" y="1568"/>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5"/>
          <p:cNvSpPr/>
          <p:nvPr/>
        </p:nvSpPr>
        <p:spPr>
          <a:xfrm>
            <a:off x="2533049" y="3920945"/>
            <a:ext cx="81444" cy="110972"/>
          </a:xfrm>
          <a:custGeom>
            <a:rect b="b" l="l" r="r" t="t"/>
            <a:pathLst>
              <a:path extrusionOk="0" h="1383" w="1015">
                <a:moveTo>
                  <a:pt x="0" y="0"/>
                </a:moveTo>
                <a:lnTo>
                  <a:pt x="0" y="1383"/>
                </a:lnTo>
                <a:lnTo>
                  <a:pt x="1014" y="1383"/>
                </a:lnTo>
                <a:lnTo>
                  <a:pt x="1014" y="0"/>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5"/>
          <p:cNvSpPr/>
          <p:nvPr/>
        </p:nvSpPr>
        <p:spPr>
          <a:xfrm>
            <a:off x="2533049" y="3920945"/>
            <a:ext cx="81444" cy="110972"/>
          </a:xfrm>
          <a:custGeom>
            <a:rect b="b" l="l" r="r" t="t"/>
            <a:pathLst>
              <a:path extrusionOk="0" fill="none" h="1383" w="1015">
                <a:moveTo>
                  <a:pt x="1014" y="1383"/>
                </a:moveTo>
                <a:lnTo>
                  <a:pt x="0" y="1383"/>
                </a:lnTo>
                <a:lnTo>
                  <a:pt x="0" y="0"/>
                </a:lnTo>
                <a:lnTo>
                  <a:pt x="1014" y="0"/>
                </a:lnTo>
                <a:lnTo>
                  <a:pt x="1014" y="1383"/>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5"/>
          <p:cNvSpPr/>
          <p:nvPr/>
        </p:nvSpPr>
        <p:spPr>
          <a:xfrm>
            <a:off x="2570039" y="3918458"/>
            <a:ext cx="7462" cy="115947"/>
          </a:xfrm>
          <a:custGeom>
            <a:rect b="b" l="l" r="r" t="t"/>
            <a:pathLst>
              <a:path extrusionOk="0" h="1445" w="93">
                <a:moveTo>
                  <a:pt x="0" y="0"/>
                </a:moveTo>
                <a:lnTo>
                  <a:pt x="0" y="1445"/>
                </a:lnTo>
                <a:lnTo>
                  <a:pt x="92" y="1445"/>
                </a:lnTo>
                <a:lnTo>
                  <a:pt x="92" y="0"/>
                </a:lnTo>
                <a:close/>
              </a:path>
            </a:pathLst>
          </a:custGeom>
          <a:solidFill>
            <a:srgbClr val="3264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5"/>
          <p:cNvSpPr/>
          <p:nvPr/>
        </p:nvSpPr>
        <p:spPr>
          <a:xfrm>
            <a:off x="2570039" y="3918458"/>
            <a:ext cx="7462" cy="115947"/>
          </a:xfrm>
          <a:custGeom>
            <a:rect b="b" l="l" r="r" t="t"/>
            <a:pathLst>
              <a:path extrusionOk="0" fill="none" h="1445" w="93">
                <a:moveTo>
                  <a:pt x="92" y="1445"/>
                </a:moveTo>
                <a:lnTo>
                  <a:pt x="0" y="1445"/>
                </a:lnTo>
                <a:lnTo>
                  <a:pt x="0" y="0"/>
                </a:lnTo>
                <a:lnTo>
                  <a:pt x="92" y="0"/>
                </a:lnTo>
                <a:lnTo>
                  <a:pt x="92" y="14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5"/>
          <p:cNvSpPr/>
          <p:nvPr/>
        </p:nvSpPr>
        <p:spPr>
          <a:xfrm>
            <a:off x="2528074" y="3972699"/>
            <a:ext cx="91313" cy="7462"/>
          </a:xfrm>
          <a:custGeom>
            <a:rect b="b" l="l" r="r" t="t"/>
            <a:pathLst>
              <a:path extrusionOk="0" h="93" w="1138">
                <a:moveTo>
                  <a:pt x="1" y="0"/>
                </a:moveTo>
                <a:lnTo>
                  <a:pt x="1" y="93"/>
                </a:lnTo>
                <a:lnTo>
                  <a:pt x="1138" y="93"/>
                </a:lnTo>
                <a:lnTo>
                  <a:pt x="1138" y="0"/>
                </a:lnTo>
                <a:close/>
              </a:path>
            </a:pathLst>
          </a:custGeom>
          <a:solidFill>
            <a:srgbClr val="3264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5"/>
          <p:cNvSpPr/>
          <p:nvPr/>
        </p:nvSpPr>
        <p:spPr>
          <a:xfrm>
            <a:off x="2528074" y="3972699"/>
            <a:ext cx="91313" cy="7462"/>
          </a:xfrm>
          <a:custGeom>
            <a:rect b="b" l="l" r="r" t="t"/>
            <a:pathLst>
              <a:path extrusionOk="0" fill="none" h="93" w="1138">
                <a:moveTo>
                  <a:pt x="1" y="93"/>
                </a:moveTo>
                <a:lnTo>
                  <a:pt x="1" y="0"/>
                </a:lnTo>
                <a:lnTo>
                  <a:pt x="1138" y="0"/>
                </a:lnTo>
                <a:lnTo>
                  <a:pt x="1138" y="93"/>
                </a:lnTo>
                <a:lnTo>
                  <a:pt x="1" y="93"/>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5"/>
          <p:cNvSpPr/>
          <p:nvPr/>
        </p:nvSpPr>
        <p:spPr>
          <a:xfrm>
            <a:off x="2525667" y="3913483"/>
            <a:ext cx="59217" cy="125816"/>
          </a:xfrm>
          <a:custGeom>
            <a:rect b="b" l="l" r="r" t="t"/>
            <a:pathLst>
              <a:path extrusionOk="0" h="1568" w="738">
                <a:moveTo>
                  <a:pt x="0" y="1"/>
                </a:moveTo>
                <a:lnTo>
                  <a:pt x="0" y="1568"/>
                </a:lnTo>
                <a:lnTo>
                  <a:pt x="738" y="1568"/>
                </a:lnTo>
                <a:lnTo>
                  <a:pt x="738" y="1476"/>
                </a:lnTo>
                <a:lnTo>
                  <a:pt x="645" y="1476"/>
                </a:lnTo>
                <a:lnTo>
                  <a:pt x="645" y="1507"/>
                </a:lnTo>
                <a:lnTo>
                  <a:pt x="553" y="1507"/>
                </a:lnTo>
                <a:lnTo>
                  <a:pt x="553" y="1476"/>
                </a:lnTo>
                <a:lnTo>
                  <a:pt x="92" y="1476"/>
                </a:lnTo>
                <a:lnTo>
                  <a:pt x="92" y="831"/>
                </a:lnTo>
                <a:lnTo>
                  <a:pt x="31" y="831"/>
                </a:lnTo>
                <a:lnTo>
                  <a:pt x="31" y="738"/>
                </a:lnTo>
                <a:lnTo>
                  <a:pt x="92" y="738"/>
                </a:lnTo>
                <a:lnTo>
                  <a:pt x="92" y="93"/>
                </a:lnTo>
                <a:lnTo>
                  <a:pt x="461" y="93"/>
                </a:lnTo>
                <a:lnTo>
                  <a:pt x="430" y="1"/>
                </a:lnTo>
                <a:close/>
              </a:path>
            </a:pathLst>
          </a:custGeom>
          <a:solidFill>
            <a:srgbClr val="569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5"/>
          <p:cNvSpPr/>
          <p:nvPr/>
        </p:nvSpPr>
        <p:spPr>
          <a:xfrm>
            <a:off x="2525667" y="3913483"/>
            <a:ext cx="59217" cy="125816"/>
          </a:xfrm>
          <a:custGeom>
            <a:rect b="b" l="l" r="r" t="t"/>
            <a:pathLst>
              <a:path extrusionOk="0" fill="none" h="1568" w="738">
                <a:moveTo>
                  <a:pt x="430" y="1"/>
                </a:moveTo>
                <a:lnTo>
                  <a:pt x="0" y="1"/>
                </a:lnTo>
                <a:lnTo>
                  <a:pt x="0" y="1568"/>
                </a:lnTo>
                <a:lnTo>
                  <a:pt x="738" y="1568"/>
                </a:lnTo>
                <a:lnTo>
                  <a:pt x="738" y="1476"/>
                </a:lnTo>
                <a:lnTo>
                  <a:pt x="645" y="1476"/>
                </a:lnTo>
                <a:lnTo>
                  <a:pt x="645" y="1507"/>
                </a:lnTo>
                <a:lnTo>
                  <a:pt x="553" y="1507"/>
                </a:lnTo>
                <a:lnTo>
                  <a:pt x="553" y="1476"/>
                </a:lnTo>
                <a:lnTo>
                  <a:pt x="92" y="1476"/>
                </a:lnTo>
                <a:lnTo>
                  <a:pt x="92" y="831"/>
                </a:lnTo>
                <a:lnTo>
                  <a:pt x="31" y="831"/>
                </a:lnTo>
                <a:lnTo>
                  <a:pt x="31" y="738"/>
                </a:lnTo>
                <a:lnTo>
                  <a:pt x="92" y="738"/>
                </a:lnTo>
                <a:lnTo>
                  <a:pt x="92" y="93"/>
                </a:lnTo>
                <a:lnTo>
                  <a:pt x="461" y="93"/>
                </a:lnTo>
                <a:lnTo>
                  <a:pt x="430"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5"/>
          <p:cNvSpPr/>
          <p:nvPr/>
        </p:nvSpPr>
        <p:spPr>
          <a:xfrm>
            <a:off x="2533049" y="3920945"/>
            <a:ext cx="51835" cy="110972"/>
          </a:xfrm>
          <a:custGeom>
            <a:rect b="b" l="l" r="r" t="t"/>
            <a:pathLst>
              <a:path extrusionOk="0" h="1383" w="646">
                <a:moveTo>
                  <a:pt x="0" y="0"/>
                </a:moveTo>
                <a:lnTo>
                  <a:pt x="0" y="645"/>
                </a:lnTo>
                <a:lnTo>
                  <a:pt x="461" y="645"/>
                </a:lnTo>
                <a:lnTo>
                  <a:pt x="461" y="492"/>
                </a:lnTo>
                <a:lnTo>
                  <a:pt x="369" y="0"/>
                </a:lnTo>
                <a:close/>
                <a:moveTo>
                  <a:pt x="0" y="738"/>
                </a:moveTo>
                <a:lnTo>
                  <a:pt x="0" y="1383"/>
                </a:lnTo>
                <a:lnTo>
                  <a:pt x="461" y="1383"/>
                </a:lnTo>
                <a:lnTo>
                  <a:pt x="461" y="738"/>
                </a:lnTo>
                <a:close/>
                <a:moveTo>
                  <a:pt x="553" y="983"/>
                </a:moveTo>
                <a:lnTo>
                  <a:pt x="553" y="1383"/>
                </a:lnTo>
                <a:lnTo>
                  <a:pt x="646" y="1383"/>
                </a:lnTo>
                <a:lnTo>
                  <a:pt x="553" y="983"/>
                </a:lnTo>
                <a:close/>
              </a:path>
            </a:pathLst>
          </a:custGeom>
          <a:solidFill>
            <a:srgbClr val="66A9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5"/>
          <p:cNvSpPr/>
          <p:nvPr/>
        </p:nvSpPr>
        <p:spPr>
          <a:xfrm>
            <a:off x="2577421" y="3999820"/>
            <a:ext cx="7462" cy="32096"/>
          </a:xfrm>
          <a:custGeom>
            <a:rect b="b" l="l" r="r" t="t"/>
            <a:pathLst>
              <a:path extrusionOk="0" fill="none" h="400" w="93">
                <a:moveTo>
                  <a:pt x="0" y="0"/>
                </a:moveTo>
                <a:lnTo>
                  <a:pt x="0" y="400"/>
                </a:lnTo>
                <a:lnTo>
                  <a:pt x="93" y="400"/>
                </a:lnTo>
                <a:lnTo>
                  <a:pt x="0"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5"/>
          <p:cNvSpPr/>
          <p:nvPr/>
        </p:nvSpPr>
        <p:spPr>
          <a:xfrm>
            <a:off x="2533049" y="3980081"/>
            <a:ext cx="37071" cy="51835"/>
          </a:xfrm>
          <a:custGeom>
            <a:rect b="b" l="l" r="r" t="t"/>
            <a:pathLst>
              <a:path extrusionOk="0" fill="none" h="646" w="462">
                <a:moveTo>
                  <a:pt x="461" y="1"/>
                </a:moveTo>
                <a:lnTo>
                  <a:pt x="0" y="1"/>
                </a:lnTo>
                <a:lnTo>
                  <a:pt x="0" y="646"/>
                </a:lnTo>
                <a:lnTo>
                  <a:pt x="461" y="646"/>
                </a:lnTo>
                <a:lnTo>
                  <a:pt x="461"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5"/>
          <p:cNvSpPr/>
          <p:nvPr/>
        </p:nvSpPr>
        <p:spPr>
          <a:xfrm>
            <a:off x="2533049" y="3920945"/>
            <a:ext cx="37071" cy="51835"/>
          </a:xfrm>
          <a:custGeom>
            <a:rect b="b" l="l" r="r" t="t"/>
            <a:pathLst>
              <a:path extrusionOk="0" fill="none" h="646" w="462">
                <a:moveTo>
                  <a:pt x="369" y="0"/>
                </a:moveTo>
                <a:lnTo>
                  <a:pt x="0" y="0"/>
                </a:lnTo>
                <a:lnTo>
                  <a:pt x="0" y="645"/>
                </a:lnTo>
                <a:lnTo>
                  <a:pt x="461" y="645"/>
                </a:lnTo>
                <a:lnTo>
                  <a:pt x="461" y="492"/>
                </a:lnTo>
                <a:lnTo>
                  <a:pt x="369"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5"/>
          <p:cNvSpPr/>
          <p:nvPr/>
        </p:nvSpPr>
        <p:spPr>
          <a:xfrm>
            <a:off x="2570039" y="3960342"/>
            <a:ext cx="7462" cy="74062"/>
          </a:xfrm>
          <a:custGeom>
            <a:rect b="b" l="l" r="r" t="t"/>
            <a:pathLst>
              <a:path extrusionOk="0" h="923" w="93">
                <a:moveTo>
                  <a:pt x="0" y="1"/>
                </a:moveTo>
                <a:lnTo>
                  <a:pt x="0" y="154"/>
                </a:lnTo>
                <a:lnTo>
                  <a:pt x="31" y="154"/>
                </a:lnTo>
                <a:lnTo>
                  <a:pt x="0" y="1"/>
                </a:lnTo>
                <a:close/>
                <a:moveTo>
                  <a:pt x="0" y="247"/>
                </a:moveTo>
                <a:lnTo>
                  <a:pt x="0" y="892"/>
                </a:lnTo>
                <a:lnTo>
                  <a:pt x="0" y="923"/>
                </a:lnTo>
                <a:lnTo>
                  <a:pt x="92" y="923"/>
                </a:lnTo>
                <a:lnTo>
                  <a:pt x="92" y="892"/>
                </a:lnTo>
                <a:lnTo>
                  <a:pt x="92" y="492"/>
                </a:lnTo>
                <a:lnTo>
                  <a:pt x="62" y="247"/>
                </a:lnTo>
                <a:close/>
              </a:path>
            </a:pathLst>
          </a:custGeom>
          <a:solidFill>
            <a:srgbClr val="569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5"/>
          <p:cNvSpPr/>
          <p:nvPr/>
        </p:nvSpPr>
        <p:spPr>
          <a:xfrm>
            <a:off x="2570039" y="3980081"/>
            <a:ext cx="7462" cy="54322"/>
          </a:xfrm>
          <a:custGeom>
            <a:rect b="b" l="l" r="r" t="t"/>
            <a:pathLst>
              <a:path extrusionOk="0" fill="none" h="677" w="93">
                <a:moveTo>
                  <a:pt x="62" y="1"/>
                </a:moveTo>
                <a:lnTo>
                  <a:pt x="0" y="1"/>
                </a:lnTo>
                <a:lnTo>
                  <a:pt x="0" y="646"/>
                </a:lnTo>
                <a:lnTo>
                  <a:pt x="0" y="677"/>
                </a:lnTo>
                <a:lnTo>
                  <a:pt x="92" y="677"/>
                </a:lnTo>
                <a:lnTo>
                  <a:pt x="92" y="646"/>
                </a:lnTo>
                <a:lnTo>
                  <a:pt x="92" y="246"/>
                </a:lnTo>
                <a:lnTo>
                  <a:pt x="62"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5"/>
          <p:cNvSpPr/>
          <p:nvPr/>
        </p:nvSpPr>
        <p:spPr>
          <a:xfrm>
            <a:off x="2570039" y="3960342"/>
            <a:ext cx="2487" cy="12437"/>
          </a:xfrm>
          <a:custGeom>
            <a:rect b="b" l="l" r="r" t="t"/>
            <a:pathLst>
              <a:path extrusionOk="0" fill="none" h="155" w="31">
                <a:moveTo>
                  <a:pt x="0" y="1"/>
                </a:moveTo>
                <a:lnTo>
                  <a:pt x="0" y="154"/>
                </a:lnTo>
                <a:lnTo>
                  <a:pt x="31" y="154"/>
                </a:lnTo>
                <a:lnTo>
                  <a:pt x="0"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5"/>
          <p:cNvSpPr/>
          <p:nvPr/>
        </p:nvSpPr>
        <p:spPr>
          <a:xfrm>
            <a:off x="2528074" y="3972699"/>
            <a:ext cx="46940" cy="7462"/>
          </a:xfrm>
          <a:custGeom>
            <a:rect b="b" l="l" r="r" t="t"/>
            <a:pathLst>
              <a:path extrusionOk="0" h="93" w="585">
                <a:moveTo>
                  <a:pt x="1" y="0"/>
                </a:moveTo>
                <a:lnTo>
                  <a:pt x="1" y="93"/>
                </a:lnTo>
                <a:lnTo>
                  <a:pt x="585" y="93"/>
                </a:lnTo>
                <a:lnTo>
                  <a:pt x="554" y="0"/>
                </a:lnTo>
                <a:close/>
              </a:path>
            </a:pathLst>
          </a:custGeom>
          <a:solidFill>
            <a:srgbClr val="569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5"/>
          <p:cNvSpPr/>
          <p:nvPr/>
        </p:nvSpPr>
        <p:spPr>
          <a:xfrm>
            <a:off x="2528074" y="3972699"/>
            <a:ext cx="46940" cy="7462"/>
          </a:xfrm>
          <a:custGeom>
            <a:rect b="b" l="l" r="r" t="t"/>
            <a:pathLst>
              <a:path extrusionOk="0" fill="none" h="93" w="585">
                <a:moveTo>
                  <a:pt x="554" y="0"/>
                </a:moveTo>
                <a:lnTo>
                  <a:pt x="523" y="0"/>
                </a:lnTo>
                <a:lnTo>
                  <a:pt x="62" y="0"/>
                </a:lnTo>
                <a:lnTo>
                  <a:pt x="1" y="0"/>
                </a:lnTo>
                <a:lnTo>
                  <a:pt x="1" y="93"/>
                </a:lnTo>
                <a:lnTo>
                  <a:pt x="62" y="93"/>
                </a:lnTo>
                <a:lnTo>
                  <a:pt x="523" y="93"/>
                </a:lnTo>
                <a:lnTo>
                  <a:pt x="585" y="93"/>
                </a:lnTo>
                <a:lnTo>
                  <a:pt x="554"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5"/>
          <p:cNvSpPr/>
          <p:nvPr/>
        </p:nvSpPr>
        <p:spPr>
          <a:xfrm>
            <a:off x="2740144" y="3913483"/>
            <a:ext cx="93720" cy="125816"/>
          </a:xfrm>
          <a:custGeom>
            <a:rect b="b" l="l" r="r" t="t"/>
            <a:pathLst>
              <a:path extrusionOk="0" h="1568" w="1168">
                <a:moveTo>
                  <a:pt x="0" y="1"/>
                </a:moveTo>
                <a:lnTo>
                  <a:pt x="0" y="1568"/>
                </a:lnTo>
                <a:lnTo>
                  <a:pt x="1168" y="1568"/>
                </a:lnTo>
                <a:lnTo>
                  <a:pt x="1168" y="1"/>
                </a:lnTo>
                <a:close/>
              </a:path>
            </a:pathLst>
          </a:custGeom>
          <a:solidFill>
            <a:srgbClr val="3264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5"/>
          <p:cNvSpPr/>
          <p:nvPr/>
        </p:nvSpPr>
        <p:spPr>
          <a:xfrm>
            <a:off x="2740144" y="3913483"/>
            <a:ext cx="93720" cy="125816"/>
          </a:xfrm>
          <a:custGeom>
            <a:rect b="b" l="l" r="r" t="t"/>
            <a:pathLst>
              <a:path extrusionOk="0" fill="none" h="1568" w="1168">
                <a:moveTo>
                  <a:pt x="1168" y="1568"/>
                </a:moveTo>
                <a:lnTo>
                  <a:pt x="0" y="1568"/>
                </a:lnTo>
                <a:lnTo>
                  <a:pt x="0" y="1"/>
                </a:lnTo>
                <a:lnTo>
                  <a:pt x="1168" y="1"/>
                </a:lnTo>
                <a:lnTo>
                  <a:pt x="1168" y="1568"/>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5"/>
          <p:cNvSpPr/>
          <p:nvPr/>
        </p:nvSpPr>
        <p:spPr>
          <a:xfrm>
            <a:off x="2747526" y="3920945"/>
            <a:ext cx="78956" cy="110972"/>
          </a:xfrm>
          <a:custGeom>
            <a:rect b="b" l="l" r="r" t="t"/>
            <a:pathLst>
              <a:path extrusionOk="0" h="1383" w="984">
                <a:moveTo>
                  <a:pt x="0" y="0"/>
                </a:moveTo>
                <a:lnTo>
                  <a:pt x="0" y="1383"/>
                </a:lnTo>
                <a:lnTo>
                  <a:pt x="984" y="1383"/>
                </a:lnTo>
                <a:lnTo>
                  <a:pt x="984" y="0"/>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5"/>
          <p:cNvSpPr/>
          <p:nvPr/>
        </p:nvSpPr>
        <p:spPr>
          <a:xfrm>
            <a:off x="2747526" y="3920945"/>
            <a:ext cx="78956" cy="110972"/>
          </a:xfrm>
          <a:custGeom>
            <a:rect b="b" l="l" r="r" t="t"/>
            <a:pathLst>
              <a:path extrusionOk="0" fill="none" h="1383" w="984">
                <a:moveTo>
                  <a:pt x="984" y="1383"/>
                </a:moveTo>
                <a:lnTo>
                  <a:pt x="0" y="1383"/>
                </a:lnTo>
                <a:lnTo>
                  <a:pt x="0" y="0"/>
                </a:lnTo>
                <a:lnTo>
                  <a:pt x="984" y="0"/>
                </a:lnTo>
                <a:lnTo>
                  <a:pt x="984" y="1383"/>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5"/>
          <p:cNvSpPr/>
          <p:nvPr/>
        </p:nvSpPr>
        <p:spPr>
          <a:xfrm>
            <a:off x="2782029" y="3918458"/>
            <a:ext cx="9950" cy="115947"/>
          </a:xfrm>
          <a:custGeom>
            <a:rect b="b" l="l" r="r" t="t"/>
            <a:pathLst>
              <a:path extrusionOk="0" h="1445" w="124">
                <a:moveTo>
                  <a:pt x="1" y="0"/>
                </a:moveTo>
                <a:lnTo>
                  <a:pt x="1" y="1445"/>
                </a:lnTo>
                <a:lnTo>
                  <a:pt x="124" y="1445"/>
                </a:lnTo>
                <a:lnTo>
                  <a:pt x="124" y="0"/>
                </a:lnTo>
                <a:close/>
              </a:path>
            </a:pathLst>
          </a:custGeom>
          <a:solidFill>
            <a:srgbClr val="3264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5"/>
          <p:cNvSpPr/>
          <p:nvPr/>
        </p:nvSpPr>
        <p:spPr>
          <a:xfrm>
            <a:off x="2782029" y="3918458"/>
            <a:ext cx="9950" cy="115947"/>
          </a:xfrm>
          <a:custGeom>
            <a:rect b="b" l="l" r="r" t="t"/>
            <a:pathLst>
              <a:path extrusionOk="0" fill="none" h="1445" w="124">
                <a:moveTo>
                  <a:pt x="124" y="1445"/>
                </a:moveTo>
                <a:lnTo>
                  <a:pt x="1" y="1445"/>
                </a:lnTo>
                <a:lnTo>
                  <a:pt x="1" y="0"/>
                </a:lnTo>
                <a:lnTo>
                  <a:pt x="124" y="0"/>
                </a:lnTo>
                <a:lnTo>
                  <a:pt x="124" y="1445"/>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5"/>
          <p:cNvSpPr/>
          <p:nvPr/>
        </p:nvSpPr>
        <p:spPr>
          <a:xfrm>
            <a:off x="2742632" y="3972699"/>
            <a:ext cx="88826" cy="7462"/>
          </a:xfrm>
          <a:custGeom>
            <a:rect b="b" l="l" r="r" t="t"/>
            <a:pathLst>
              <a:path extrusionOk="0" h="93" w="1107">
                <a:moveTo>
                  <a:pt x="0" y="0"/>
                </a:moveTo>
                <a:lnTo>
                  <a:pt x="0" y="93"/>
                </a:lnTo>
                <a:lnTo>
                  <a:pt x="1106" y="93"/>
                </a:lnTo>
                <a:lnTo>
                  <a:pt x="1106" y="0"/>
                </a:lnTo>
                <a:close/>
              </a:path>
            </a:pathLst>
          </a:custGeom>
          <a:solidFill>
            <a:srgbClr val="3264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5"/>
          <p:cNvSpPr/>
          <p:nvPr/>
        </p:nvSpPr>
        <p:spPr>
          <a:xfrm>
            <a:off x="2742632" y="3972699"/>
            <a:ext cx="88826" cy="7462"/>
          </a:xfrm>
          <a:custGeom>
            <a:rect b="b" l="l" r="r" t="t"/>
            <a:pathLst>
              <a:path extrusionOk="0" fill="none" h="93" w="1107">
                <a:moveTo>
                  <a:pt x="0" y="93"/>
                </a:moveTo>
                <a:lnTo>
                  <a:pt x="0" y="0"/>
                </a:lnTo>
                <a:lnTo>
                  <a:pt x="1106" y="0"/>
                </a:lnTo>
                <a:lnTo>
                  <a:pt x="1106" y="93"/>
                </a:lnTo>
                <a:lnTo>
                  <a:pt x="0" y="93"/>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5"/>
          <p:cNvSpPr/>
          <p:nvPr/>
        </p:nvSpPr>
        <p:spPr>
          <a:xfrm>
            <a:off x="2740144" y="3913483"/>
            <a:ext cx="59217" cy="125816"/>
          </a:xfrm>
          <a:custGeom>
            <a:rect b="b" l="l" r="r" t="t"/>
            <a:pathLst>
              <a:path extrusionOk="0" h="1568" w="738">
                <a:moveTo>
                  <a:pt x="0" y="1"/>
                </a:moveTo>
                <a:lnTo>
                  <a:pt x="0" y="1568"/>
                </a:lnTo>
                <a:lnTo>
                  <a:pt x="738" y="1568"/>
                </a:lnTo>
                <a:lnTo>
                  <a:pt x="707" y="1476"/>
                </a:lnTo>
                <a:lnTo>
                  <a:pt x="646" y="1476"/>
                </a:lnTo>
                <a:lnTo>
                  <a:pt x="646" y="1507"/>
                </a:lnTo>
                <a:lnTo>
                  <a:pt x="523" y="1507"/>
                </a:lnTo>
                <a:lnTo>
                  <a:pt x="523" y="1476"/>
                </a:lnTo>
                <a:lnTo>
                  <a:pt x="92" y="1476"/>
                </a:lnTo>
                <a:lnTo>
                  <a:pt x="92" y="831"/>
                </a:lnTo>
                <a:lnTo>
                  <a:pt x="31" y="831"/>
                </a:lnTo>
                <a:lnTo>
                  <a:pt x="31" y="738"/>
                </a:lnTo>
                <a:lnTo>
                  <a:pt x="92" y="738"/>
                </a:lnTo>
                <a:lnTo>
                  <a:pt x="92" y="93"/>
                </a:lnTo>
                <a:lnTo>
                  <a:pt x="430" y="93"/>
                </a:lnTo>
                <a:lnTo>
                  <a:pt x="430" y="1"/>
                </a:lnTo>
                <a:close/>
              </a:path>
            </a:pathLst>
          </a:custGeom>
          <a:solidFill>
            <a:srgbClr val="569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5"/>
          <p:cNvSpPr/>
          <p:nvPr/>
        </p:nvSpPr>
        <p:spPr>
          <a:xfrm>
            <a:off x="2740144" y="3913483"/>
            <a:ext cx="59217" cy="125816"/>
          </a:xfrm>
          <a:custGeom>
            <a:rect b="b" l="l" r="r" t="t"/>
            <a:pathLst>
              <a:path extrusionOk="0" fill="none" h="1568" w="738">
                <a:moveTo>
                  <a:pt x="430" y="1"/>
                </a:moveTo>
                <a:lnTo>
                  <a:pt x="0" y="1"/>
                </a:lnTo>
                <a:lnTo>
                  <a:pt x="0" y="1568"/>
                </a:lnTo>
                <a:lnTo>
                  <a:pt x="738" y="1568"/>
                </a:lnTo>
                <a:lnTo>
                  <a:pt x="707" y="1476"/>
                </a:lnTo>
                <a:lnTo>
                  <a:pt x="646" y="1476"/>
                </a:lnTo>
                <a:lnTo>
                  <a:pt x="646" y="1507"/>
                </a:lnTo>
                <a:lnTo>
                  <a:pt x="523" y="1507"/>
                </a:lnTo>
                <a:lnTo>
                  <a:pt x="523" y="1476"/>
                </a:lnTo>
                <a:lnTo>
                  <a:pt x="92" y="1476"/>
                </a:lnTo>
                <a:lnTo>
                  <a:pt x="92" y="831"/>
                </a:lnTo>
                <a:lnTo>
                  <a:pt x="31" y="831"/>
                </a:lnTo>
                <a:lnTo>
                  <a:pt x="31" y="738"/>
                </a:lnTo>
                <a:lnTo>
                  <a:pt x="92" y="738"/>
                </a:lnTo>
                <a:lnTo>
                  <a:pt x="92" y="93"/>
                </a:lnTo>
                <a:lnTo>
                  <a:pt x="430" y="93"/>
                </a:lnTo>
                <a:lnTo>
                  <a:pt x="430"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5"/>
          <p:cNvSpPr/>
          <p:nvPr/>
        </p:nvSpPr>
        <p:spPr>
          <a:xfrm>
            <a:off x="2747526" y="3920945"/>
            <a:ext cx="49348" cy="110972"/>
          </a:xfrm>
          <a:custGeom>
            <a:rect b="b" l="l" r="r" t="t"/>
            <a:pathLst>
              <a:path extrusionOk="0" h="1383" w="615">
                <a:moveTo>
                  <a:pt x="0" y="0"/>
                </a:moveTo>
                <a:lnTo>
                  <a:pt x="0" y="645"/>
                </a:lnTo>
                <a:lnTo>
                  <a:pt x="431" y="645"/>
                </a:lnTo>
                <a:lnTo>
                  <a:pt x="431" y="492"/>
                </a:lnTo>
                <a:lnTo>
                  <a:pt x="338" y="0"/>
                </a:lnTo>
                <a:close/>
                <a:moveTo>
                  <a:pt x="0" y="738"/>
                </a:moveTo>
                <a:lnTo>
                  <a:pt x="0" y="1383"/>
                </a:lnTo>
                <a:lnTo>
                  <a:pt x="431" y="1383"/>
                </a:lnTo>
                <a:lnTo>
                  <a:pt x="431" y="738"/>
                </a:lnTo>
                <a:close/>
                <a:moveTo>
                  <a:pt x="554" y="983"/>
                </a:moveTo>
                <a:lnTo>
                  <a:pt x="554" y="1383"/>
                </a:lnTo>
                <a:lnTo>
                  <a:pt x="615" y="1383"/>
                </a:lnTo>
                <a:lnTo>
                  <a:pt x="554" y="983"/>
                </a:lnTo>
                <a:close/>
              </a:path>
            </a:pathLst>
          </a:custGeom>
          <a:solidFill>
            <a:srgbClr val="66A9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5"/>
          <p:cNvSpPr/>
          <p:nvPr/>
        </p:nvSpPr>
        <p:spPr>
          <a:xfrm>
            <a:off x="2791898" y="3999820"/>
            <a:ext cx="4975" cy="32096"/>
          </a:xfrm>
          <a:custGeom>
            <a:rect b="b" l="l" r="r" t="t"/>
            <a:pathLst>
              <a:path extrusionOk="0" fill="none" h="400" w="62">
                <a:moveTo>
                  <a:pt x="1" y="0"/>
                </a:moveTo>
                <a:lnTo>
                  <a:pt x="1" y="400"/>
                </a:lnTo>
                <a:lnTo>
                  <a:pt x="62" y="400"/>
                </a:lnTo>
                <a:lnTo>
                  <a:pt x="1"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5"/>
          <p:cNvSpPr/>
          <p:nvPr/>
        </p:nvSpPr>
        <p:spPr>
          <a:xfrm>
            <a:off x="2747526" y="3980081"/>
            <a:ext cx="34583" cy="51835"/>
          </a:xfrm>
          <a:custGeom>
            <a:rect b="b" l="l" r="r" t="t"/>
            <a:pathLst>
              <a:path extrusionOk="0" fill="none" h="646" w="431">
                <a:moveTo>
                  <a:pt x="431" y="1"/>
                </a:moveTo>
                <a:lnTo>
                  <a:pt x="0" y="1"/>
                </a:lnTo>
                <a:lnTo>
                  <a:pt x="0" y="646"/>
                </a:lnTo>
                <a:lnTo>
                  <a:pt x="431" y="646"/>
                </a:lnTo>
                <a:lnTo>
                  <a:pt x="431"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5"/>
          <p:cNvSpPr/>
          <p:nvPr/>
        </p:nvSpPr>
        <p:spPr>
          <a:xfrm>
            <a:off x="2747526" y="3920945"/>
            <a:ext cx="34583" cy="51835"/>
          </a:xfrm>
          <a:custGeom>
            <a:rect b="b" l="l" r="r" t="t"/>
            <a:pathLst>
              <a:path extrusionOk="0" fill="none" h="646" w="431">
                <a:moveTo>
                  <a:pt x="338" y="0"/>
                </a:moveTo>
                <a:lnTo>
                  <a:pt x="0" y="0"/>
                </a:lnTo>
                <a:lnTo>
                  <a:pt x="0" y="645"/>
                </a:lnTo>
                <a:lnTo>
                  <a:pt x="431" y="645"/>
                </a:lnTo>
                <a:lnTo>
                  <a:pt x="431" y="492"/>
                </a:lnTo>
                <a:lnTo>
                  <a:pt x="338"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5"/>
          <p:cNvSpPr/>
          <p:nvPr/>
        </p:nvSpPr>
        <p:spPr>
          <a:xfrm>
            <a:off x="2782029" y="3960342"/>
            <a:ext cx="9950" cy="74062"/>
          </a:xfrm>
          <a:custGeom>
            <a:rect b="b" l="l" r="r" t="t"/>
            <a:pathLst>
              <a:path extrusionOk="0" h="923" w="124">
                <a:moveTo>
                  <a:pt x="1" y="1"/>
                </a:moveTo>
                <a:lnTo>
                  <a:pt x="1" y="154"/>
                </a:lnTo>
                <a:lnTo>
                  <a:pt x="31" y="154"/>
                </a:lnTo>
                <a:lnTo>
                  <a:pt x="1" y="1"/>
                </a:lnTo>
                <a:close/>
                <a:moveTo>
                  <a:pt x="1" y="247"/>
                </a:moveTo>
                <a:lnTo>
                  <a:pt x="1" y="892"/>
                </a:lnTo>
                <a:lnTo>
                  <a:pt x="1" y="923"/>
                </a:lnTo>
                <a:lnTo>
                  <a:pt x="124" y="923"/>
                </a:lnTo>
                <a:lnTo>
                  <a:pt x="124" y="892"/>
                </a:lnTo>
                <a:lnTo>
                  <a:pt x="124" y="492"/>
                </a:lnTo>
                <a:lnTo>
                  <a:pt x="62" y="247"/>
                </a:lnTo>
                <a:close/>
              </a:path>
            </a:pathLst>
          </a:custGeom>
          <a:solidFill>
            <a:srgbClr val="569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5"/>
          <p:cNvSpPr/>
          <p:nvPr/>
        </p:nvSpPr>
        <p:spPr>
          <a:xfrm>
            <a:off x="2782029" y="3980081"/>
            <a:ext cx="9950" cy="54322"/>
          </a:xfrm>
          <a:custGeom>
            <a:rect b="b" l="l" r="r" t="t"/>
            <a:pathLst>
              <a:path extrusionOk="0" fill="none" h="677" w="124">
                <a:moveTo>
                  <a:pt x="62" y="1"/>
                </a:moveTo>
                <a:lnTo>
                  <a:pt x="1" y="1"/>
                </a:lnTo>
                <a:lnTo>
                  <a:pt x="1" y="646"/>
                </a:lnTo>
                <a:lnTo>
                  <a:pt x="1" y="677"/>
                </a:lnTo>
                <a:lnTo>
                  <a:pt x="124" y="677"/>
                </a:lnTo>
                <a:lnTo>
                  <a:pt x="124" y="646"/>
                </a:lnTo>
                <a:lnTo>
                  <a:pt x="124" y="246"/>
                </a:lnTo>
                <a:lnTo>
                  <a:pt x="62"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5"/>
          <p:cNvSpPr/>
          <p:nvPr/>
        </p:nvSpPr>
        <p:spPr>
          <a:xfrm>
            <a:off x="2782029" y="3960342"/>
            <a:ext cx="2568" cy="12437"/>
          </a:xfrm>
          <a:custGeom>
            <a:rect b="b" l="l" r="r" t="t"/>
            <a:pathLst>
              <a:path extrusionOk="0" fill="none" h="155" w="32">
                <a:moveTo>
                  <a:pt x="1" y="1"/>
                </a:moveTo>
                <a:lnTo>
                  <a:pt x="1" y="154"/>
                </a:lnTo>
                <a:lnTo>
                  <a:pt x="31" y="154"/>
                </a:lnTo>
                <a:lnTo>
                  <a:pt x="1"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5"/>
          <p:cNvSpPr/>
          <p:nvPr/>
        </p:nvSpPr>
        <p:spPr>
          <a:xfrm>
            <a:off x="2742632" y="3972699"/>
            <a:ext cx="44453" cy="7462"/>
          </a:xfrm>
          <a:custGeom>
            <a:rect b="b" l="l" r="r" t="t"/>
            <a:pathLst>
              <a:path extrusionOk="0" h="93" w="554">
                <a:moveTo>
                  <a:pt x="0" y="0"/>
                </a:moveTo>
                <a:lnTo>
                  <a:pt x="0" y="93"/>
                </a:lnTo>
                <a:lnTo>
                  <a:pt x="553" y="93"/>
                </a:lnTo>
                <a:lnTo>
                  <a:pt x="522" y="0"/>
                </a:lnTo>
                <a:close/>
              </a:path>
            </a:pathLst>
          </a:custGeom>
          <a:solidFill>
            <a:srgbClr val="569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5"/>
          <p:cNvSpPr/>
          <p:nvPr/>
        </p:nvSpPr>
        <p:spPr>
          <a:xfrm>
            <a:off x="2742632" y="3972699"/>
            <a:ext cx="44453" cy="7462"/>
          </a:xfrm>
          <a:custGeom>
            <a:rect b="b" l="l" r="r" t="t"/>
            <a:pathLst>
              <a:path extrusionOk="0" fill="none" h="93" w="554">
                <a:moveTo>
                  <a:pt x="522" y="0"/>
                </a:moveTo>
                <a:lnTo>
                  <a:pt x="492" y="0"/>
                </a:lnTo>
                <a:lnTo>
                  <a:pt x="61" y="0"/>
                </a:lnTo>
                <a:lnTo>
                  <a:pt x="0" y="0"/>
                </a:lnTo>
                <a:lnTo>
                  <a:pt x="0" y="93"/>
                </a:lnTo>
                <a:lnTo>
                  <a:pt x="61" y="93"/>
                </a:lnTo>
                <a:lnTo>
                  <a:pt x="492" y="93"/>
                </a:lnTo>
                <a:lnTo>
                  <a:pt x="553" y="93"/>
                </a:lnTo>
                <a:lnTo>
                  <a:pt x="522"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5"/>
          <p:cNvSpPr/>
          <p:nvPr/>
        </p:nvSpPr>
        <p:spPr>
          <a:xfrm>
            <a:off x="2451687" y="3758222"/>
            <a:ext cx="229326" cy="133198"/>
          </a:xfrm>
          <a:custGeom>
            <a:rect b="b" l="l" r="r" t="t"/>
            <a:pathLst>
              <a:path extrusionOk="0" h="1660" w="2858">
                <a:moveTo>
                  <a:pt x="2858" y="0"/>
                </a:moveTo>
                <a:lnTo>
                  <a:pt x="0" y="1414"/>
                </a:lnTo>
                <a:lnTo>
                  <a:pt x="123" y="1659"/>
                </a:lnTo>
                <a:lnTo>
                  <a:pt x="2858" y="338"/>
                </a:lnTo>
                <a:lnTo>
                  <a:pt x="2858" y="31"/>
                </a:lnTo>
                <a:lnTo>
                  <a:pt x="2858"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5"/>
          <p:cNvSpPr/>
          <p:nvPr/>
        </p:nvSpPr>
        <p:spPr>
          <a:xfrm>
            <a:off x="2138597" y="3129555"/>
            <a:ext cx="271291" cy="1020733"/>
          </a:xfrm>
          <a:custGeom>
            <a:rect b="b" l="l" r="r" t="t"/>
            <a:pathLst>
              <a:path extrusionOk="0" h="12721" w="3381">
                <a:moveTo>
                  <a:pt x="861" y="0"/>
                </a:moveTo>
                <a:lnTo>
                  <a:pt x="830" y="430"/>
                </a:lnTo>
                <a:lnTo>
                  <a:pt x="830" y="645"/>
                </a:lnTo>
                <a:lnTo>
                  <a:pt x="799" y="983"/>
                </a:lnTo>
                <a:lnTo>
                  <a:pt x="768" y="1229"/>
                </a:lnTo>
                <a:lnTo>
                  <a:pt x="768" y="1475"/>
                </a:lnTo>
                <a:lnTo>
                  <a:pt x="768" y="1536"/>
                </a:lnTo>
                <a:lnTo>
                  <a:pt x="738" y="2059"/>
                </a:lnTo>
                <a:lnTo>
                  <a:pt x="707" y="2151"/>
                </a:lnTo>
                <a:lnTo>
                  <a:pt x="707" y="2274"/>
                </a:lnTo>
                <a:lnTo>
                  <a:pt x="676" y="2704"/>
                </a:lnTo>
                <a:lnTo>
                  <a:pt x="645" y="3288"/>
                </a:lnTo>
                <a:lnTo>
                  <a:pt x="615" y="3872"/>
                </a:lnTo>
                <a:lnTo>
                  <a:pt x="0" y="12721"/>
                </a:lnTo>
                <a:lnTo>
                  <a:pt x="3380" y="12721"/>
                </a:lnTo>
                <a:lnTo>
                  <a:pt x="2796" y="3872"/>
                </a:lnTo>
                <a:lnTo>
                  <a:pt x="2735" y="3288"/>
                </a:lnTo>
                <a:lnTo>
                  <a:pt x="2704" y="2704"/>
                </a:lnTo>
                <a:lnTo>
                  <a:pt x="2673" y="2274"/>
                </a:lnTo>
                <a:lnTo>
                  <a:pt x="2673" y="2151"/>
                </a:lnTo>
                <a:lnTo>
                  <a:pt x="2673" y="2059"/>
                </a:lnTo>
                <a:lnTo>
                  <a:pt x="2612" y="1536"/>
                </a:lnTo>
                <a:lnTo>
                  <a:pt x="2612" y="1475"/>
                </a:lnTo>
                <a:lnTo>
                  <a:pt x="2612" y="1229"/>
                </a:lnTo>
                <a:lnTo>
                  <a:pt x="2581" y="983"/>
                </a:lnTo>
                <a:lnTo>
                  <a:pt x="2581" y="645"/>
                </a:lnTo>
                <a:lnTo>
                  <a:pt x="2550" y="430"/>
                </a:lnTo>
                <a:lnTo>
                  <a:pt x="2520" y="0"/>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5"/>
          <p:cNvSpPr/>
          <p:nvPr/>
        </p:nvSpPr>
        <p:spPr>
          <a:xfrm>
            <a:off x="2138597" y="3129555"/>
            <a:ext cx="135686" cy="1020733"/>
          </a:xfrm>
          <a:custGeom>
            <a:rect b="b" l="l" r="r" t="t"/>
            <a:pathLst>
              <a:path extrusionOk="0" h="12721" w="1691">
                <a:moveTo>
                  <a:pt x="861" y="0"/>
                </a:moveTo>
                <a:lnTo>
                  <a:pt x="0" y="12721"/>
                </a:lnTo>
                <a:lnTo>
                  <a:pt x="1690" y="12721"/>
                </a:lnTo>
                <a:lnTo>
                  <a:pt x="1690"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5"/>
          <p:cNvSpPr/>
          <p:nvPr/>
        </p:nvSpPr>
        <p:spPr>
          <a:xfrm>
            <a:off x="2205114" y="3164057"/>
            <a:ext cx="140661" cy="17332"/>
          </a:xfrm>
          <a:custGeom>
            <a:rect b="b" l="l" r="r" t="t"/>
            <a:pathLst>
              <a:path extrusionOk="0" h="216" w="1753">
                <a:moveTo>
                  <a:pt x="1" y="0"/>
                </a:moveTo>
                <a:lnTo>
                  <a:pt x="1" y="215"/>
                </a:lnTo>
                <a:lnTo>
                  <a:pt x="1752" y="215"/>
                </a:lnTo>
                <a:lnTo>
                  <a:pt x="1721" y="0"/>
                </a:lnTo>
                <a:close/>
              </a:path>
            </a:pathLst>
          </a:custGeom>
          <a:solidFill>
            <a:srgbClr val="FFE5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5"/>
          <p:cNvSpPr/>
          <p:nvPr/>
        </p:nvSpPr>
        <p:spPr>
          <a:xfrm>
            <a:off x="2200220" y="3228168"/>
            <a:ext cx="147963" cy="19739"/>
          </a:xfrm>
          <a:custGeom>
            <a:rect b="b" l="l" r="r" t="t"/>
            <a:pathLst>
              <a:path extrusionOk="0" h="246" w="1844">
                <a:moveTo>
                  <a:pt x="0" y="0"/>
                </a:moveTo>
                <a:lnTo>
                  <a:pt x="0" y="246"/>
                </a:lnTo>
                <a:lnTo>
                  <a:pt x="1844" y="246"/>
                </a:lnTo>
                <a:lnTo>
                  <a:pt x="1844" y="0"/>
                </a:lnTo>
                <a:close/>
              </a:path>
            </a:pathLst>
          </a:custGeom>
          <a:solidFill>
            <a:srgbClr val="FFE5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5"/>
          <p:cNvSpPr/>
          <p:nvPr/>
        </p:nvSpPr>
        <p:spPr>
          <a:xfrm>
            <a:off x="2195245" y="3294685"/>
            <a:ext cx="157912" cy="17332"/>
          </a:xfrm>
          <a:custGeom>
            <a:rect b="b" l="l" r="r" t="t"/>
            <a:pathLst>
              <a:path extrusionOk="0" h="216" w="1968">
                <a:moveTo>
                  <a:pt x="32" y="1"/>
                </a:moveTo>
                <a:lnTo>
                  <a:pt x="1" y="93"/>
                </a:lnTo>
                <a:lnTo>
                  <a:pt x="1" y="216"/>
                </a:lnTo>
                <a:lnTo>
                  <a:pt x="1967" y="216"/>
                </a:lnTo>
                <a:lnTo>
                  <a:pt x="1967" y="93"/>
                </a:lnTo>
                <a:lnTo>
                  <a:pt x="1967" y="1"/>
                </a:lnTo>
                <a:close/>
              </a:path>
            </a:pathLst>
          </a:custGeom>
          <a:solidFill>
            <a:srgbClr val="FFE5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5"/>
          <p:cNvSpPr/>
          <p:nvPr/>
        </p:nvSpPr>
        <p:spPr>
          <a:xfrm>
            <a:off x="2205114" y="3164057"/>
            <a:ext cx="69167" cy="17332"/>
          </a:xfrm>
          <a:custGeom>
            <a:rect b="b" l="l" r="r" t="t"/>
            <a:pathLst>
              <a:path extrusionOk="0" h="216" w="862">
                <a:moveTo>
                  <a:pt x="1" y="0"/>
                </a:moveTo>
                <a:lnTo>
                  <a:pt x="1" y="215"/>
                </a:lnTo>
                <a:lnTo>
                  <a:pt x="861" y="215"/>
                </a:lnTo>
                <a:lnTo>
                  <a:pt x="861" y="0"/>
                </a:lnTo>
                <a:close/>
              </a:path>
            </a:pathLst>
          </a:custGeom>
          <a:solidFill>
            <a:srgbClr val="F0D62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5"/>
          <p:cNvSpPr/>
          <p:nvPr/>
        </p:nvSpPr>
        <p:spPr>
          <a:xfrm>
            <a:off x="2200220" y="3228168"/>
            <a:ext cx="74062" cy="19739"/>
          </a:xfrm>
          <a:custGeom>
            <a:rect b="b" l="l" r="r" t="t"/>
            <a:pathLst>
              <a:path extrusionOk="0" h="246" w="923">
                <a:moveTo>
                  <a:pt x="0" y="0"/>
                </a:moveTo>
                <a:lnTo>
                  <a:pt x="0" y="246"/>
                </a:lnTo>
                <a:lnTo>
                  <a:pt x="922" y="246"/>
                </a:lnTo>
                <a:lnTo>
                  <a:pt x="922" y="0"/>
                </a:lnTo>
                <a:close/>
              </a:path>
            </a:pathLst>
          </a:custGeom>
          <a:solidFill>
            <a:srgbClr val="F0D62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5"/>
          <p:cNvSpPr/>
          <p:nvPr/>
        </p:nvSpPr>
        <p:spPr>
          <a:xfrm>
            <a:off x="2195245" y="3294685"/>
            <a:ext cx="79036" cy="17332"/>
          </a:xfrm>
          <a:custGeom>
            <a:rect b="b" l="l" r="r" t="t"/>
            <a:pathLst>
              <a:path extrusionOk="0" h="216" w="985">
                <a:moveTo>
                  <a:pt x="32" y="1"/>
                </a:moveTo>
                <a:lnTo>
                  <a:pt x="1" y="93"/>
                </a:lnTo>
                <a:lnTo>
                  <a:pt x="1" y="216"/>
                </a:lnTo>
                <a:lnTo>
                  <a:pt x="984" y="216"/>
                </a:lnTo>
                <a:lnTo>
                  <a:pt x="984" y="1"/>
                </a:lnTo>
                <a:close/>
              </a:path>
            </a:pathLst>
          </a:custGeom>
          <a:solidFill>
            <a:srgbClr val="F0D62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5"/>
          <p:cNvSpPr/>
          <p:nvPr/>
        </p:nvSpPr>
        <p:spPr>
          <a:xfrm>
            <a:off x="2195245" y="3104841"/>
            <a:ext cx="157912" cy="24794"/>
          </a:xfrm>
          <a:custGeom>
            <a:rect b="b" l="l" r="r" t="t"/>
            <a:pathLst>
              <a:path extrusionOk="0" h="309" w="1968">
                <a:moveTo>
                  <a:pt x="1" y="1"/>
                </a:moveTo>
                <a:lnTo>
                  <a:pt x="1" y="308"/>
                </a:lnTo>
                <a:lnTo>
                  <a:pt x="1967" y="308"/>
                </a:lnTo>
                <a:lnTo>
                  <a:pt x="1967" y="1"/>
                </a:lnTo>
                <a:close/>
              </a:path>
            </a:pathLst>
          </a:custGeom>
          <a:solidFill>
            <a:srgbClr val="42788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5"/>
          <p:cNvSpPr/>
          <p:nvPr/>
        </p:nvSpPr>
        <p:spPr>
          <a:xfrm>
            <a:off x="2274200" y="3104841"/>
            <a:ext cx="78956" cy="24794"/>
          </a:xfrm>
          <a:custGeom>
            <a:rect b="b" l="l" r="r" t="t"/>
            <a:pathLst>
              <a:path extrusionOk="0" h="309" w="984">
                <a:moveTo>
                  <a:pt x="0" y="1"/>
                </a:moveTo>
                <a:lnTo>
                  <a:pt x="0" y="308"/>
                </a:lnTo>
                <a:lnTo>
                  <a:pt x="983" y="308"/>
                </a:lnTo>
                <a:lnTo>
                  <a:pt x="983" y="1"/>
                </a:lnTo>
                <a:close/>
              </a:path>
            </a:pathLst>
          </a:custGeom>
          <a:solidFill>
            <a:srgbClr val="3264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5"/>
          <p:cNvSpPr/>
          <p:nvPr/>
        </p:nvSpPr>
        <p:spPr>
          <a:xfrm>
            <a:off x="2274200" y="3028454"/>
            <a:ext cx="59217" cy="59217"/>
          </a:xfrm>
          <a:custGeom>
            <a:rect b="b" l="l" r="r" t="t"/>
            <a:pathLst>
              <a:path extrusionOk="0" h="738" w="738">
                <a:moveTo>
                  <a:pt x="369" y="0"/>
                </a:moveTo>
                <a:lnTo>
                  <a:pt x="215" y="31"/>
                </a:lnTo>
                <a:lnTo>
                  <a:pt x="123" y="123"/>
                </a:lnTo>
                <a:lnTo>
                  <a:pt x="31" y="215"/>
                </a:lnTo>
                <a:lnTo>
                  <a:pt x="0" y="369"/>
                </a:lnTo>
                <a:lnTo>
                  <a:pt x="31" y="523"/>
                </a:lnTo>
                <a:lnTo>
                  <a:pt x="123" y="615"/>
                </a:lnTo>
                <a:lnTo>
                  <a:pt x="215" y="707"/>
                </a:lnTo>
                <a:lnTo>
                  <a:pt x="369" y="738"/>
                </a:lnTo>
                <a:lnTo>
                  <a:pt x="522" y="707"/>
                </a:lnTo>
                <a:lnTo>
                  <a:pt x="615" y="615"/>
                </a:lnTo>
                <a:lnTo>
                  <a:pt x="707" y="523"/>
                </a:lnTo>
                <a:lnTo>
                  <a:pt x="738" y="369"/>
                </a:lnTo>
                <a:lnTo>
                  <a:pt x="707" y="215"/>
                </a:lnTo>
                <a:lnTo>
                  <a:pt x="615" y="123"/>
                </a:lnTo>
                <a:lnTo>
                  <a:pt x="522" y="31"/>
                </a:lnTo>
                <a:lnTo>
                  <a:pt x="369" y="0"/>
                </a:lnTo>
                <a:close/>
              </a:path>
            </a:pathLst>
          </a:custGeom>
          <a:solidFill>
            <a:srgbClr val="B6EF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5"/>
          <p:cNvSpPr/>
          <p:nvPr/>
        </p:nvSpPr>
        <p:spPr>
          <a:xfrm>
            <a:off x="2274200" y="2749867"/>
            <a:ext cx="673133" cy="261422"/>
          </a:xfrm>
          <a:custGeom>
            <a:rect b="b" l="l" r="r" t="t"/>
            <a:pathLst>
              <a:path extrusionOk="0" h="3258" w="8389">
                <a:moveTo>
                  <a:pt x="6115" y="0"/>
                </a:moveTo>
                <a:lnTo>
                  <a:pt x="5838" y="31"/>
                </a:lnTo>
                <a:lnTo>
                  <a:pt x="5531" y="93"/>
                </a:lnTo>
                <a:lnTo>
                  <a:pt x="5285" y="185"/>
                </a:lnTo>
                <a:lnTo>
                  <a:pt x="5008" y="308"/>
                </a:lnTo>
                <a:lnTo>
                  <a:pt x="4793" y="461"/>
                </a:lnTo>
                <a:lnTo>
                  <a:pt x="4578" y="646"/>
                </a:lnTo>
                <a:lnTo>
                  <a:pt x="4394" y="830"/>
                </a:lnTo>
                <a:lnTo>
                  <a:pt x="4210" y="1076"/>
                </a:lnTo>
                <a:lnTo>
                  <a:pt x="4025" y="984"/>
                </a:lnTo>
                <a:lnTo>
                  <a:pt x="3841" y="953"/>
                </a:lnTo>
                <a:lnTo>
                  <a:pt x="3626" y="891"/>
                </a:lnTo>
                <a:lnTo>
                  <a:pt x="3411" y="891"/>
                </a:lnTo>
                <a:lnTo>
                  <a:pt x="3134" y="922"/>
                </a:lnTo>
                <a:lnTo>
                  <a:pt x="2888" y="984"/>
                </a:lnTo>
                <a:lnTo>
                  <a:pt x="2643" y="1076"/>
                </a:lnTo>
                <a:lnTo>
                  <a:pt x="2397" y="1199"/>
                </a:lnTo>
                <a:lnTo>
                  <a:pt x="2212" y="1352"/>
                </a:lnTo>
                <a:lnTo>
                  <a:pt x="2028" y="1537"/>
                </a:lnTo>
                <a:lnTo>
                  <a:pt x="1874" y="1752"/>
                </a:lnTo>
                <a:lnTo>
                  <a:pt x="1751" y="1998"/>
                </a:lnTo>
                <a:lnTo>
                  <a:pt x="1536" y="1936"/>
                </a:lnTo>
                <a:lnTo>
                  <a:pt x="1291" y="1905"/>
                </a:lnTo>
                <a:lnTo>
                  <a:pt x="1045" y="1936"/>
                </a:lnTo>
                <a:lnTo>
                  <a:pt x="799" y="2028"/>
                </a:lnTo>
                <a:lnTo>
                  <a:pt x="553" y="2151"/>
                </a:lnTo>
                <a:lnTo>
                  <a:pt x="369" y="2305"/>
                </a:lnTo>
                <a:lnTo>
                  <a:pt x="215" y="2520"/>
                </a:lnTo>
                <a:lnTo>
                  <a:pt x="92" y="2735"/>
                </a:lnTo>
                <a:lnTo>
                  <a:pt x="31" y="2981"/>
                </a:lnTo>
                <a:lnTo>
                  <a:pt x="0" y="3257"/>
                </a:lnTo>
                <a:lnTo>
                  <a:pt x="7405" y="3257"/>
                </a:lnTo>
                <a:lnTo>
                  <a:pt x="7589" y="3227"/>
                </a:lnTo>
                <a:lnTo>
                  <a:pt x="7774" y="3196"/>
                </a:lnTo>
                <a:lnTo>
                  <a:pt x="7958" y="3104"/>
                </a:lnTo>
                <a:lnTo>
                  <a:pt x="8081" y="2981"/>
                </a:lnTo>
                <a:lnTo>
                  <a:pt x="8204" y="2827"/>
                </a:lnTo>
                <a:lnTo>
                  <a:pt x="8296" y="2643"/>
                </a:lnTo>
                <a:lnTo>
                  <a:pt x="8358" y="2458"/>
                </a:lnTo>
                <a:lnTo>
                  <a:pt x="8388" y="2274"/>
                </a:lnTo>
                <a:lnTo>
                  <a:pt x="8388" y="2028"/>
                </a:lnTo>
                <a:lnTo>
                  <a:pt x="8327" y="1813"/>
                </a:lnTo>
                <a:lnTo>
                  <a:pt x="8296" y="1598"/>
                </a:lnTo>
                <a:lnTo>
                  <a:pt x="8204" y="1383"/>
                </a:lnTo>
                <a:lnTo>
                  <a:pt x="8112" y="1199"/>
                </a:lnTo>
                <a:lnTo>
                  <a:pt x="7989" y="1014"/>
                </a:lnTo>
                <a:lnTo>
                  <a:pt x="7866" y="830"/>
                </a:lnTo>
                <a:lnTo>
                  <a:pt x="7712" y="676"/>
                </a:lnTo>
                <a:lnTo>
                  <a:pt x="7559" y="523"/>
                </a:lnTo>
                <a:lnTo>
                  <a:pt x="7405" y="400"/>
                </a:lnTo>
                <a:lnTo>
                  <a:pt x="7190" y="277"/>
                </a:lnTo>
                <a:lnTo>
                  <a:pt x="7006" y="185"/>
                </a:lnTo>
                <a:lnTo>
                  <a:pt x="6790" y="123"/>
                </a:lnTo>
                <a:lnTo>
                  <a:pt x="6575" y="62"/>
                </a:lnTo>
                <a:lnTo>
                  <a:pt x="6360" y="31"/>
                </a:lnTo>
                <a:lnTo>
                  <a:pt x="6115" y="0"/>
                </a:lnTo>
                <a:close/>
              </a:path>
            </a:pathLst>
          </a:custGeom>
          <a:solidFill>
            <a:srgbClr val="B6EF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5"/>
          <p:cNvSpPr/>
          <p:nvPr/>
        </p:nvSpPr>
        <p:spPr>
          <a:xfrm>
            <a:off x="2402340" y="3035836"/>
            <a:ext cx="268804" cy="103670"/>
          </a:xfrm>
          <a:custGeom>
            <a:rect b="b" l="l" r="r" t="t"/>
            <a:pathLst>
              <a:path extrusionOk="0" h="1292" w="3350">
                <a:moveTo>
                  <a:pt x="2459" y="1"/>
                </a:moveTo>
                <a:lnTo>
                  <a:pt x="2213" y="31"/>
                </a:lnTo>
                <a:lnTo>
                  <a:pt x="1998" y="123"/>
                </a:lnTo>
                <a:lnTo>
                  <a:pt x="1814" y="246"/>
                </a:lnTo>
                <a:lnTo>
                  <a:pt x="1691" y="431"/>
                </a:lnTo>
                <a:lnTo>
                  <a:pt x="1537" y="369"/>
                </a:lnTo>
                <a:lnTo>
                  <a:pt x="1384" y="339"/>
                </a:lnTo>
                <a:lnTo>
                  <a:pt x="1168" y="369"/>
                </a:lnTo>
                <a:lnTo>
                  <a:pt x="953" y="461"/>
                </a:lnTo>
                <a:lnTo>
                  <a:pt x="800" y="615"/>
                </a:lnTo>
                <a:lnTo>
                  <a:pt x="708" y="799"/>
                </a:lnTo>
                <a:lnTo>
                  <a:pt x="523" y="738"/>
                </a:lnTo>
                <a:lnTo>
                  <a:pt x="431" y="769"/>
                </a:lnTo>
                <a:lnTo>
                  <a:pt x="308" y="799"/>
                </a:lnTo>
                <a:lnTo>
                  <a:pt x="247" y="830"/>
                </a:lnTo>
                <a:lnTo>
                  <a:pt x="154" y="922"/>
                </a:lnTo>
                <a:lnTo>
                  <a:pt x="93" y="984"/>
                </a:lnTo>
                <a:lnTo>
                  <a:pt x="62" y="1076"/>
                </a:lnTo>
                <a:lnTo>
                  <a:pt x="32" y="1168"/>
                </a:lnTo>
                <a:lnTo>
                  <a:pt x="1" y="1291"/>
                </a:lnTo>
                <a:lnTo>
                  <a:pt x="2951" y="1291"/>
                </a:lnTo>
                <a:lnTo>
                  <a:pt x="3104" y="1260"/>
                </a:lnTo>
                <a:lnTo>
                  <a:pt x="3227" y="1168"/>
                </a:lnTo>
                <a:lnTo>
                  <a:pt x="3319" y="1045"/>
                </a:lnTo>
                <a:lnTo>
                  <a:pt x="3350" y="892"/>
                </a:lnTo>
                <a:lnTo>
                  <a:pt x="3319" y="707"/>
                </a:lnTo>
                <a:lnTo>
                  <a:pt x="3289" y="554"/>
                </a:lnTo>
                <a:lnTo>
                  <a:pt x="3196" y="400"/>
                </a:lnTo>
                <a:lnTo>
                  <a:pt x="3073" y="246"/>
                </a:lnTo>
                <a:lnTo>
                  <a:pt x="2951" y="154"/>
                </a:lnTo>
                <a:lnTo>
                  <a:pt x="2797" y="62"/>
                </a:lnTo>
                <a:lnTo>
                  <a:pt x="2613" y="1"/>
                </a:lnTo>
                <a:close/>
              </a:path>
            </a:pathLst>
          </a:custGeom>
          <a:solidFill>
            <a:srgbClr val="B6EF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5"/>
          <p:cNvSpPr/>
          <p:nvPr/>
        </p:nvSpPr>
        <p:spPr>
          <a:xfrm>
            <a:off x="2106501" y="3972699"/>
            <a:ext cx="337891" cy="177571"/>
          </a:xfrm>
          <a:custGeom>
            <a:rect b="b" l="l" r="r" t="t"/>
            <a:pathLst>
              <a:path extrusionOk="0" h="2213" w="4211">
                <a:moveTo>
                  <a:pt x="1" y="0"/>
                </a:moveTo>
                <a:lnTo>
                  <a:pt x="1" y="2213"/>
                </a:lnTo>
                <a:lnTo>
                  <a:pt x="4210" y="2213"/>
                </a:lnTo>
                <a:lnTo>
                  <a:pt x="4210" y="0"/>
                </a:lnTo>
                <a:close/>
              </a:path>
            </a:pathLst>
          </a:custGeom>
          <a:solidFill>
            <a:srgbClr val="2A40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5"/>
          <p:cNvSpPr/>
          <p:nvPr/>
        </p:nvSpPr>
        <p:spPr>
          <a:xfrm>
            <a:off x="2106501" y="3972699"/>
            <a:ext cx="170189" cy="177571"/>
          </a:xfrm>
          <a:custGeom>
            <a:rect b="b" l="l" r="r" t="t"/>
            <a:pathLst>
              <a:path extrusionOk="0" h="2213" w="2121">
                <a:moveTo>
                  <a:pt x="1" y="0"/>
                </a:moveTo>
                <a:lnTo>
                  <a:pt x="1" y="2213"/>
                </a:lnTo>
                <a:lnTo>
                  <a:pt x="2121" y="2213"/>
                </a:lnTo>
                <a:lnTo>
                  <a:pt x="2121" y="0"/>
                </a:lnTo>
                <a:close/>
              </a:path>
            </a:pathLst>
          </a:custGeom>
          <a:solidFill>
            <a:srgbClr val="3E546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5"/>
          <p:cNvSpPr/>
          <p:nvPr/>
        </p:nvSpPr>
        <p:spPr>
          <a:xfrm>
            <a:off x="2345692" y="4058955"/>
            <a:ext cx="51835" cy="51915"/>
          </a:xfrm>
          <a:custGeom>
            <a:rect b="b" l="l" r="r" t="t"/>
            <a:pathLst>
              <a:path extrusionOk="0" h="647" w="646">
                <a:moveTo>
                  <a:pt x="307" y="1"/>
                </a:moveTo>
                <a:lnTo>
                  <a:pt x="185" y="32"/>
                </a:lnTo>
                <a:lnTo>
                  <a:pt x="92" y="93"/>
                </a:lnTo>
                <a:lnTo>
                  <a:pt x="31" y="185"/>
                </a:lnTo>
                <a:lnTo>
                  <a:pt x="0" y="308"/>
                </a:lnTo>
                <a:lnTo>
                  <a:pt x="31" y="431"/>
                </a:lnTo>
                <a:lnTo>
                  <a:pt x="92" y="554"/>
                </a:lnTo>
                <a:lnTo>
                  <a:pt x="185" y="615"/>
                </a:lnTo>
                <a:lnTo>
                  <a:pt x="307" y="646"/>
                </a:lnTo>
                <a:lnTo>
                  <a:pt x="430" y="615"/>
                </a:lnTo>
                <a:lnTo>
                  <a:pt x="553" y="554"/>
                </a:lnTo>
                <a:lnTo>
                  <a:pt x="615" y="431"/>
                </a:lnTo>
                <a:lnTo>
                  <a:pt x="645" y="308"/>
                </a:lnTo>
                <a:lnTo>
                  <a:pt x="615" y="185"/>
                </a:lnTo>
                <a:lnTo>
                  <a:pt x="553" y="93"/>
                </a:lnTo>
                <a:lnTo>
                  <a:pt x="430" y="32"/>
                </a:lnTo>
                <a:lnTo>
                  <a:pt x="307" y="1"/>
                </a:lnTo>
                <a:close/>
              </a:path>
            </a:pathLst>
          </a:custGeom>
          <a:solidFill>
            <a:srgbClr val="7D9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5"/>
          <p:cNvSpPr/>
          <p:nvPr/>
        </p:nvSpPr>
        <p:spPr>
          <a:xfrm>
            <a:off x="2348099" y="4061443"/>
            <a:ext cx="46940" cy="101183"/>
          </a:xfrm>
          <a:custGeom>
            <a:rect b="b" l="l" r="r" t="t"/>
            <a:pathLst>
              <a:path extrusionOk="0" h="1261" w="585">
                <a:moveTo>
                  <a:pt x="277" y="1"/>
                </a:moveTo>
                <a:lnTo>
                  <a:pt x="185" y="31"/>
                </a:lnTo>
                <a:lnTo>
                  <a:pt x="93" y="93"/>
                </a:lnTo>
                <a:lnTo>
                  <a:pt x="32" y="185"/>
                </a:lnTo>
                <a:lnTo>
                  <a:pt x="1" y="308"/>
                </a:lnTo>
                <a:lnTo>
                  <a:pt x="1" y="1260"/>
                </a:lnTo>
                <a:lnTo>
                  <a:pt x="585" y="1260"/>
                </a:lnTo>
                <a:lnTo>
                  <a:pt x="585" y="308"/>
                </a:lnTo>
                <a:lnTo>
                  <a:pt x="554" y="185"/>
                </a:lnTo>
                <a:lnTo>
                  <a:pt x="492" y="93"/>
                </a:lnTo>
                <a:lnTo>
                  <a:pt x="400" y="31"/>
                </a:lnTo>
                <a:lnTo>
                  <a:pt x="277" y="1"/>
                </a:lnTo>
                <a:close/>
              </a:path>
            </a:pathLst>
          </a:custGeom>
          <a:solidFill>
            <a:srgbClr val="A6C9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5"/>
          <p:cNvSpPr/>
          <p:nvPr/>
        </p:nvSpPr>
        <p:spPr>
          <a:xfrm>
            <a:off x="2348099" y="4061443"/>
            <a:ext cx="22307" cy="101183"/>
          </a:xfrm>
          <a:custGeom>
            <a:rect b="b" l="l" r="r" t="t"/>
            <a:pathLst>
              <a:path extrusionOk="0" h="1261" w="278">
                <a:moveTo>
                  <a:pt x="277" y="1"/>
                </a:moveTo>
                <a:lnTo>
                  <a:pt x="185" y="31"/>
                </a:lnTo>
                <a:lnTo>
                  <a:pt x="93" y="93"/>
                </a:lnTo>
                <a:lnTo>
                  <a:pt x="32" y="185"/>
                </a:lnTo>
                <a:lnTo>
                  <a:pt x="1" y="308"/>
                </a:lnTo>
                <a:lnTo>
                  <a:pt x="1" y="1260"/>
                </a:lnTo>
                <a:lnTo>
                  <a:pt x="277" y="1260"/>
                </a:lnTo>
                <a:lnTo>
                  <a:pt x="277" y="1"/>
                </a:lnTo>
                <a:close/>
              </a:path>
            </a:pathLst>
          </a:custGeom>
          <a:solidFill>
            <a:srgbClr val="C5D8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5"/>
          <p:cNvSpPr/>
          <p:nvPr/>
        </p:nvSpPr>
        <p:spPr>
          <a:xfrm>
            <a:off x="2345692" y="4160056"/>
            <a:ext cx="51835" cy="4975"/>
          </a:xfrm>
          <a:custGeom>
            <a:rect b="b" l="l" r="r" t="t"/>
            <a:pathLst>
              <a:path extrusionOk="0" h="62" w="646">
                <a:moveTo>
                  <a:pt x="31" y="1"/>
                </a:moveTo>
                <a:lnTo>
                  <a:pt x="0" y="31"/>
                </a:lnTo>
                <a:lnTo>
                  <a:pt x="31" y="62"/>
                </a:lnTo>
                <a:lnTo>
                  <a:pt x="615" y="62"/>
                </a:lnTo>
                <a:lnTo>
                  <a:pt x="645" y="31"/>
                </a:lnTo>
                <a:lnTo>
                  <a:pt x="615" y="1"/>
                </a:lnTo>
                <a:close/>
              </a:path>
            </a:pathLst>
          </a:custGeom>
          <a:solidFill>
            <a:srgbClr val="D3D3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5"/>
          <p:cNvSpPr/>
          <p:nvPr/>
        </p:nvSpPr>
        <p:spPr>
          <a:xfrm>
            <a:off x="2345692" y="4160056"/>
            <a:ext cx="24714" cy="4975"/>
          </a:xfrm>
          <a:custGeom>
            <a:rect b="b" l="l" r="r" t="t"/>
            <a:pathLst>
              <a:path extrusionOk="0" h="62" w="308">
                <a:moveTo>
                  <a:pt x="31" y="1"/>
                </a:moveTo>
                <a:lnTo>
                  <a:pt x="0" y="31"/>
                </a:lnTo>
                <a:lnTo>
                  <a:pt x="31" y="62"/>
                </a:lnTo>
                <a:lnTo>
                  <a:pt x="307" y="62"/>
                </a:lnTo>
                <a:lnTo>
                  <a:pt x="30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5"/>
          <p:cNvSpPr/>
          <p:nvPr/>
        </p:nvSpPr>
        <p:spPr>
          <a:xfrm>
            <a:off x="2138597" y="3994845"/>
            <a:ext cx="276186" cy="22307"/>
          </a:xfrm>
          <a:custGeom>
            <a:rect b="b" l="l" r="r" t="t"/>
            <a:pathLst>
              <a:path extrusionOk="0" h="278" w="3442">
                <a:moveTo>
                  <a:pt x="0" y="1"/>
                </a:moveTo>
                <a:lnTo>
                  <a:pt x="0" y="277"/>
                </a:lnTo>
                <a:lnTo>
                  <a:pt x="3441" y="277"/>
                </a:lnTo>
                <a:lnTo>
                  <a:pt x="344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5"/>
          <p:cNvSpPr/>
          <p:nvPr/>
        </p:nvSpPr>
        <p:spPr>
          <a:xfrm>
            <a:off x="2276607" y="3994845"/>
            <a:ext cx="138173" cy="22307"/>
          </a:xfrm>
          <a:custGeom>
            <a:rect b="b" l="l" r="r" t="t"/>
            <a:pathLst>
              <a:path extrusionOk="0" h="278" w="1722">
                <a:moveTo>
                  <a:pt x="1" y="1"/>
                </a:moveTo>
                <a:lnTo>
                  <a:pt x="1" y="277"/>
                </a:lnTo>
                <a:lnTo>
                  <a:pt x="1721" y="277"/>
                </a:lnTo>
                <a:lnTo>
                  <a:pt x="1721"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5"/>
          <p:cNvSpPr/>
          <p:nvPr/>
        </p:nvSpPr>
        <p:spPr>
          <a:xfrm>
            <a:off x="2276607" y="4031835"/>
            <a:ext cx="138173" cy="22307"/>
          </a:xfrm>
          <a:custGeom>
            <a:rect b="b" l="l" r="r" t="t"/>
            <a:pathLst>
              <a:path extrusionOk="0" h="278" w="1722">
                <a:moveTo>
                  <a:pt x="1" y="1"/>
                </a:moveTo>
                <a:lnTo>
                  <a:pt x="1" y="277"/>
                </a:lnTo>
                <a:lnTo>
                  <a:pt x="1721" y="277"/>
                </a:lnTo>
                <a:lnTo>
                  <a:pt x="1721"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5"/>
          <p:cNvSpPr/>
          <p:nvPr/>
        </p:nvSpPr>
        <p:spPr>
          <a:xfrm>
            <a:off x="2138597" y="4031835"/>
            <a:ext cx="276186" cy="22307"/>
          </a:xfrm>
          <a:custGeom>
            <a:rect b="b" l="l" r="r" t="t"/>
            <a:pathLst>
              <a:path extrusionOk="0" h="278" w="3442">
                <a:moveTo>
                  <a:pt x="0" y="1"/>
                </a:moveTo>
                <a:lnTo>
                  <a:pt x="0" y="277"/>
                </a:lnTo>
                <a:lnTo>
                  <a:pt x="3441" y="277"/>
                </a:lnTo>
                <a:lnTo>
                  <a:pt x="344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5"/>
          <p:cNvSpPr/>
          <p:nvPr/>
        </p:nvSpPr>
        <p:spPr>
          <a:xfrm>
            <a:off x="2244592" y="4068825"/>
            <a:ext cx="64192" cy="81444"/>
          </a:xfrm>
          <a:custGeom>
            <a:rect b="b" l="l" r="r" t="t"/>
            <a:pathLst>
              <a:path extrusionOk="0" h="1015" w="800">
                <a:moveTo>
                  <a:pt x="400" y="1"/>
                </a:moveTo>
                <a:lnTo>
                  <a:pt x="246" y="31"/>
                </a:lnTo>
                <a:lnTo>
                  <a:pt x="123" y="124"/>
                </a:lnTo>
                <a:lnTo>
                  <a:pt x="31" y="247"/>
                </a:lnTo>
                <a:lnTo>
                  <a:pt x="0" y="400"/>
                </a:lnTo>
                <a:lnTo>
                  <a:pt x="0" y="1015"/>
                </a:lnTo>
                <a:lnTo>
                  <a:pt x="799" y="1015"/>
                </a:lnTo>
                <a:lnTo>
                  <a:pt x="799" y="400"/>
                </a:lnTo>
                <a:lnTo>
                  <a:pt x="769" y="247"/>
                </a:lnTo>
                <a:lnTo>
                  <a:pt x="676" y="124"/>
                </a:lnTo>
                <a:lnTo>
                  <a:pt x="553" y="31"/>
                </a:lnTo>
                <a:lnTo>
                  <a:pt x="400"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5"/>
          <p:cNvSpPr/>
          <p:nvPr/>
        </p:nvSpPr>
        <p:spPr>
          <a:xfrm>
            <a:off x="2244592" y="4068825"/>
            <a:ext cx="32096" cy="81444"/>
          </a:xfrm>
          <a:custGeom>
            <a:rect b="b" l="l" r="r" t="t"/>
            <a:pathLst>
              <a:path extrusionOk="0" h="1015" w="400">
                <a:moveTo>
                  <a:pt x="400" y="1"/>
                </a:moveTo>
                <a:lnTo>
                  <a:pt x="246" y="31"/>
                </a:lnTo>
                <a:lnTo>
                  <a:pt x="123" y="124"/>
                </a:lnTo>
                <a:lnTo>
                  <a:pt x="31" y="247"/>
                </a:lnTo>
                <a:lnTo>
                  <a:pt x="0" y="400"/>
                </a:lnTo>
                <a:lnTo>
                  <a:pt x="0" y="1015"/>
                </a:lnTo>
                <a:lnTo>
                  <a:pt x="400" y="1015"/>
                </a:lnTo>
                <a:lnTo>
                  <a:pt x="40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5"/>
          <p:cNvSpPr/>
          <p:nvPr/>
        </p:nvSpPr>
        <p:spPr>
          <a:xfrm>
            <a:off x="1675059" y="3454921"/>
            <a:ext cx="453757" cy="695360"/>
          </a:xfrm>
          <a:custGeom>
            <a:rect b="b" l="l" r="r" t="t"/>
            <a:pathLst>
              <a:path extrusionOk="0" h="8666" w="5655">
                <a:moveTo>
                  <a:pt x="1445" y="1"/>
                </a:moveTo>
                <a:lnTo>
                  <a:pt x="1322" y="646"/>
                </a:lnTo>
                <a:lnTo>
                  <a:pt x="1261" y="1046"/>
                </a:lnTo>
                <a:lnTo>
                  <a:pt x="1199" y="1445"/>
                </a:lnTo>
                <a:lnTo>
                  <a:pt x="1138" y="1845"/>
                </a:lnTo>
                <a:lnTo>
                  <a:pt x="1076" y="2244"/>
                </a:lnTo>
                <a:lnTo>
                  <a:pt x="1015" y="2613"/>
                </a:lnTo>
                <a:lnTo>
                  <a:pt x="1" y="8666"/>
                </a:lnTo>
                <a:lnTo>
                  <a:pt x="5654" y="8666"/>
                </a:lnTo>
                <a:lnTo>
                  <a:pt x="4671" y="2613"/>
                </a:lnTo>
                <a:lnTo>
                  <a:pt x="4610" y="2244"/>
                </a:lnTo>
                <a:lnTo>
                  <a:pt x="4548" y="1845"/>
                </a:lnTo>
                <a:lnTo>
                  <a:pt x="4456" y="1445"/>
                </a:lnTo>
                <a:lnTo>
                  <a:pt x="4395" y="1046"/>
                </a:lnTo>
                <a:lnTo>
                  <a:pt x="4333" y="646"/>
                </a:lnTo>
                <a:lnTo>
                  <a:pt x="4241"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5"/>
          <p:cNvSpPr/>
          <p:nvPr/>
        </p:nvSpPr>
        <p:spPr>
          <a:xfrm>
            <a:off x="1675059" y="3454921"/>
            <a:ext cx="226919" cy="695360"/>
          </a:xfrm>
          <a:custGeom>
            <a:rect b="b" l="l" r="r" t="t"/>
            <a:pathLst>
              <a:path extrusionOk="0" h="8666" w="2828">
                <a:moveTo>
                  <a:pt x="1445" y="1"/>
                </a:moveTo>
                <a:lnTo>
                  <a:pt x="1" y="8666"/>
                </a:lnTo>
                <a:lnTo>
                  <a:pt x="2828" y="8666"/>
                </a:lnTo>
                <a:lnTo>
                  <a:pt x="2828"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5"/>
          <p:cNvSpPr/>
          <p:nvPr/>
        </p:nvSpPr>
        <p:spPr>
          <a:xfrm>
            <a:off x="1776160" y="3506755"/>
            <a:ext cx="251552" cy="32096"/>
          </a:xfrm>
          <a:custGeom>
            <a:rect b="b" l="l" r="r" t="t"/>
            <a:pathLst>
              <a:path extrusionOk="0" h="400" w="3135">
                <a:moveTo>
                  <a:pt x="62" y="0"/>
                </a:moveTo>
                <a:lnTo>
                  <a:pt x="1" y="400"/>
                </a:lnTo>
                <a:lnTo>
                  <a:pt x="3135" y="400"/>
                </a:lnTo>
                <a:lnTo>
                  <a:pt x="3073" y="0"/>
                </a:lnTo>
                <a:close/>
              </a:path>
            </a:pathLst>
          </a:custGeom>
          <a:solidFill>
            <a:srgbClr val="93AF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5"/>
          <p:cNvSpPr/>
          <p:nvPr/>
        </p:nvSpPr>
        <p:spPr>
          <a:xfrm>
            <a:off x="1766290" y="3570865"/>
            <a:ext cx="273779" cy="32096"/>
          </a:xfrm>
          <a:custGeom>
            <a:rect b="b" l="l" r="r" t="t"/>
            <a:pathLst>
              <a:path extrusionOk="0" h="400" w="3412">
                <a:moveTo>
                  <a:pt x="62" y="0"/>
                </a:moveTo>
                <a:lnTo>
                  <a:pt x="1" y="400"/>
                </a:lnTo>
                <a:lnTo>
                  <a:pt x="3411" y="400"/>
                </a:lnTo>
                <a:lnTo>
                  <a:pt x="3319" y="0"/>
                </a:lnTo>
                <a:close/>
              </a:path>
            </a:pathLst>
          </a:custGeom>
          <a:solidFill>
            <a:srgbClr val="93AF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5"/>
          <p:cNvSpPr/>
          <p:nvPr/>
        </p:nvSpPr>
        <p:spPr>
          <a:xfrm>
            <a:off x="1756421" y="3634896"/>
            <a:ext cx="293518" cy="29689"/>
          </a:xfrm>
          <a:custGeom>
            <a:rect b="b" l="l" r="r" t="t"/>
            <a:pathLst>
              <a:path extrusionOk="0" h="370" w="3658">
                <a:moveTo>
                  <a:pt x="62" y="1"/>
                </a:moveTo>
                <a:lnTo>
                  <a:pt x="1" y="370"/>
                </a:lnTo>
                <a:lnTo>
                  <a:pt x="3657" y="370"/>
                </a:lnTo>
                <a:lnTo>
                  <a:pt x="3596" y="1"/>
                </a:lnTo>
                <a:close/>
              </a:path>
            </a:pathLst>
          </a:custGeom>
          <a:solidFill>
            <a:srgbClr val="93AF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5"/>
          <p:cNvSpPr/>
          <p:nvPr/>
        </p:nvSpPr>
        <p:spPr>
          <a:xfrm>
            <a:off x="1776160" y="3506755"/>
            <a:ext cx="125816" cy="32096"/>
          </a:xfrm>
          <a:custGeom>
            <a:rect b="b" l="l" r="r" t="t"/>
            <a:pathLst>
              <a:path extrusionOk="0" h="400" w="1568">
                <a:moveTo>
                  <a:pt x="62" y="0"/>
                </a:moveTo>
                <a:lnTo>
                  <a:pt x="1" y="400"/>
                </a:lnTo>
                <a:lnTo>
                  <a:pt x="1568" y="400"/>
                </a:lnTo>
                <a:lnTo>
                  <a:pt x="1568" y="0"/>
                </a:lnTo>
                <a:close/>
              </a:path>
            </a:pathLst>
          </a:custGeom>
          <a:solidFill>
            <a:srgbClr val="A6C9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5"/>
          <p:cNvSpPr/>
          <p:nvPr/>
        </p:nvSpPr>
        <p:spPr>
          <a:xfrm>
            <a:off x="1766290" y="3570865"/>
            <a:ext cx="135686" cy="32096"/>
          </a:xfrm>
          <a:custGeom>
            <a:rect b="b" l="l" r="r" t="t"/>
            <a:pathLst>
              <a:path extrusionOk="0" h="400" w="1691">
                <a:moveTo>
                  <a:pt x="62" y="0"/>
                </a:moveTo>
                <a:lnTo>
                  <a:pt x="1" y="400"/>
                </a:lnTo>
                <a:lnTo>
                  <a:pt x="1691" y="400"/>
                </a:lnTo>
                <a:lnTo>
                  <a:pt x="1691" y="0"/>
                </a:lnTo>
                <a:close/>
              </a:path>
            </a:pathLst>
          </a:custGeom>
          <a:solidFill>
            <a:srgbClr val="A6C9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5"/>
          <p:cNvSpPr/>
          <p:nvPr/>
        </p:nvSpPr>
        <p:spPr>
          <a:xfrm>
            <a:off x="1756421" y="3634896"/>
            <a:ext cx="145555" cy="29689"/>
          </a:xfrm>
          <a:custGeom>
            <a:rect b="b" l="l" r="r" t="t"/>
            <a:pathLst>
              <a:path extrusionOk="0" h="370" w="1814">
                <a:moveTo>
                  <a:pt x="62" y="1"/>
                </a:moveTo>
                <a:lnTo>
                  <a:pt x="1" y="370"/>
                </a:lnTo>
                <a:lnTo>
                  <a:pt x="1814" y="370"/>
                </a:lnTo>
                <a:lnTo>
                  <a:pt x="1814" y="1"/>
                </a:lnTo>
                <a:close/>
              </a:path>
            </a:pathLst>
          </a:custGeom>
          <a:solidFill>
            <a:srgbClr val="A6C9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5"/>
          <p:cNvSpPr/>
          <p:nvPr/>
        </p:nvSpPr>
        <p:spPr>
          <a:xfrm>
            <a:off x="1771265" y="3427801"/>
            <a:ext cx="261342" cy="27201"/>
          </a:xfrm>
          <a:custGeom>
            <a:rect b="b" l="l" r="r" t="t"/>
            <a:pathLst>
              <a:path extrusionOk="0" h="339" w="3257">
                <a:moveTo>
                  <a:pt x="0" y="1"/>
                </a:moveTo>
                <a:lnTo>
                  <a:pt x="0" y="339"/>
                </a:lnTo>
                <a:lnTo>
                  <a:pt x="3257" y="339"/>
                </a:lnTo>
                <a:lnTo>
                  <a:pt x="3257"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5"/>
          <p:cNvSpPr/>
          <p:nvPr/>
        </p:nvSpPr>
        <p:spPr>
          <a:xfrm>
            <a:off x="1901893" y="3427801"/>
            <a:ext cx="130711" cy="27201"/>
          </a:xfrm>
          <a:custGeom>
            <a:rect b="b" l="l" r="r" t="t"/>
            <a:pathLst>
              <a:path extrusionOk="0" h="339" w="1629">
                <a:moveTo>
                  <a:pt x="1" y="1"/>
                </a:moveTo>
                <a:lnTo>
                  <a:pt x="1" y="339"/>
                </a:lnTo>
                <a:lnTo>
                  <a:pt x="1629" y="339"/>
                </a:lnTo>
                <a:lnTo>
                  <a:pt x="1629" y="1"/>
                </a:lnTo>
                <a:close/>
              </a:path>
            </a:pathLst>
          </a:custGeom>
          <a:solidFill>
            <a:srgbClr val="D6D6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5"/>
          <p:cNvSpPr/>
          <p:nvPr/>
        </p:nvSpPr>
        <p:spPr>
          <a:xfrm>
            <a:off x="1717024" y="3028454"/>
            <a:ext cx="369826" cy="369906"/>
          </a:xfrm>
          <a:custGeom>
            <a:rect b="b" l="l" r="r" t="t"/>
            <a:pathLst>
              <a:path extrusionOk="0" h="4610" w="4609">
                <a:moveTo>
                  <a:pt x="2305" y="0"/>
                </a:moveTo>
                <a:lnTo>
                  <a:pt x="2059" y="31"/>
                </a:lnTo>
                <a:lnTo>
                  <a:pt x="1844" y="62"/>
                </a:lnTo>
                <a:lnTo>
                  <a:pt x="1629" y="123"/>
                </a:lnTo>
                <a:lnTo>
                  <a:pt x="1413" y="185"/>
                </a:lnTo>
                <a:lnTo>
                  <a:pt x="1198" y="277"/>
                </a:lnTo>
                <a:lnTo>
                  <a:pt x="1014" y="400"/>
                </a:lnTo>
                <a:lnTo>
                  <a:pt x="830" y="523"/>
                </a:lnTo>
                <a:lnTo>
                  <a:pt x="676" y="676"/>
                </a:lnTo>
                <a:lnTo>
                  <a:pt x="522" y="861"/>
                </a:lnTo>
                <a:lnTo>
                  <a:pt x="400" y="1014"/>
                </a:lnTo>
                <a:lnTo>
                  <a:pt x="277" y="1199"/>
                </a:lnTo>
                <a:lnTo>
                  <a:pt x="184" y="1414"/>
                </a:lnTo>
                <a:lnTo>
                  <a:pt x="92" y="1629"/>
                </a:lnTo>
                <a:lnTo>
                  <a:pt x="62" y="1844"/>
                </a:lnTo>
                <a:lnTo>
                  <a:pt x="0" y="2090"/>
                </a:lnTo>
                <a:lnTo>
                  <a:pt x="0" y="2305"/>
                </a:lnTo>
                <a:lnTo>
                  <a:pt x="0" y="2551"/>
                </a:lnTo>
                <a:lnTo>
                  <a:pt x="62" y="2766"/>
                </a:lnTo>
                <a:lnTo>
                  <a:pt x="92" y="3012"/>
                </a:lnTo>
                <a:lnTo>
                  <a:pt x="184" y="3196"/>
                </a:lnTo>
                <a:lnTo>
                  <a:pt x="277" y="3411"/>
                </a:lnTo>
                <a:lnTo>
                  <a:pt x="400" y="3595"/>
                </a:lnTo>
                <a:lnTo>
                  <a:pt x="522" y="3780"/>
                </a:lnTo>
                <a:lnTo>
                  <a:pt x="676" y="3933"/>
                </a:lnTo>
                <a:lnTo>
                  <a:pt x="830" y="4087"/>
                </a:lnTo>
                <a:lnTo>
                  <a:pt x="1014" y="4210"/>
                </a:lnTo>
                <a:lnTo>
                  <a:pt x="1198" y="4333"/>
                </a:lnTo>
                <a:lnTo>
                  <a:pt x="1413" y="4425"/>
                </a:lnTo>
                <a:lnTo>
                  <a:pt x="1629" y="4517"/>
                </a:lnTo>
                <a:lnTo>
                  <a:pt x="1844" y="4579"/>
                </a:lnTo>
                <a:lnTo>
                  <a:pt x="2059" y="4609"/>
                </a:lnTo>
                <a:lnTo>
                  <a:pt x="2550" y="4609"/>
                </a:lnTo>
                <a:lnTo>
                  <a:pt x="2765" y="4579"/>
                </a:lnTo>
                <a:lnTo>
                  <a:pt x="2980" y="4517"/>
                </a:lnTo>
                <a:lnTo>
                  <a:pt x="3196" y="4425"/>
                </a:lnTo>
                <a:lnTo>
                  <a:pt x="3411" y="4333"/>
                </a:lnTo>
                <a:lnTo>
                  <a:pt x="3595" y="4210"/>
                </a:lnTo>
                <a:lnTo>
                  <a:pt x="3779" y="4087"/>
                </a:lnTo>
                <a:lnTo>
                  <a:pt x="3933" y="3933"/>
                </a:lnTo>
                <a:lnTo>
                  <a:pt x="4087" y="3780"/>
                </a:lnTo>
                <a:lnTo>
                  <a:pt x="4210" y="3595"/>
                </a:lnTo>
                <a:lnTo>
                  <a:pt x="4332" y="3411"/>
                </a:lnTo>
                <a:lnTo>
                  <a:pt x="4425" y="3196"/>
                </a:lnTo>
                <a:lnTo>
                  <a:pt x="4517" y="3012"/>
                </a:lnTo>
                <a:lnTo>
                  <a:pt x="4578" y="2766"/>
                </a:lnTo>
                <a:lnTo>
                  <a:pt x="4609" y="2551"/>
                </a:lnTo>
                <a:lnTo>
                  <a:pt x="4609" y="2305"/>
                </a:lnTo>
                <a:lnTo>
                  <a:pt x="4609" y="2090"/>
                </a:lnTo>
                <a:lnTo>
                  <a:pt x="4578" y="1844"/>
                </a:lnTo>
                <a:lnTo>
                  <a:pt x="4517" y="1629"/>
                </a:lnTo>
                <a:lnTo>
                  <a:pt x="4425" y="1414"/>
                </a:lnTo>
                <a:lnTo>
                  <a:pt x="4332" y="1199"/>
                </a:lnTo>
                <a:lnTo>
                  <a:pt x="4210" y="1014"/>
                </a:lnTo>
                <a:lnTo>
                  <a:pt x="4087" y="861"/>
                </a:lnTo>
                <a:lnTo>
                  <a:pt x="3933" y="676"/>
                </a:lnTo>
                <a:lnTo>
                  <a:pt x="3779" y="523"/>
                </a:lnTo>
                <a:lnTo>
                  <a:pt x="3595" y="400"/>
                </a:lnTo>
                <a:lnTo>
                  <a:pt x="3411" y="277"/>
                </a:lnTo>
                <a:lnTo>
                  <a:pt x="3196" y="185"/>
                </a:lnTo>
                <a:lnTo>
                  <a:pt x="2980" y="123"/>
                </a:lnTo>
                <a:lnTo>
                  <a:pt x="2765" y="62"/>
                </a:lnTo>
                <a:lnTo>
                  <a:pt x="2550" y="31"/>
                </a:lnTo>
                <a:lnTo>
                  <a:pt x="2305" y="0"/>
                </a:lnTo>
                <a:close/>
              </a:path>
            </a:pathLst>
          </a:custGeom>
          <a:solidFill>
            <a:srgbClr val="B6EF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5"/>
          <p:cNvSpPr/>
          <p:nvPr/>
        </p:nvSpPr>
        <p:spPr>
          <a:xfrm>
            <a:off x="1850139" y="3168952"/>
            <a:ext cx="197310" cy="197310"/>
          </a:xfrm>
          <a:custGeom>
            <a:rect b="b" l="l" r="r" t="t"/>
            <a:pathLst>
              <a:path extrusionOk="0" h="2459" w="2459">
                <a:moveTo>
                  <a:pt x="2458" y="1"/>
                </a:moveTo>
                <a:lnTo>
                  <a:pt x="2059" y="32"/>
                </a:lnTo>
                <a:lnTo>
                  <a:pt x="1721" y="93"/>
                </a:lnTo>
                <a:lnTo>
                  <a:pt x="1414" y="154"/>
                </a:lnTo>
                <a:lnTo>
                  <a:pt x="1137" y="216"/>
                </a:lnTo>
                <a:lnTo>
                  <a:pt x="861" y="339"/>
                </a:lnTo>
                <a:lnTo>
                  <a:pt x="584" y="492"/>
                </a:lnTo>
                <a:lnTo>
                  <a:pt x="338" y="677"/>
                </a:lnTo>
                <a:lnTo>
                  <a:pt x="185" y="892"/>
                </a:lnTo>
                <a:lnTo>
                  <a:pt x="62" y="1076"/>
                </a:lnTo>
                <a:lnTo>
                  <a:pt x="0" y="1322"/>
                </a:lnTo>
                <a:lnTo>
                  <a:pt x="0" y="1537"/>
                </a:lnTo>
                <a:lnTo>
                  <a:pt x="0" y="1660"/>
                </a:lnTo>
                <a:lnTo>
                  <a:pt x="31" y="1721"/>
                </a:lnTo>
                <a:lnTo>
                  <a:pt x="31" y="1783"/>
                </a:lnTo>
                <a:lnTo>
                  <a:pt x="123" y="1967"/>
                </a:lnTo>
                <a:lnTo>
                  <a:pt x="185" y="2059"/>
                </a:lnTo>
                <a:lnTo>
                  <a:pt x="215" y="2090"/>
                </a:lnTo>
                <a:lnTo>
                  <a:pt x="246" y="2121"/>
                </a:lnTo>
                <a:lnTo>
                  <a:pt x="62" y="2274"/>
                </a:lnTo>
                <a:lnTo>
                  <a:pt x="185" y="2367"/>
                </a:lnTo>
                <a:lnTo>
                  <a:pt x="338" y="2213"/>
                </a:lnTo>
                <a:lnTo>
                  <a:pt x="553" y="2367"/>
                </a:lnTo>
                <a:lnTo>
                  <a:pt x="676" y="2428"/>
                </a:lnTo>
                <a:lnTo>
                  <a:pt x="799" y="2459"/>
                </a:lnTo>
                <a:lnTo>
                  <a:pt x="1076" y="2459"/>
                </a:lnTo>
                <a:lnTo>
                  <a:pt x="1229" y="2428"/>
                </a:lnTo>
                <a:lnTo>
                  <a:pt x="1383" y="2367"/>
                </a:lnTo>
                <a:lnTo>
                  <a:pt x="1475" y="2336"/>
                </a:lnTo>
                <a:lnTo>
                  <a:pt x="1598" y="2244"/>
                </a:lnTo>
                <a:lnTo>
                  <a:pt x="1752" y="2121"/>
                </a:lnTo>
                <a:lnTo>
                  <a:pt x="1875" y="1967"/>
                </a:lnTo>
                <a:lnTo>
                  <a:pt x="1997" y="1814"/>
                </a:lnTo>
                <a:lnTo>
                  <a:pt x="2151" y="1476"/>
                </a:lnTo>
                <a:lnTo>
                  <a:pt x="2305" y="1076"/>
                </a:lnTo>
                <a:lnTo>
                  <a:pt x="2397" y="585"/>
                </a:lnTo>
                <a:lnTo>
                  <a:pt x="2458" y="1"/>
                </a:lnTo>
                <a:close/>
              </a:path>
            </a:pathLst>
          </a:custGeom>
          <a:solidFill>
            <a:srgbClr val="7AB0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5"/>
          <p:cNvSpPr/>
          <p:nvPr/>
        </p:nvSpPr>
        <p:spPr>
          <a:xfrm>
            <a:off x="1850139" y="3168952"/>
            <a:ext cx="197310" cy="185033"/>
          </a:xfrm>
          <a:custGeom>
            <a:rect b="b" l="l" r="r" t="t"/>
            <a:pathLst>
              <a:path extrusionOk="0" h="2306" w="2459">
                <a:moveTo>
                  <a:pt x="2458" y="1"/>
                </a:moveTo>
                <a:lnTo>
                  <a:pt x="2059" y="32"/>
                </a:lnTo>
                <a:lnTo>
                  <a:pt x="1721" y="93"/>
                </a:lnTo>
                <a:lnTo>
                  <a:pt x="1414" y="154"/>
                </a:lnTo>
                <a:lnTo>
                  <a:pt x="1137" y="216"/>
                </a:lnTo>
                <a:lnTo>
                  <a:pt x="861" y="339"/>
                </a:lnTo>
                <a:lnTo>
                  <a:pt x="584" y="492"/>
                </a:lnTo>
                <a:lnTo>
                  <a:pt x="338" y="677"/>
                </a:lnTo>
                <a:lnTo>
                  <a:pt x="185" y="892"/>
                </a:lnTo>
                <a:lnTo>
                  <a:pt x="62" y="1076"/>
                </a:lnTo>
                <a:lnTo>
                  <a:pt x="0" y="1322"/>
                </a:lnTo>
                <a:lnTo>
                  <a:pt x="0" y="1537"/>
                </a:lnTo>
                <a:lnTo>
                  <a:pt x="31" y="1721"/>
                </a:lnTo>
                <a:lnTo>
                  <a:pt x="31" y="1783"/>
                </a:lnTo>
                <a:lnTo>
                  <a:pt x="123" y="1967"/>
                </a:lnTo>
                <a:lnTo>
                  <a:pt x="185" y="2059"/>
                </a:lnTo>
                <a:lnTo>
                  <a:pt x="246" y="2121"/>
                </a:lnTo>
                <a:lnTo>
                  <a:pt x="62" y="2274"/>
                </a:lnTo>
                <a:lnTo>
                  <a:pt x="123" y="2305"/>
                </a:lnTo>
                <a:lnTo>
                  <a:pt x="2458" y="1"/>
                </a:lnTo>
                <a:close/>
              </a:path>
            </a:pathLst>
          </a:custGeom>
          <a:solidFill>
            <a:srgbClr val="A6C9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5"/>
          <p:cNvSpPr/>
          <p:nvPr/>
        </p:nvSpPr>
        <p:spPr>
          <a:xfrm>
            <a:off x="1919144" y="3186203"/>
            <a:ext cx="46940" cy="81444"/>
          </a:xfrm>
          <a:custGeom>
            <a:rect b="b" l="l" r="r" t="t"/>
            <a:pathLst>
              <a:path extrusionOk="0" h="1015" w="585">
                <a:moveTo>
                  <a:pt x="277" y="1"/>
                </a:moveTo>
                <a:lnTo>
                  <a:pt x="1" y="124"/>
                </a:lnTo>
                <a:lnTo>
                  <a:pt x="369" y="1015"/>
                </a:lnTo>
                <a:lnTo>
                  <a:pt x="584" y="769"/>
                </a:lnTo>
                <a:lnTo>
                  <a:pt x="277" y="1"/>
                </a:lnTo>
                <a:close/>
              </a:path>
            </a:pathLst>
          </a:custGeom>
          <a:solidFill>
            <a:srgbClr val="93BE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5"/>
          <p:cNvSpPr/>
          <p:nvPr/>
        </p:nvSpPr>
        <p:spPr>
          <a:xfrm>
            <a:off x="1889536" y="3282409"/>
            <a:ext cx="120922" cy="73981"/>
          </a:xfrm>
          <a:custGeom>
            <a:rect b="b" l="l" r="r" t="t"/>
            <a:pathLst>
              <a:path extrusionOk="0" h="922" w="1507">
                <a:moveTo>
                  <a:pt x="554" y="0"/>
                </a:moveTo>
                <a:lnTo>
                  <a:pt x="1" y="523"/>
                </a:lnTo>
                <a:lnTo>
                  <a:pt x="984" y="922"/>
                </a:lnTo>
                <a:lnTo>
                  <a:pt x="1107" y="830"/>
                </a:lnTo>
                <a:lnTo>
                  <a:pt x="1261" y="707"/>
                </a:lnTo>
                <a:lnTo>
                  <a:pt x="1384" y="553"/>
                </a:lnTo>
                <a:lnTo>
                  <a:pt x="1506" y="400"/>
                </a:lnTo>
                <a:lnTo>
                  <a:pt x="554" y="0"/>
                </a:lnTo>
                <a:close/>
              </a:path>
            </a:pathLst>
          </a:custGeom>
          <a:solidFill>
            <a:srgbClr val="6496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5"/>
          <p:cNvSpPr/>
          <p:nvPr/>
        </p:nvSpPr>
        <p:spPr>
          <a:xfrm>
            <a:off x="1766290" y="3107329"/>
            <a:ext cx="111052" cy="111052"/>
          </a:xfrm>
          <a:custGeom>
            <a:rect b="b" l="l" r="r" t="t"/>
            <a:pathLst>
              <a:path extrusionOk="0" h="1384" w="1384">
                <a:moveTo>
                  <a:pt x="1" y="1"/>
                </a:moveTo>
                <a:lnTo>
                  <a:pt x="62" y="339"/>
                </a:lnTo>
                <a:lnTo>
                  <a:pt x="93" y="615"/>
                </a:lnTo>
                <a:lnTo>
                  <a:pt x="185" y="830"/>
                </a:lnTo>
                <a:lnTo>
                  <a:pt x="277" y="1015"/>
                </a:lnTo>
                <a:lnTo>
                  <a:pt x="400" y="1199"/>
                </a:lnTo>
                <a:lnTo>
                  <a:pt x="554" y="1291"/>
                </a:lnTo>
                <a:lnTo>
                  <a:pt x="615" y="1322"/>
                </a:lnTo>
                <a:lnTo>
                  <a:pt x="769" y="1383"/>
                </a:lnTo>
                <a:lnTo>
                  <a:pt x="922" y="1353"/>
                </a:lnTo>
                <a:lnTo>
                  <a:pt x="1076" y="1322"/>
                </a:lnTo>
                <a:lnTo>
                  <a:pt x="1199" y="1230"/>
                </a:lnTo>
                <a:lnTo>
                  <a:pt x="1260" y="1322"/>
                </a:lnTo>
                <a:lnTo>
                  <a:pt x="1322" y="1260"/>
                </a:lnTo>
                <a:lnTo>
                  <a:pt x="1230" y="1199"/>
                </a:lnTo>
                <a:lnTo>
                  <a:pt x="1260" y="1168"/>
                </a:lnTo>
                <a:lnTo>
                  <a:pt x="1260" y="1137"/>
                </a:lnTo>
                <a:lnTo>
                  <a:pt x="1291" y="1107"/>
                </a:lnTo>
                <a:lnTo>
                  <a:pt x="1353" y="984"/>
                </a:lnTo>
                <a:lnTo>
                  <a:pt x="1353" y="953"/>
                </a:lnTo>
                <a:lnTo>
                  <a:pt x="1353" y="922"/>
                </a:lnTo>
                <a:lnTo>
                  <a:pt x="1383" y="861"/>
                </a:lnTo>
                <a:lnTo>
                  <a:pt x="1353" y="738"/>
                </a:lnTo>
                <a:lnTo>
                  <a:pt x="1322" y="615"/>
                </a:lnTo>
                <a:lnTo>
                  <a:pt x="1260" y="492"/>
                </a:lnTo>
                <a:lnTo>
                  <a:pt x="1168" y="400"/>
                </a:lnTo>
                <a:lnTo>
                  <a:pt x="1045" y="277"/>
                </a:lnTo>
                <a:lnTo>
                  <a:pt x="892" y="216"/>
                </a:lnTo>
                <a:lnTo>
                  <a:pt x="738" y="154"/>
                </a:lnTo>
                <a:lnTo>
                  <a:pt x="431" y="62"/>
                </a:lnTo>
                <a:lnTo>
                  <a:pt x="1" y="1"/>
                </a:lnTo>
                <a:close/>
              </a:path>
            </a:pathLst>
          </a:custGeom>
          <a:solidFill>
            <a:srgbClr val="7AB0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5"/>
          <p:cNvSpPr/>
          <p:nvPr/>
        </p:nvSpPr>
        <p:spPr>
          <a:xfrm>
            <a:off x="1766290" y="3107329"/>
            <a:ext cx="111052" cy="103670"/>
          </a:xfrm>
          <a:custGeom>
            <a:rect b="b" l="l" r="r" t="t"/>
            <a:pathLst>
              <a:path extrusionOk="0" h="1292" w="1384">
                <a:moveTo>
                  <a:pt x="1" y="1"/>
                </a:moveTo>
                <a:lnTo>
                  <a:pt x="1291" y="1291"/>
                </a:lnTo>
                <a:lnTo>
                  <a:pt x="1322" y="1260"/>
                </a:lnTo>
                <a:lnTo>
                  <a:pt x="1230" y="1199"/>
                </a:lnTo>
                <a:lnTo>
                  <a:pt x="1260" y="1137"/>
                </a:lnTo>
                <a:lnTo>
                  <a:pt x="1291" y="1107"/>
                </a:lnTo>
                <a:lnTo>
                  <a:pt x="1353" y="984"/>
                </a:lnTo>
                <a:lnTo>
                  <a:pt x="1353" y="953"/>
                </a:lnTo>
                <a:lnTo>
                  <a:pt x="1383" y="861"/>
                </a:lnTo>
                <a:lnTo>
                  <a:pt x="1353" y="738"/>
                </a:lnTo>
                <a:lnTo>
                  <a:pt x="1322" y="615"/>
                </a:lnTo>
                <a:lnTo>
                  <a:pt x="1260" y="492"/>
                </a:lnTo>
                <a:lnTo>
                  <a:pt x="1168" y="400"/>
                </a:lnTo>
                <a:lnTo>
                  <a:pt x="1045" y="277"/>
                </a:lnTo>
                <a:lnTo>
                  <a:pt x="892" y="216"/>
                </a:lnTo>
                <a:lnTo>
                  <a:pt x="738" y="154"/>
                </a:lnTo>
                <a:lnTo>
                  <a:pt x="431" y="62"/>
                </a:lnTo>
                <a:lnTo>
                  <a:pt x="1" y="1"/>
                </a:lnTo>
                <a:close/>
              </a:path>
            </a:pathLst>
          </a:custGeom>
          <a:solidFill>
            <a:srgbClr val="A6C9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5"/>
          <p:cNvSpPr/>
          <p:nvPr/>
        </p:nvSpPr>
        <p:spPr>
          <a:xfrm>
            <a:off x="1810662" y="3119685"/>
            <a:ext cx="27201" cy="41966"/>
          </a:xfrm>
          <a:custGeom>
            <a:rect b="b" l="l" r="r" t="t"/>
            <a:pathLst>
              <a:path extrusionOk="0" h="523" w="339">
                <a:moveTo>
                  <a:pt x="185" y="0"/>
                </a:moveTo>
                <a:lnTo>
                  <a:pt x="1" y="400"/>
                </a:lnTo>
                <a:lnTo>
                  <a:pt x="124" y="523"/>
                </a:lnTo>
                <a:lnTo>
                  <a:pt x="339" y="62"/>
                </a:lnTo>
                <a:lnTo>
                  <a:pt x="185" y="0"/>
                </a:lnTo>
                <a:close/>
              </a:path>
            </a:pathLst>
          </a:custGeom>
          <a:solidFill>
            <a:srgbClr val="93BE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5"/>
          <p:cNvSpPr/>
          <p:nvPr/>
        </p:nvSpPr>
        <p:spPr>
          <a:xfrm>
            <a:off x="1788516" y="3171439"/>
            <a:ext cx="64112" cy="39558"/>
          </a:xfrm>
          <a:custGeom>
            <a:rect b="b" l="l" r="r" t="t"/>
            <a:pathLst>
              <a:path extrusionOk="0" h="493" w="799">
                <a:moveTo>
                  <a:pt x="522" y="1"/>
                </a:moveTo>
                <a:lnTo>
                  <a:pt x="0" y="216"/>
                </a:lnTo>
                <a:lnTo>
                  <a:pt x="123" y="400"/>
                </a:lnTo>
                <a:lnTo>
                  <a:pt x="277" y="492"/>
                </a:lnTo>
                <a:lnTo>
                  <a:pt x="799" y="277"/>
                </a:lnTo>
                <a:lnTo>
                  <a:pt x="522" y="1"/>
                </a:lnTo>
                <a:close/>
              </a:path>
            </a:pathLst>
          </a:custGeom>
          <a:solidFill>
            <a:srgbClr val="6496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5"/>
          <p:cNvSpPr/>
          <p:nvPr/>
        </p:nvSpPr>
        <p:spPr>
          <a:xfrm>
            <a:off x="1342230" y="3728614"/>
            <a:ext cx="133198" cy="421661"/>
          </a:xfrm>
          <a:custGeom>
            <a:rect b="b" l="l" r="r" t="t"/>
            <a:pathLst>
              <a:path extrusionOk="0" h="5255" w="1660">
                <a:moveTo>
                  <a:pt x="277" y="1"/>
                </a:moveTo>
                <a:lnTo>
                  <a:pt x="1" y="5255"/>
                </a:lnTo>
                <a:lnTo>
                  <a:pt x="1660" y="5255"/>
                </a:lnTo>
                <a:lnTo>
                  <a:pt x="1383"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5"/>
          <p:cNvSpPr/>
          <p:nvPr/>
        </p:nvSpPr>
        <p:spPr>
          <a:xfrm>
            <a:off x="1342230" y="3728614"/>
            <a:ext cx="66679" cy="421661"/>
          </a:xfrm>
          <a:custGeom>
            <a:rect b="b" l="l" r="r" t="t"/>
            <a:pathLst>
              <a:path extrusionOk="0" h="5255" w="831">
                <a:moveTo>
                  <a:pt x="277" y="1"/>
                </a:moveTo>
                <a:lnTo>
                  <a:pt x="1" y="5255"/>
                </a:lnTo>
                <a:lnTo>
                  <a:pt x="830" y="5255"/>
                </a:lnTo>
                <a:lnTo>
                  <a:pt x="83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5"/>
          <p:cNvSpPr/>
          <p:nvPr/>
        </p:nvSpPr>
        <p:spPr>
          <a:xfrm>
            <a:off x="1359481" y="3713850"/>
            <a:ext cx="101183" cy="14844"/>
          </a:xfrm>
          <a:custGeom>
            <a:rect b="b" l="l" r="r" t="t"/>
            <a:pathLst>
              <a:path extrusionOk="0" h="185" w="1261">
                <a:moveTo>
                  <a:pt x="1" y="0"/>
                </a:moveTo>
                <a:lnTo>
                  <a:pt x="1" y="185"/>
                </a:lnTo>
                <a:lnTo>
                  <a:pt x="1261" y="185"/>
                </a:lnTo>
                <a:lnTo>
                  <a:pt x="1261" y="0"/>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5"/>
          <p:cNvSpPr/>
          <p:nvPr/>
        </p:nvSpPr>
        <p:spPr>
          <a:xfrm>
            <a:off x="1408828" y="3713850"/>
            <a:ext cx="51835" cy="14844"/>
          </a:xfrm>
          <a:custGeom>
            <a:rect b="b" l="l" r="r" t="t"/>
            <a:pathLst>
              <a:path extrusionOk="0" h="185" w="646">
                <a:moveTo>
                  <a:pt x="0" y="0"/>
                </a:moveTo>
                <a:lnTo>
                  <a:pt x="0" y="185"/>
                </a:lnTo>
                <a:lnTo>
                  <a:pt x="646" y="185"/>
                </a:lnTo>
                <a:lnTo>
                  <a:pt x="646" y="0"/>
                </a:lnTo>
                <a:close/>
              </a:path>
            </a:pathLst>
          </a:custGeom>
          <a:solidFill>
            <a:srgbClr val="D3D3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
          <p:cNvSpPr/>
          <p:nvPr/>
        </p:nvSpPr>
        <p:spPr>
          <a:xfrm>
            <a:off x="1292964" y="3837096"/>
            <a:ext cx="532633" cy="313177"/>
          </a:xfrm>
          <a:custGeom>
            <a:rect b="b" l="l" r="r" t="t"/>
            <a:pathLst>
              <a:path extrusionOk="0" h="3903" w="6638">
                <a:moveTo>
                  <a:pt x="3319" y="0"/>
                </a:moveTo>
                <a:lnTo>
                  <a:pt x="2981" y="31"/>
                </a:lnTo>
                <a:lnTo>
                  <a:pt x="2643" y="62"/>
                </a:lnTo>
                <a:lnTo>
                  <a:pt x="2335" y="154"/>
                </a:lnTo>
                <a:lnTo>
                  <a:pt x="2028" y="277"/>
                </a:lnTo>
                <a:lnTo>
                  <a:pt x="1721" y="400"/>
                </a:lnTo>
                <a:lnTo>
                  <a:pt x="1475" y="584"/>
                </a:lnTo>
                <a:lnTo>
                  <a:pt x="1199" y="769"/>
                </a:lnTo>
                <a:lnTo>
                  <a:pt x="983" y="984"/>
                </a:lnTo>
                <a:lnTo>
                  <a:pt x="768" y="1230"/>
                </a:lnTo>
                <a:lnTo>
                  <a:pt x="553" y="1475"/>
                </a:lnTo>
                <a:lnTo>
                  <a:pt x="400" y="1752"/>
                </a:lnTo>
                <a:lnTo>
                  <a:pt x="246" y="2028"/>
                </a:lnTo>
                <a:lnTo>
                  <a:pt x="154" y="2336"/>
                </a:lnTo>
                <a:lnTo>
                  <a:pt x="62" y="2674"/>
                </a:lnTo>
                <a:lnTo>
                  <a:pt x="0" y="2981"/>
                </a:lnTo>
                <a:lnTo>
                  <a:pt x="0" y="3319"/>
                </a:lnTo>
                <a:lnTo>
                  <a:pt x="0" y="3903"/>
                </a:lnTo>
                <a:lnTo>
                  <a:pt x="6637" y="3903"/>
                </a:lnTo>
                <a:lnTo>
                  <a:pt x="6637" y="3319"/>
                </a:lnTo>
                <a:lnTo>
                  <a:pt x="6637" y="2981"/>
                </a:lnTo>
                <a:lnTo>
                  <a:pt x="6576" y="2674"/>
                </a:lnTo>
                <a:lnTo>
                  <a:pt x="6483" y="2336"/>
                </a:lnTo>
                <a:lnTo>
                  <a:pt x="6391" y="2028"/>
                </a:lnTo>
                <a:lnTo>
                  <a:pt x="6238" y="1752"/>
                </a:lnTo>
                <a:lnTo>
                  <a:pt x="6084" y="1475"/>
                </a:lnTo>
                <a:lnTo>
                  <a:pt x="5900" y="1230"/>
                </a:lnTo>
                <a:lnTo>
                  <a:pt x="5685" y="984"/>
                </a:lnTo>
                <a:lnTo>
                  <a:pt x="5439" y="769"/>
                </a:lnTo>
                <a:lnTo>
                  <a:pt x="5193" y="584"/>
                </a:lnTo>
                <a:lnTo>
                  <a:pt x="4916" y="400"/>
                </a:lnTo>
                <a:lnTo>
                  <a:pt x="4609" y="277"/>
                </a:lnTo>
                <a:lnTo>
                  <a:pt x="4302" y="154"/>
                </a:lnTo>
                <a:lnTo>
                  <a:pt x="3995" y="62"/>
                </a:lnTo>
                <a:lnTo>
                  <a:pt x="3657" y="31"/>
                </a:lnTo>
                <a:lnTo>
                  <a:pt x="3319" y="0"/>
                </a:lnTo>
                <a:close/>
              </a:path>
            </a:pathLst>
          </a:custGeom>
          <a:solidFill>
            <a:srgbClr val="A3E5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
          <p:cNvSpPr/>
          <p:nvPr/>
        </p:nvSpPr>
        <p:spPr>
          <a:xfrm>
            <a:off x="1292964" y="3837096"/>
            <a:ext cx="266317" cy="313177"/>
          </a:xfrm>
          <a:custGeom>
            <a:rect b="b" l="l" r="r" t="t"/>
            <a:pathLst>
              <a:path extrusionOk="0" h="3903" w="3319">
                <a:moveTo>
                  <a:pt x="3319" y="0"/>
                </a:moveTo>
                <a:lnTo>
                  <a:pt x="2981" y="31"/>
                </a:lnTo>
                <a:lnTo>
                  <a:pt x="2643" y="62"/>
                </a:lnTo>
                <a:lnTo>
                  <a:pt x="2335" y="154"/>
                </a:lnTo>
                <a:lnTo>
                  <a:pt x="2028" y="277"/>
                </a:lnTo>
                <a:lnTo>
                  <a:pt x="1752" y="400"/>
                </a:lnTo>
                <a:lnTo>
                  <a:pt x="1475" y="584"/>
                </a:lnTo>
                <a:lnTo>
                  <a:pt x="1199" y="769"/>
                </a:lnTo>
                <a:lnTo>
                  <a:pt x="983" y="984"/>
                </a:lnTo>
                <a:lnTo>
                  <a:pt x="768" y="1230"/>
                </a:lnTo>
                <a:lnTo>
                  <a:pt x="553" y="1475"/>
                </a:lnTo>
                <a:lnTo>
                  <a:pt x="400" y="1752"/>
                </a:lnTo>
                <a:lnTo>
                  <a:pt x="246" y="2028"/>
                </a:lnTo>
                <a:lnTo>
                  <a:pt x="154" y="2336"/>
                </a:lnTo>
                <a:lnTo>
                  <a:pt x="62" y="2674"/>
                </a:lnTo>
                <a:lnTo>
                  <a:pt x="0" y="2981"/>
                </a:lnTo>
                <a:lnTo>
                  <a:pt x="0" y="3319"/>
                </a:lnTo>
                <a:lnTo>
                  <a:pt x="0" y="3903"/>
                </a:lnTo>
                <a:lnTo>
                  <a:pt x="3319" y="3903"/>
                </a:lnTo>
                <a:lnTo>
                  <a:pt x="3319" y="0"/>
                </a:lnTo>
                <a:close/>
              </a:path>
            </a:pathLst>
          </a:custGeom>
          <a:solidFill>
            <a:srgbClr val="D5F7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
          <p:cNvSpPr/>
          <p:nvPr/>
        </p:nvSpPr>
        <p:spPr>
          <a:xfrm>
            <a:off x="1384195" y="4058955"/>
            <a:ext cx="49348" cy="51915"/>
          </a:xfrm>
          <a:custGeom>
            <a:rect b="b" l="l" r="r" t="t"/>
            <a:pathLst>
              <a:path extrusionOk="0" h="647" w="615">
                <a:moveTo>
                  <a:pt x="307" y="1"/>
                </a:moveTo>
                <a:lnTo>
                  <a:pt x="184" y="32"/>
                </a:lnTo>
                <a:lnTo>
                  <a:pt x="92" y="93"/>
                </a:lnTo>
                <a:lnTo>
                  <a:pt x="0" y="185"/>
                </a:lnTo>
                <a:lnTo>
                  <a:pt x="0" y="308"/>
                </a:lnTo>
                <a:lnTo>
                  <a:pt x="0" y="431"/>
                </a:lnTo>
                <a:lnTo>
                  <a:pt x="92" y="554"/>
                </a:lnTo>
                <a:lnTo>
                  <a:pt x="184" y="615"/>
                </a:lnTo>
                <a:lnTo>
                  <a:pt x="307" y="646"/>
                </a:lnTo>
                <a:lnTo>
                  <a:pt x="430" y="615"/>
                </a:lnTo>
                <a:lnTo>
                  <a:pt x="522" y="554"/>
                </a:lnTo>
                <a:lnTo>
                  <a:pt x="615" y="431"/>
                </a:lnTo>
                <a:lnTo>
                  <a:pt x="615" y="308"/>
                </a:lnTo>
                <a:lnTo>
                  <a:pt x="615" y="185"/>
                </a:lnTo>
                <a:lnTo>
                  <a:pt x="522" y="93"/>
                </a:lnTo>
                <a:lnTo>
                  <a:pt x="430" y="32"/>
                </a:lnTo>
                <a:lnTo>
                  <a:pt x="307" y="1"/>
                </a:lnTo>
                <a:close/>
              </a:path>
            </a:pathLst>
          </a:custGeom>
          <a:solidFill>
            <a:srgbClr val="7D9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
          <p:cNvSpPr/>
          <p:nvPr/>
        </p:nvSpPr>
        <p:spPr>
          <a:xfrm>
            <a:off x="1386602" y="4061443"/>
            <a:ext cx="44453" cy="98695"/>
          </a:xfrm>
          <a:custGeom>
            <a:rect b="b" l="l" r="r" t="t"/>
            <a:pathLst>
              <a:path extrusionOk="0" h="1230" w="554">
                <a:moveTo>
                  <a:pt x="277" y="1"/>
                </a:moveTo>
                <a:lnTo>
                  <a:pt x="154" y="31"/>
                </a:lnTo>
                <a:lnTo>
                  <a:pt x="62" y="93"/>
                </a:lnTo>
                <a:lnTo>
                  <a:pt x="1" y="185"/>
                </a:lnTo>
                <a:lnTo>
                  <a:pt x="1" y="277"/>
                </a:lnTo>
                <a:lnTo>
                  <a:pt x="1" y="1230"/>
                </a:lnTo>
                <a:lnTo>
                  <a:pt x="554" y="1230"/>
                </a:lnTo>
                <a:lnTo>
                  <a:pt x="554" y="277"/>
                </a:lnTo>
                <a:lnTo>
                  <a:pt x="554" y="185"/>
                </a:lnTo>
                <a:lnTo>
                  <a:pt x="492" y="93"/>
                </a:lnTo>
                <a:lnTo>
                  <a:pt x="400" y="31"/>
                </a:lnTo>
                <a:lnTo>
                  <a:pt x="277" y="1"/>
                </a:lnTo>
                <a:close/>
              </a:path>
            </a:pathLst>
          </a:custGeom>
          <a:solidFill>
            <a:srgbClr val="A6C9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
          <p:cNvSpPr/>
          <p:nvPr/>
        </p:nvSpPr>
        <p:spPr>
          <a:xfrm>
            <a:off x="1386602" y="4061443"/>
            <a:ext cx="22307" cy="98695"/>
          </a:xfrm>
          <a:custGeom>
            <a:rect b="b" l="l" r="r" t="t"/>
            <a:pathLst>
              <a:path extrusionOk="0" h="1230" w="278">
                <a:moveTo>
                  <a:pt x="277" y="1"/>
                </a:moveTo>
                <a:lnTo>
                  <a:pt x="154" y="31"/>
                </a:lnTo>
                <a:lnTo>
                  <a:pt x="62" y="93"/>
                </a:lnTo>
                <a:lnTo>
                  <a:pt x="1" y="185"/>
                </a:lnTo>
                <a:lnTo>
                  <a:pt x="1" y="277"/>
                </a:lnTo>
                <a:lnTo>
                  <a:pt x="1" y="1230"/>
                </a:lnTo>
                <a:lnTo>
                  <a:pt x="277" y="1230"/>
                </a:lnTo>
                <a:lnTo>
                  <a:pt x="277" y="1"/>
                </a:lnTo>
                <a:close/>
              </a:path>
            </a:pathLst>
          </a:custGeom>
          <a:solidFill>
            <a:srgbClr val="C5D8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
          <p:cNvSpPr/>
          <p:nvPr/>
        </p:nvSpPr>
        <p:spPr>
          <a:xfrm>
            <a:off x="1381707" y="4160056"/>
            <a:ext cx="54322" cy="4975"/>
          </a:xfrm>
          <a:custGeom>
            <a:rect b="b" l="l" r="r" t="t"/>
            <a:pathLst>
              <a:path extrusionOk="0" h="62" w="677">
                <a:moveTo>
                  <a:pt x="31" y="1"/>
                </a:moveTo>
                <a:lnTo>
                  <a:pt x="0" y="31"/>
                </a:lnTo>
                <a:lnTo>
                  <a:pt x="31" y="62"/>
                </a:lnTo>
                <a:lnTo>
                  <a:pt x="646" y="62"/>
                </a:lnTo>
                <a:lnTo>
                  <a:pt x="676" y="31"/>
                </a:lnTo>
                <a:lnTo>
                  <a:pt x="646" y="1"/>
                </a:lnTo>
                <a:close/>
              </a:path>
            </a:pathLst>
          </a:custGeom>
          <a:solidFill>
            <a:srgbClr val="D3D3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
          <p:cNvSpPr/>
          <p:nvPr/>
        </p:nvSpPr>
        <p:spPr>
          <a:xfrm>
            <a:off x="1381707" y="4160056"/>
            <a:ext cx="27201" cy="4975"/>
          </a:xfrm>
          <a:custGeom>
            <a:rect b="b" l="l" r="r" t="t"/>
            <a:pathLst>
              <a:path extrusionOk="0" h="62" w="339">
                <a:moveTo>
                  <a:pt x="31" y="1"/>
                </a:moveTo>
                <a:lnTo>
                  <a:pt x="0" y="31"/>
                </a:lnTo>
                <a:lnTo>
                  <a:pt x="31" y="62"/>
                </a:lnTo>
                <a:lnTo>
                  <a:pt x="338" y="62"/>
                </a:lnTo>
                <a:lnTo>
                  <a:pt x="338"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
          <p:cNvSpPr/>
          <p:nvPr/>
        </p:nvSpPr>
        <p:spPr>
          <a:xfrm>
            <a:off x="1532074" y="4058955"/>
            <a:ext cx="51835" cy="51915"/>
          </a:xfrm>
          <a:custGeom>
            <a:rect b="b" l="l" r="r" t="t"/>
            <a:pathLst>
              <a:path extrusionOk="0" h="647" w="646">
                <a:moveTo>
                  <a:pt x="339" y="1"/>
                </a:moveTo>
                <a:lnTo>
                  <a:pt x="216" y="32"/>
                </a:lnTo>
                <a:lnTo>
                  <a:pt x="124" y="93"/>
                </a:lnTo>
                <a:lnTo>
                  <a:pt x="31" y="185"/>
                </a:lnTo>
                <a:lnTo>
                  <a:pt x="1" y="308"/>
                </a:lnTo>
                <a:lnTo>
                  <a:pt x="31" y="431"/>
                </a:lnTo>
                <a:lnTo>
                  <a:pt x="124" y="554"/>
                </a:lnTo>
                <a:lnTo>
                  <a:pt x="216" y="615"/>
                </a:lnTo>
                <a:lnTo>
                  <a:pt x="339" y="646"/>
                </a:lnTo>
                <a:lnTo>
                  <a:pt x="462" y="615"/>
                </a:lnTo>
                <a:lnTo>
                  <a:pt x="554" y="554"/>
                </a:lnTo>
                <a:lnTo>
                  <a:pt x="615" y="431"/>
                </a:lnTo>
                <a:lnTo>
                  <a:pt x="646" y="308"/>
                </a:lnTo>
                <a:lnTo>
                  <a:pt x="615" y="185"/>
                </a:lnTo>
                <a:lnTo>
                  <a:pt x="554" y="93"/>
                </a:lnTo>
                <a:lnTo>
                  <a:pt x="462" y="32"/>
                </a:lnTo>
                <a:lnTo>
                  <a:pt x="339" y="1"/>
                </a:lnTo>
                <a:close/>
              </a:path>
            </a:pathLst>
          </a:custGeom>
          <a:solidFill>
            <a:srgbClr val="7D9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5"/>
          <p:cNvSpPr/>
          <p:nvPr/>
        </p:nvSpPr>
        <p:spPr>
          <a:xfrm>
            <a:off x="1537049" y="4061443"/>
            <a:ext cx="44453" cy="98695"/>
          </a:xfrm>
          <a:custGeom>
            <a:rect b="b" l="l" r="r" t="t"/>
            <a:pathLst>
              <a:path extrusionOk="0" h="1230" w="554">
                <a:moveTo>
                  <a:pt x="277" y="1"/>
                </a:moveTo>
                <a:lnTo>
                  <a:pt x="154" y="31"/>
                </a:lnTo>
                <a:lnTo>
                  <a:pt x="62" y="93"/>
                </a:lnTo>
                <a:lnTo>
                  <a:pt x="0" y="185"/>
                </a:lnTo>
                <a:lnTo>
                  <a:pt x="0" y="277"/>
                </a:lnTo>
                <a:lnTo>
                  <a:pt x="0" y="1230"/>
                </a:lnTo>
                <a:lnTo>
                  <a:pt x="553" y="1230"/>
                </a:lnTo>
                <a:lnTo>
                  <a:pt x="553" y="277"/>
                </a:lnTo>
                <a:lnTo>
                  <a:pt x="553" y="185"/>
                </a:lnTo>
                <a:lnTo>
                  <a:pt x="492" y="93"/>
                </a:lnTo>
                <a:lnTo>
                  <a:pt x="400" y="31"/>
                </a:lnTo>
                <a:lnTo>
                  <a:pt x="277" y="1"/>
                </a:lnTo>
                <a:close/>
              </a:path>
            </a:pathLst>
          </a:custGeom>
          <a:solidFill>
            <a:srgbClr val="A6C9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5"/>
          <p:cNvSpPr/>
          <p:nvPr/>
        </p:nvSpPr>
        <p:spPr>
          <a:xfrm>
            <a:off x="1537049" y="4061443"/>
            <a:ext cx="22226" cy="98695"/>
          </a:xfrm>
          <a:custGeom>
            <a:rect b="b" l="l" r="r" t="t"/>
            <a:pathLst>
              <a:path extrusionOk="0" h="1230" w="277">
                <a:moveTo>
                  <a:pt x="277" y="1"/>
                </a:moveTo>
                <a:lnTo>
                  <a:pt x="154" y="31"/>
                </a:lnTo>
                <a:lnTo>
                  <a:pt x="62" y="93"/>
                </a:lnTo>
                <a:lnTo>
                  <a:pt x="0" y="185"/>
                </a:lnTo>
                <a:lnTo>
                  <a:pt x="0" y="277"/>
                </a:lnTo>
                <a:lnTo>
                  <a:pt x="0" y="1230"/>
                </a:lnTo>
                <a:lnTo>
                  <a:pt x="277" y="1230"/>
                </a:lnTo>
                <a:lnTo>
                  <a:pt x="277" y="1"/>
                </a:lnTo>
                <a:close/>
              </a:path>
            </a:pathLst>
          </a:custGeom>
          <a:solidFill>
            <a:srgbClr val="C5D8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5"/>
          <p:cNvSpPr/>
          <p:nvPr/>
        </p:nvSpPr>
        <p:spPr>
          <a:xfrm>
            <a:off x="1532074" y="4160056"/>
            <a:ext cx="54322" cy="4975"/>
          </a:xfrm>
          <a:custGeom>
            <a:rect b="b" l="l" r="r" t="t"/>
            <a:pathLst>
              <a:path extrusionOk="0" h="62" w="677">
                <a:moveTo>
                  <a:pt x="31" y="1"/>
                </a:moveTo>
                <a:lnTo>
                  <a:pt x="1" y="31"/>
                </a:lnTo>
                <a:lnTo>
                  <a:pt x="31" y="62"/>
                </a:lnTo>
                <a:lnTo>
                  <a:pt x="646" y="62"/>
                </a:lnTo>
                <a:lnTo>
                  <a:pt x="677" y="31"/>
                </a:lnTo>
                <a:lnTo>
                  <a:pt x="646" y="1"/>
                </a:lnTo>
                <a:close/>
              </a:path>
            </a:pathLst>
          </a:custGeom>
          <a:solidFill>
            <a:srgbClr val="D3D3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5"/>
          <p:cNvSpPr/>
          <p:nvPr/>
        </p:nvSpPr>
        <p:spPr>
          <a:xfrm>
            <a:off x="1532074" y="4160056"/>
            <a:ext cx="27201" cy="4975"/>
          </a:xfrm>
          <a:custGeom>
            <a:rect b="b" l="l" r="r" t="t"/>
            <a:pathLst>
              <a:path extrusionOk="0" h="62" w="339">
                <a:moveTo>
                  <a:pt x="31" y="1"/>
                </a:moveTo>
                <a:lnTo>
                  <a:pt x="1" y="31"/>
                </a:lnTo>
                <a:lnTo>
                  <a:pt x="31" y="62"/>
                </a:lnTo>
                <a:lnTo>
                  <a:pt x="339" y="62"/>
                </a:lnTo>
                <a:lnTo>
                  <a:pt x="33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5"/>
          <p:cNvSpPr/>
          <p:nvPr/>
        </p:nvSpPr>
        <p:spPr>
          <a:xfrm>
            <a:off x="1682441" y="4058955"/>
            <a:ext cx="51915" cy="51915"/>
          </a:xfrm>
          <a:custGeom>
            <a:rect b="b" l="l" r="r" t="t"/>
            <a:pathLst>
              <a:path extrusionOk="0" h="647" w="647">
                <a:moveTo>
                  <a:pt x="339" y="1"/>
                </a:moveTo>
                <a:lnTo>
                  <a:pt x="216" y="32"/>
                </a:lnTo>
                <a:lnTo>
                  <a:pt x="93" y="93"/>
                </a:lnTo>
                <a:lnTo>
                  <a:pt x="32" y="185"/>
                </a:lnTo>
                <a:lnTo>
                  <a:pt x="1" y="308"/>
                </a:lnTo>
                <a:lnTo>
                  <a:pt x="32" y="431"/>
                </a:lnTo>
                <a:lnTo>
                  <a:pt x="93" y="554"/>
                </a:lnTo>
                <a:lnTo>
                  <a:pt x="216" y="615"/>
                </a:lnTo>
                <a:lnTo>
                  <a:pt x="339" y="646"/>
                </a:lnTo>
                <a:lnTo>
                  <a:pt x="462" y="615"/>
                </a:lnTo>
                <a:lnTo>
                  <a:pt x="554" y="554"/>
                </a:lnTo>
                <a:lnTo>
                  <a:pt x="615" y="431"/>
                </a:lnTo>
                <a:lnTo>
                  <a:pt x="646" y="308"/>
                </a:lnTo>
                <a:lnTo>
                  <a:pt x="615" y="185"/>
                </a:lnTo>
                <a:lnTo>
                  <a:pt x="554" y="93"/>
                </a:lnTo>
                <a:lnTo>
                  <a:pt x="462" y="32"/>
                </a:lnTo>
                <a:lnTo>
                  <a:pt x="339" y="1"/>
                </a:lnTo>
                <a:close/>
              </a:path>
            </a:pathLst>
          </a:custGeom>
          <a:solidFill>
            <a:srgbClr val="7D9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5"/>
          <p:cNvSpPr/>
          <p:nvPr/>
        </p:nvSpPr>
        <p:spPr>
          <a:xfrm>
            <a:off x="1684928" y="4061443"/>
            <a:ext cx="46940" cy="98695"/>
          </a:xfrm>
          <a:custGeom>
            <a:rect b="b" l="l" r="r" t="t"/>
            <a:pathLst>
              <a:path extrusionOk="0" h="1230" w="585">
                <a:moveTo>
                  <a:pt x="308" y="1"/>
                </a:moveTo>
                <a:lnTo>
                  <a:pt x="185" y="31"/>
                </a:lnTo>
                <a:lnTo>
                  <a:pt x="93" y="93"/>
                </a:lnTo>
                <a:lnTo>
                  <a:pt x="31" y="185"/>
                </a:lnTo>
                <a:lnTo>
                  <a:pt x="1" y="277"/>
                </a:lnTo>
                <a:lnTo>
                  <a:pt x="1" y="1230"/>
                </a:lnTo>
                <a:lnTo>
                  <a:pt x="584" y="1230"/>
                </a:lnTo>
                <a:lnTo>
                  <a:pt x="584" y="277"/>
                </a:lnTo>
                <a:lnTo>
                  <a:pt x="554" y="185"/>
                </a:lnTo>
                <a:lnTo>
                  <a:pt x="492" y="93"/>
                </a:lnTo>
                <a:lnTo>
                  <a:pt x="400" y="31"/>
                </a:lnTo>
                <a:lnTo>
                  <a:pt x="308" y="1"/>
                </a:lnTo>
                <a:close/>
              </a:path>
            </a:pathLst>
          </a:custGeom>
          <a:solidFill>
            <a:srgbClr val="A6C9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5"/>
          <p:cNvSpPr/>
          <p:nvPr/>
        </p:nvSpPr>
        <p:spPr>
          <a:xfrm>
            <a:off x="1684928" y="4061443"/>
            <a:ext cx="24714" cy="98695"/>
          </a:xfrm>
          <a:custGeom>
            <a:rect b="b" l="l" r="r" t="t"/>
            <a:pathLst>
              <a:path extrusionOk="0" h="1230" w="308">
                <a:moveTo>
                  <a:pt x="308" y="1"/>
                </a:moveTo>
                <a:lnTo>
                  <a:pt x="185" y="31"/>
                </a:lnTo>
                <a:lnTo>
                  <a:pt x="93" y="93"/>
                </a:lnTo>
                <a:lnTo>
                  <a:pt x="31" y="185"/>
                </a:lnTo>
                <a:lnTo>
                  <a:pt x="1" y="277"/>
                </a:lnTo>
                <a:lnTo>
                  <a:pt x="1" y="1230"/>
                </a:lnTo>
                <a:lnTo>
                  <a:pt x="308" y="1230"/>
                </a:lnTo>
                <a:lnTo>
                  <a:pt x="308" y="1"/>
                </a:lnTo>
                <a:close/>
              </a:path>
            </a:pathLst>
          </a:custGeom>
          <a:solidFill>
            <a:srgbClr val="C5D8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5"/>
          <p:cNvSpPr/>
          <p:nvPr/>
        </p:nvSpPr>
        <p:spPr>
          <a:xfrm>
            <a:off x="1682441" y="4160056"/>
            <a:ext cx="54322" cy="4975"/>
          </a:xfrm>
          <a:custGeom>
            <a:rect b="b" l="l" r="r" t="t"/>
            <a:pathLst>
              <a:path extrusionOk="0" h="62" w="677">
                <a:moveTo>
                  <a:pt x="32" y="1"/>
                </a:moveTo>
                <a:lnTo>
                  <a:pt x="1" y="31"/>
                </a:lnTo>
                <a:lnTo>
                  <a:pt x="32" y="62"/>
                </a:lnTo>
                <a:lnTo>
                  <a:pt x="646" y="62"/>
                </a:lnTo>
                <a:lnTo>
                  <a:pt x="677" y="31"/>
                </a:lnTo>
                <a:lnTo>
                  <a:pt x="646" y="1"/>
                </a:lnTo>
                <a:close/>
              </a:path>
            </a:pathLst>
          </a:custGeom>
          <a:solidFill>
            <a:srgbClr val="D3D3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5"/>
          <p:cNvSpPr/>
          <p:nvPr/>
        </p:nvSpPr>
        <p:spPr>
          <a:xfrm>
            <a:off x="1682441" y="4160056"/>
            <a:ext cx="27201" cy="4975"/>
          </a:xfrm>
          <a:custGeom>
            <a:rect b="b" l="l" r="r" t="t"/>
            <a:pathLst>
              <a:path extrusionOk="0" h="62" w="339">
                <a:moveTo>
                  <a:pt x="32" y="1"/>
                </a:moveTo>
                <a:lnTo>
                  <a:pt x="1" y="31"/>
                </a:lnTo>
                <a:lnTo>
                  <a:pt x="32" y="62"/>
                </a:lnTo>
                <a:lnTo>
                  <a:pt x="339" y="62"/>
                </a:lnTo>
                <a:lnTo>
                  <a:pt x="33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5"/>
          <p:cNvSpPr/>
          <p:nvPr/>
        </p:nvSpPr>
        <p:spPr>
          <a:xfrm>
            <a:off x="1465557" y="3854348"/>
            <a:ext cx="189848" cy="189928"/>
          </a:xfrm>
          <a:custGeom>
            <a:rect b="b" l="l" r="r" t="t"/>
            <a:pathLst>
              <a:path extrusionOk="0" h="2367" w="2366">
                <a:moveTo>
                  <a:pt x="953" y="1"/>
                </a:moveTo>
                <a:lnTo>
                  <a:pt x="707" y="93"/>
                </a:lnTo>
                <a:lnTo>
                  <a:pt x="522" y="185"/>
                </a:lnTo>
                <a:lnTo>
                  <a:pt x="338" y="339"/>
                </a:lnTo>
                <a:lnTo>
                  <a:pt x="184" y="523"/>
                </a:lnTo>
                <a:lnTo>
                  <a:pt x="92" y="707"/>
                </a:lnTo>
                <a:lnTo>
                  <a:pt x="0" y="953"/>
                </a:lnTo>
                <a:lnTo>
                  <a:pt x="0" y="1168"/>
                </a:lnTo>
                <a:lnTo>
                  <a:pt x="0" y="1414"/>
                </a:lnTo>
                <a:lnTo>
                  <a:pt x="92" y="1660"/>
                </a:lnTo>
                <a:lnTo>
                  <a:pt x="184" y="1844"/>
                </a:lnTo>
                <a:lnTo>
                  <a:pt x="338" y="2028"/>
                </a:lnTo>
                <a:lnTo>
                  <a:pt x="522" y="2182"/>
                </a:lnTo>
                <a:lnTo>
                  <a:pt x="707" y="2274"/>
                </a:lnTo>
                <a:lnTo>
                  <a:pt x="953" y="2366"/>
                </a:lnTo>
                <a:lnTo>
                  <a:pt x="1413" y="2366"/>
                </a:lnTo>
                <a:lnTo>
                  <a:pt x="1659" y="2274"/>
                </a:lnTo>
                <a:lnTo>
                  <a:pt x="1844" y="2182"/>
                </a:lnTo>
                <a:lnTo>
                  <a:pt x="2028" y="2028"/>
                </a:lnTo>
                <a:lnTo>
                  <a:pt x="2182" y="1844"/>
                </a:lnTo>
                <a:lnTo>
                  <a:pt x="2274" y="1660"/>
                </a:lnTo>
                <a:lnTo>
                  <a:pt x="2366" y="1414"/>
                </a:lnTo>
                <a:lnTo>
                  <a:pt x="2366" y="1168"/>
                </a:lnTo>
                <a:lnTo>
                  <a:pt x="2366" y="953"/>
                </a:lnTo>
                <a:lnTo>
                  <a:pt x="2274" y="707"/>
                </a:lnTo>
                <a:lnTo>
                  <a:pt x="2182" y="523"/>
                </a:lnTo>
                <a:lnTo>
                  <a:pt x="2028" y="339"/>
                </a:lnTo>
                <a:lnTo>
                  <a:pt x="1844" y="185"/>
                </a:lnTo>
                <a:lnTo>
                  <a:pt x="1659" y="93"/>
                </a:lnTo>
                <a:lnTo>
                  <a:pt x="1413"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5"/>
          <p:cNvSpPr/>
          <p:nvPr/>
        </p:nvSpPr>
        <p:spPr>
          <a:xfrm>
            <a:off x="1465557" y="3854348"/>
            <a:ext cx="96208" cy="189928"/>
          </a:xfrm>
          <a:custGeom>
            <a:rect b="b" l="l" r="r" t="t"/>
            <a:pathLst>
              <a:path extrusionOk="0" h="2367" w="1199">
                <a:moveTo>
                  <a:pt x="953" y="1"/>
                </a:moveTo>
                <a:lnTo>
                  <a:pt x="707" y="93"/>
                </a:lnTo>
                <a:lnTo>
                  <a:pt x="522" y="185"/>
                </a:lnTo>
                <a:lnTo>
                  <a:pt x="338" y="339"/>
                </a:lnTo>
                <a:lnTo>
                  <a:pt x="184" y="523"/>
                </a:lnTo>
                <a:lnTo>
                  <a:pt x="92" y="707"/>
                </a:lnTo>
                <a:lnTo>
                  <a:pt x="0" y="953"/>
                </a:lnTo>
                <a:lnTo>
                  <a:pt x="0" y="1199"/>
                </a:lnTo>
                <a:lnTo>
                  <a:pt x="0" y="1414"/>
                </a:lnTo>
                <a:lnTo>
                  <a:pt x="92" y="1660"/>
                </a:lnTo>
                <a:lnTo>
                  <a:pt x="184" y="1844"/>
                </a:lnTo>
                <a:lnTo>
                  <a:pt x="338" y="2028"/>
                </a:lnTo>
                <a:lnTo>
                  <a:pt x="522" y="2182"/>
                </a:lnTo>
                <a:lnTo>
                  <a:pt x="707" y="2274"/>
                </a:lnTo>
                <a:lnTo>
                  <a:pt x="953" y="2366"/>
                </a:lnTo>
                <a:lnTo>
                  <a:pt x="1198" y="2366"/>
                </a:lnTo>
                <a:lnTo>
                  <a:pt x="1198"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5"/>
          <p:cNvSpPr/>
          <p:nvPr/>
        </p:nvSpPr>
        <p:spPr>
          <a:xfrm>
            <a:off x="1497572" y="3938197"/>
            <a:ext cx="118434" cy="69087"/>
          </a:xfrm>
          <a:custGeom>
            <a:rect b="b" l="l" r="r" t="t"/>
            <a:pathLst>
              <a:path extrusionOk="0" h="861" w="1476">
                <a:moveTo>
                  <a:pt x="154" y="0"/>
                </a:moveTo>
                <a:lnTo>
                  <a:pt x="0" y="123"/>
                </a:lnTo>
                <a:lnTo>
                  <a:pt x="62" y="123"/>
                </a:lnTo>
                <a:lnTo>
                  <a:pt x="62" y="277"/>
                </a:lnTo>
                <a:lnTo>
                  <a:pt x="93" y="430"/>
                </a:lnTo>
                <a:lnTo>
                  <a:pt x="185" y="553"/>
                </a:lnTo>
                <a:lnTo>
                  <a:pt x="277" y="645"/>
                </a:lnTo>
                <a:lnTo>
                  <a:pt x="369" y="738"/>
                </a:lnTo>
                <a:lnTo>
                  <a:pt x="492" y="799"/>
                </a:lnTo>
                <a:lnTo>
                  <a:pt x="646" y="861"/>
                </a:lnTo>
                <a:lnTo>
                  <a:pt x="769" y="861"/>
                </a:lnTo>
                <a:lnTo>
                  <a:pt x="1014" y="830"/>
                </a:lnTo>
                <a:lnTo>
                  <a:pt x="1199" y="738"/>
                </a:lnTo>
                <a:lnTo>
                  <a:pt x="1352" y="584"/>
                </a:lnTo>
                <a:lnTo>
                  <a:pt x="1475" y="400"/>
                </a:lnTo>
                <a:lnTo>
                  <a:pt x="1260" y="400"/>
                </a:lnTo>
                <a:lnTo>
                  <a:pt x="1168" y="523"/>
                </a:lnTo>
                <a:lnTo>
                  <a:pt x="1076" y="615"/>
                </a:lnTo>
                <a:lnTo>
                  <a:pt x="922" y="676"/>
                </a:lnTo>
                <a:lnTo>
                  <a:pt x="676" y="676"/>
                </a:lnTo>
                <a:lnTo>
                  <a:pt x="584" y="645"/>
                </a:lnTo>
                <a:lnTo>
                  <a:pt x="461" y="584"/>
                </a:lnTo>
                <a:lnTo>
                  <a:pt x="400" y="523"/>
                </a:lnTo>
                <a:lnTo>
                  <a:pt x="338" y="430"/>
                </a:lnTo>
                <a:lnTo>
                  <a:pt x="277" y="338"/>
                </a:lnTo>
                <a:lnTo>
                  <a:pt x="246" y="246"/>
                </a:lnTo>
                <a:lnTo>
                  <a:pt x="246" y="123"/>
                </a:lnTo>
                <a:lnTo>
                  <a:pt x="308" y="123"/>
                </a:lnTo>
                <a:lnTo>
                  <a:pt x="154" y="0"/>
                </a:lnTo>
                <a:close/>
              </a:path>
            </a:pathLst>
          </a:custGeom>
          <a:solidFill>
            <a:srgbClr val="8BAA0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5"/>
          <p:cNvSpPr/>
          <p:nvPr/>
        </p:nvSpPr>
        <p:spPr>
          <a:xfrm>
            <a:off x="1504954" y="3891337"/>
            <a:ext cx="118434" cy="69087"/>
          </a:xfrm>
          <a:custGeom>
            <a:rect b="b" l="l" r="r" t="t"/>
            <a:pathLst>
              <a:path extrusionOk="0" h="861" w="1476">
                <a:moveTo>
                  <a:pt x="677" y="0"/>
                </a:moveTo>
                <a:lnTo>
                  <a:pt x="462" y="31"/>
                </a:lnTo>
                <a:lnTo>
                  <a:pt x="277" y="123"/>
                </a:lnTo>
                <a:lnTo>
                  <a:pt x="124" y="277"/>
                </a:lnTo>
                <a:lnTo>
                  <a:pt x="1" y="461"/>
                </a:lnTo>
                <a:lnTo>
                  <a:pt x="216" y="461"/>
                </a:lnTo>
                <a:lnTo>
                  <a:pt x="308" y="338"/>
                </a:lnTo>
                <a:lnTo>
                  <a:pt x="400" y="246"/>
                </a:lnTo>
                <a:lnTo>
                  <a:pt x="554" y="185"/>
                </a:lnTo>
                <a:lnTo>
                  <a:pt x="800" y="185"/>
                </a:lnTo>
                <a:lnTo>
                  <a:pt x="892" y="216"/>
                </a:lnTo>
                <a:lnTo>
                  <a:pt x="984" y="277"/>
                </a:lnTo>
                <a:lnTo>
                  <a:pt x="1076" y="338"/>
                </a:lnTo>
                <a:lnTo>
                  <a:pt x="1138" y="431"/>
                </a:lnTo>
                <a:lnTo>
                  <a:pt x="1199" y="523"/>
                </a:lnTo>
                <a:lnTo>
                  <a:pt x="1230" y="615"/>
                </a:lnTo>
                <a:lnTo>
                  <a:pt x="1230" y="707"/>
                </a:lnTo>
                <a:lnTo>
                  <a:pt x="1168" y="707"/>
                </a:lnTo>
                <a:lnTo>
                  <a:pt x="1322" y="861"/>
                </a:lnTo>
                <a:lnTo>
                  <a:pt x="1476" y="707"/>
                </a:lnTo>
                <a:lnTo>
                  <a:pt x="1414" y="707"/>
                </a:lnTo>
                <a:lnTo>
                  <a:pt x="1414" y="584"/>
                </a:lnTo>
                <a:lnTo>
                  <a:pt x="1353" y="431"/>
                </a:lnTo>
                <a:lnTo>
                  <a:pt x="1291" y="308"/>
                </a:lnTo>
                <a:lnTo>
                  <a:pt x="1199" y="216"/>
                </a:lnTo>
                <a:lnTo>
                  <a:pt x="1107" y="123"/>
                </a:lnTo>
                <a:lnTo>
                  <a:pt x="984" y="31"/>
                </a:lnTo>
                <a:lnTo>
                  <a:pt x="830" y="0"/>
                </a:lnTo>
                <a:close/>
              </a:path>
            </a:pathLst>
          </a:custGeom>
          <a:solidFill>
            <a:srgbClr val="8BAA0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5"/>
          <p:cNvSpPr/>
          <p:nvPr/>
        </p:nvSpPr>
        <p:spPr>
          <a:xfrm>
            <a:off x="1497572" y="3938197"/>
            <a:ext cx="64192" cy="69087"/>
          </a:xfrm>
          <a:custGeom>
            <a:rect b="b" l="l" r="r" t="t"/>
            <a:pathLst>
              <a:path extrusionOk="0" h="861" w="800">
                <a:moveTo>
                  <a:pt x="154" y="0"/>
                </a:moveTo>
                <a:lnTo>
                  <a:pt x="0" y="154"/>
                </a:lnTo>
                <a:lnTo>
                  <a:pt x="62" y="154"/>
                </a:lnTo>
                <a:lnTo>
                  <a:pt x="62" y="277"/>
                </a:lnTo>
                <a:lnTo>
                  <a:pt x="93" y="430"/>
                </a:lnTo>
                <a:lnTo>
                  <a:pt x="185" y="553"/>
                </a:lnTo>
                <a:lnTo>
                  <a:pt x="277" y="645"/>
                </a:lnTo>
                <a:lnTo>
                  <a:pt x="369" y="738"/>
                </a:lnTo>
                <a:lnTo>
                  <a:pt x="492" y="799"/>
                </a:lnTo>
                <a:lnTo>
                  <a:pt x="646" y="861"/>
                </a:lnTo>
                <a:lnTo>
                  <a:pt x="799" y="861"/>
                </a:lnTo>
                <a:lnTo>
                  <a:pt x="799" y="676"/>
                </a:lnTo>
                <a:lnTo>
                  <a:pt x="676" y="676"/>
                </a:lnTo>
                <a:lnTo>
                  <a:pt x="584" y="645"/>
                </a:lnTo>
                <a:lnTo>
                  <a:pt x="461" y="584"/>
                </a:lnTo>
                <a:lnTo>
                  <a:pt x="400" y="523"/>
                </a:lnTo>
                <a:lnTo>
                  <a:pt x="338" y="430"/>
                </a:lnTo>
                <a:lnTo>
                  <a:pt x="277" y="338"/>
                </a:lnTo>
                <a:lnTo>
                  <a:pt x="246" y="246"/>
                </a:lnTo>
                <a:lnTo>
                  <a:pt x="246" y="154"/>
                </a:lnTo>
                <a:lnTo>
                  <a:pt x="308" y="154"/>
                </a:lnTo>
                <a:lnTo>
                  <a:pt x="154" y="0"/>
                </a:lnTo>
                <a:close/>
              </a:path>
            </a:pathLst>
          </a:custGeom>
          <a:solidFill>
            <a:srgbClr val="9BC3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5"/>
          <p:cNvSpPr/>
          <p:nvPr/>
        </p:nvSpPr>
        <p:spPr>
          <a:xfrm>
            <a:off x="1504954" y="3891337"/>
            <a:ext cx="56810" cy="37071"/>
          </a:xfrm>
          <a:custGeom>
            <a:rect b="b" l="l" r="r" t="t"/>
            <a:pathLst>
              <a:path extrusionOk="0" h="462" w="708">
                <a:moveTo>
                  <a:pt x="677" y="0"/>
                </a:moveTo>
                <a:lnTo>
                  <a:pt x="462" y="31"/>
                </a:lnTo>
                <a:lnTo>
                  <a:pt x="277" y="123"/>
                </a:lnTo>
                <a:lnTo>
                  <a:pt x="124" y="277"/>
                </a:lnTo>
                <a:lnTo>
                  <a:pt x="1" y="461"/>
                </a:lnTo>
                <a:lnTo>
                  <a:pt x="216" y="461"/>
                </a:lnTo>
                <a:lnTo>
                  <a:pt x="308" y="338"/>
                </a:lnTo>
                <a:lnTo>
                  <a:pt x="400" y="246"/>
                </a:lnTo>
                <a:lnTo>
                  <a:pt x="554" y="185"/>
                </a:lnTo>
                <a:lnTo>
                  <a:pt x="707" y="185"/>
                </a:lnTo>
                <a:lnTo>
                  <a:pt x="707" y="0"/>
                </a:lnTo>
                <a:close/>
              </a:path>
            </a:pathLst>
          </a:custGeom>
          <a:solidFill>
            <a:srgbClr val="9BC30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5"/>
          <p:cNvSpPr/>
          <p:nvPr/>
        </p:nvSpPr>
        <p:spPr>
          <a:xfrm>
            <a:off x="1756421" y="4029428"/>
            <a:ext cx="293518" cy="120841"/>
          </a:xfrm>
          <a:custGeom>
            <a:rect b="b" l="l" r="r" t="t"/>
            <a:pathLst>
              <a:path extrusionOk="0" h="1506" w="3658">
                <a:moveTo>
                  <a:pt x="1752" y="0"/>
                </a:moveTo>
                <a:lnTo>
                  <a:pt x="1598" y="31"/>
                </a:lnTo>
                <a:lnTo>
                  <a:pt x="1445" y="92"/>
                </a:lnTo>
                <a:lnTo>
                  <a:pt x="1322" y="184"/>
                </a:lnTo>
                <a:lnTo>
                  <a:pt x="1230" y="307"/>
                </a:lnTo>
                <a:lnTo>
                  <a:pt x="1138" y="400"/>
                </a:lnTo>
                <a:lnTo>
                  <a:pt x="1045" y="553"/>
                </a:lnTo>
                <a:lnTo>
                  <a:pt x="1015" y="707"/>
                </a:lnTo>
                <a:lnTo>
                  <a:pt x="861" y="645"/>
                </a:lnTo>
                <a:lnTo>
                  <a:pt x="707" y="615"/>
                </a:lnTo>
                <a:lnTo>
                  <a:pt x="492" y="645"/>
                </a:lnTo>
                <a:lnTo>
                  <a:pt x="339" y="738"/>
                </a:lnTo>
                <a:lnTo>
                  <a:pt x="185" y="830"/>
                </a:lnTo>
                <a:lnTo>
                  <a:pt x="93" y="983"/>
                </a:lnTo>
                <a:lnTo>
                  <a:pt x="1" y="1137"/>
                </a:lnTo>
                <a:lnTo>
                  <a:pt x="1" y="1321"/>
                </a:lnTo>
                <a:lnTo>
                  <a:pt x="1" y="1506"/>
                </a:lnTo>
                <a:lnTo>
                  <a:pt x="3626" y="1506"/>
                </a:lnTo>
                <a:lnTo>
                  <a:pt x="3657" y="1321"/>
                </a:lnTo>
                <a:lnTo>
                  <a:pt x="3626" y="1198"/>
                </a:lnTo>
                <a:lnTo>
                  <a:pt x="3596" y="1045"/>
                </a:lnTo>
                <a:lnTo>
                  <a:pt x="3534" y="953"/>
                </a:lnTo>
                <a:lnTo>
                  <a:pt x="3442" y="830"/>
                </a:lnTo>
                <a:lnTo>
                  <a:pt x="3350" y="738"/>
                </a:lnTo>
                <a:lnTo>
                  <a:pt x="3227" y="676"/>
                </a:lnTo>
                <a:lnTo>
                  <a:pt x="3073" y="645"/>
                </a:lnTo>
                <a:lnTo>
                  <a:pt x="2950" y="615"/>
                </a:lnTo>
                <a:lnTo>
                  <a:pt x="2797" y="645"/>
                </a:lnTo>
                <a:lnTo>
                  <a:pt x="2705" y="430"/>
                </a:lnTo>
                <a:lnTo>
                  <a:pt x="2551" y="277"/>
                </a:lnTo>
                <a:lnTo>
                  <a:pt x="2428" y="154"/>
                </a:lnTo>
                <a:lnTo>
                  <a:pt x="2274" y="62"/>
                </a:lnTo>
                <a:lnTo>
                  <a:pt x="2090" y="0"/>
                </a:lnTo>
                <a:close/>
              </a:path>
            </a:pathLst>
          </a:custGeom>
          <a:solidFill>
            <a:srgbClr val="BFE5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5"/>
          <p:cNvSpPr/>
          <p:nvPr/>
        </p:nvSpPr>
        <p:spPr>
          <a:xfrm>
            <a:off x="1901893" y="4054061"/>
            <a:ext cx="234301" cy="96208"/>
          </a:xfrm>
          <a:custGeom>
            <a:rect b="b" l="l" r="r" t="t"/>
            <a:pathLst>
              <a:path extrusionOk="0" h="1199" w="2920">
                <a:moveTo>
                  <a:pt x="1414" y="0"/>
                </a:moveTo>
                <a:lnTo>
                  <a:pt x="1291" y="31"/>
                </a:lnTo>
                <a:lnTo>
                  <a:pt x="1168" y="93"/>
                </a:lnTo>
                <a:lnTo>
                  <a:pt x="1076" y="154"/>
                </a:lnTo>
                <a:lnTo>
                  <a:pt x="984" y="246"/>
                </a:lnTo>
                <a:lnTo>
                  <a:pt x="922" y="338"/>
                </a:lnTo>
                <a:lnTo>
                  <a:pt x="861" y="431"/>
                </a:lnTo>
                <a:lnTo>
                  <a:pt x="799" y="553"/>
                </a:lnTo>
                <a:lnTo>
                  <a:pt x="707" y="523"/>
                </a:lnTo>
                <a:lnTo>
                  <a:pt x="584" y="492"/>
                </a:lnTo>
                <a:lnTo>
                  <a:pt x="431" y="523"/>
                </a:lnTo>
                <a:lnTo>
                  <a:pt x="277" y="584"/>
                </a:lnTo>
                <a:lnTo>
                  <a:pt x="185" y="676"/>
                </a:lnTo>
                <a:lnTo>
                  <a:pt x="93" y="768"/>
                </a:lnTo>
                <a:lnTo>
                  <a:pt x="31" y="922"/>
                </a:lnTo>
                <a:lnTo>
                  <a:pt x="1" y="1076"/>
                </a:lnTo>
                <a:lnTo>
                  <a:pt x="31" y="1199"/>
                </a:lnTo>
                <a:lnTo>
                  <a:pt x="2889" y="1199"/>
                </a:lnTo>
                <a:lnTo>
                  <a:pt x="2919" y="1076"/>
                </a:lnTo>
                <a:lnTo>
                  <a:pt x="2919" y="953"/>
                </a:lnTo>
                <a:lnTo>
                  <a:pt x="2889" y="830"/>
                </a:lnTo>
                <a:lnTo>
                  <a:pt x="2827" y="738"/>
                </a:lnTo>
                <a:lnTo>
                  <a:pt x="2766" y="676"/>
                </a:lnTo>
                <a:lnTo>
                  <a:pt x="2674" y="584"/>
                </a:lnTo>
                <a:lnTo>
                  <a:pt x="2581" y="553"/>
                </a:lnTo>
                <a:lnTo>
                  <a:pt x="2459" y="523"/>
                </a:lnTo>
                <a:lnTo>
                  <a:pt x="2366" y="492"/>
                </a:lnTo>
                <a:lnTo>
                  <a:pt x="2244" y="523"/>
                </a:lnTo>
                <a:lnTo>
                  <a:pt x="2151" y="338"/>
                </a:lnTo>
                <a:lnTo>
                  <a:pt x="2059" y="215"/>
                </a:lnTo>
                <a:lnTo>
                  <a:pt x="1936" y="123"/>
                </a:lnTo>
                <a:lnTo>
                  <a:pt x="1813" y="62"/>
                </a:lnTo>
                <a:lnTo>
                  <a:pt x="1690" y="0"/>
                </a:lnTo>
                <a:close/>
              </a:path>
            </a:pathLst>
          </a:custGeom>
          <a:solidFill>
            <a:srgbClr val="6585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5"/>
          <p:cNvSpPr/>
          <p:nvPr/>
        </p:nvSpPr>
        <p:spPr>
          <a:xfrm>
            <a:off x="2750014" y="4049086"/>
            <a:ext cx="246578" cy="103670"/>
          </a:xfrm>
          <a:custGeom>
            <a:rect b="b" l="l" r="r" t="t"/>
            <a:pathLst>
              <a:path extrusionOk="0" h="1292" w="3073">
                <a:moveTo>
                  <a:pt x="1598" y="1"/>
                </a:moveTo>
                <a:lnTo>
                  <a:pt x="1475" y="32"/>
                </a:lnTo>
                <a:lnTo>
                  <a:pt x="1352" y="62"/>
                </a:lnTo>
                <a:lnTo>
                  <a:pt x="1229" y="93"/>
                </a:lnTo>
                <a:lnTo>
                  <a:pt x="1106" y="185"/>
                </a:lnTo>
                <a:lnTo>
                  <a:pt x="1014" y="247"/>
                </a:lnTo>
                <a:lnTo>
                  <a:pt x="953" y="370"/>
                </a:lnTo>
                <a:lnTo>
                  <a:pt x="891" y="462"/>
                </a:lnTo>
                <a:lnTo>
                  <a:pt x="860" y="585"/>
                </a:lnTo>
                <a:lnTo>
                  <a:pt x="738" y="554"/>
                </a:lnTo>
                <a:lnTo>
                  <a:pt x="430" y="554"/>
                </a:lnTo>
                <a:lnTo>
                  <a:pt x="277" y="615"/>
                </a:lnTo>
                <a:lnTo>
                  <a:pt x="185" y="708"/>
                </a:lnTo>
                <a:lnTo>
                  <a:pt x="92" y="830"/>
                </a:lnTo>
                <a:lnTo>
                  <a:pt x="31" y="984"/>
                </a:lnTo>
                <a:lnTo>
                  <a:pt x="0" y="1138"/>
                </a:lnTo>
                <a:lnTo>
                  <a:pt x="31" y="1291"/>
                </a:lnTo>
                <a:lnTo>
                  <a:pt x="3042" y="1291"/>
                </a:lnTo>
                <a:lnTo>
                  <a:pt x="3073" y="1138"/>
                </a:lnTo>
                <a:lnTo>
                  <a:pt x="3042" y="1015"/>
                </a:lnTo>
                <a:lnTo>
                  <a:pt x="3011" y="892"/>
                </a:lnTo>
                <a:lnTo>
                  <a:pt x="2950" y="800"/>
                </a:lnTo>
                <a:lnTo>
                  <a:pt x="2888" y="708"/>
                </a:lnTo>
                <a:lnTo>
                  <a:pt x="2796" y="646"/>
                </a:lnTo>
                <a:lnTo>
                  <a:pt x="2704" y="585"/>
                </a:lnTo>
                <a:lnTo>
                  <a:pt x="2581" y="554"/>
                </a:lnTo>
                <a:lnTo>
                  <a:pt x="2335" y="554"/>
                </a:lnTo>
                <a:lnTo>
                  <a:pt x="2274" y="370"/>
                </a:lnTo>
                <a:lnTo>
                  <a:pt x="2151" y="247"/>
                </a:lnTo>
                <a:lnTo>
                  <a:pt x="2028" y="155"/>
                </a:lnTo>
                <a:lnTo>
                  <a:pt x="1905" y="62"/>
                </a:lnTo>
                <a:lnTo>
                  <a:pt x="1752" y="32"/>
                </a:lnTo>
                <a:lnTo>
                  <a:pt x="1598" y="1"/>
                </a:lnTo>
                <a:close/>
              </a:path>
            </a:pathLst>
          </a:custGeom>
          <a:solidFill>
            <a:srgbClr val="BFE5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5"/>
          <p:cNvSpPr/>
          <p:nvPr/>
        </p:nvSpPr>
        <p:spPr>
          <a:xfrm>
            <a:off x="2873260" y="4071312"/>
            <a:ext cx="194823" cy="81444"/>
          </a:xfrm>
          <a:custGeom>
            <a:rect b="b" l="l" r="r" t="t"/>
            <a:pathLst>
              <a:path extrusionOk="0" h="1015" w="2428">
                <a:moveTo>
                  <a:pt x="1260" y="0"/>
                </a:moveTo>
                <a:lnTo>
                  <a:pt x="1076" y="31"/>
                </a:lnTo>
                <a:lnTo>
                  <a:pt x="892" y="123"/>
                </a:lnTo>
                <a:lnTo>
                  <a:pt x="738" y="277"/>
                </a:lnTo>
                <a:lnTo>
                  <a:pt x="676" y="461"/>
                </a:lnTo>
                <a:lnTo>
                  <a:pt x="584" y="431"/>
                </a:lnTo>
                <a:lnTo>
                  <a:pt x="461" y="400"/>
                </a:lnTo>
                <a:lnTo>
                  <a:pt x="338" y="431"/>
                </a:lnTo>
                <a:lnTo>
                  <a:pt x="216" y="492"/>
                </a:lnTo>
                <a:lnTo>
                  <a:pt x="123" y="553"/>
                </a:lnTo>
                <a:lnTo>
                  <a:pt x="62" y="646"/>
                </a:lnTo>
                <a:lnTo>
                  <a:pt x="0" y="769"/>
                </a:lnTo>
                <a:lnTo>
                  <a:pt x="0" y="891"/>
                </a:lnTo>
                <a:lnTo>
                  <a:pt x="0" y="1014"/>
                </a:lnTo>
                <a:lnTo>
                  <a:pt x="2428" y="1014"/>
                </a:lnTo>
                <a:lnTo>
                  <a:pt x="2428" y="891"/>
                </a:lnTo>
                <a:lnTo>
                  <a:pt x="2428" y="799"/>
                </a:lnTo>
                <a:lnTo>
                  <a:pt x="2397" y="707"/>
                </a:lnTo>
                <a:lnTo>
                  <a:pt x="2305" y="553"/>
                </a:lnTo>
                <a:lnTo>
                  <a:pt x="2151" y="461"/>
                </a:lnTo>
                <a:lnTo>
                  <a:pt x="2059" y="431"/>
                </a:lnTo>
                <a:lnTo>
                  <a:pt x="1967" y="400"/>
                </a:lnTo>
                <a:lnTo>
                  <a:pt x="1875" y="431"/>
                </a:lnTo>
                <a:lnTo>
                  <a:pt x="1813" y="277"/>
                </a:lnTo>
                <a:lnTo>
                  <a:pt x="1721" y="185"/>
                </a:lnTo>
                <a:lnTo>
                  <a:pt x="1629" y="93"/>
                </a:lnTo>
                <a:lnTo>
                  <a:pt x="1506" y="31"/>
                </a:lnTo>
                <a:lnTo>
                  <a:pt x="1383" y="0"/>
                </a:lnTo>
                <a:close/>
              </a:path>
            </a:pathLst>
          </a:custGeom>
          <a:solidFill>
            <a:srgbClr val="6585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5"/>
          <p:cNvSpPr/>
          <p:nvPr/>
        </p:nvSpPr>
        <p:spPr>
          <a:xfrm>
            <a:off x="4643400" y="4367151"/>
            <a:ext cx="14844" cy="46940"/>
          </a:xfrm>
          <a:custGeom>
            <a:rect b="b" l="l" r="r" t="t"/>
            <a:pathLst>
              <a:path extrusionOk="0" h="585" w="185">
                <a:moveTo>
                  <a:pt x="1" y="1"/>
                </a:moveTo>
                <a:lnTo>
                  <a:pt x="185" y="584"/>
                </a:lnTo>
                <a:lnTo>
                  <a:pt x="93" y="277"/>
                </a:lnTo>
                <a:lnTo>
                  <a:pt x="1" y="1"/>
                </a:lnTo>
                <a:close/>
              </a:path>
            </a:pathLst>
          </a:custGeom>
          <a:solidFill>
            <a:srgbClr val="DFE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5"/>
          <p:cNvSpPr/>
          <p:nvPr/>
        </p:nvSpPr>
        <p:spPr>
          <a:xfrm>
            <a:off x="3117345" y="3679348"/>
            <a:ext cx="1582894" cy="922118"/>
          </a:xfrm>
          <a:custGeom>
            <a:rect b="b" l="l" r="r" t="t"/>
            <a:pathLst>
              <a:path extrusionOk="0" h="11492" w="19727">
                <a:moveTo>
                  <a:pt x="2796" y="0"/>
                </a:moveTo>
                <a:lnTo>
                  <a:pt x="2551" y="31"/>
                </a:lnTo>
                <a:lnTo>
                  <a:pt x="2305" y="61"/>
                </a:lnTo>
                <a:lnTo>
                  <a:pt x="2090" y="123"/>
                </a:lnTo>
                <a:lnTo>
                  <a:pt x="1875" y="184"/>
                </a:lnTo>
                <a:lnTo>
                  <a:pt x="1660" y="307"/>
                </a:lnTo>
                <a:lnTo>
                  <a:pt x="1444" y="399"/>
                </a:lnTo>
                <a:lnTo>
                  <a:pt x="1260" y="553"/>
                </a:lnTo>
                <a:lnTo>
                  <a:pt x="1106" y="707"/>
                </a:lnTo>
                <a:lnTo>
                  <a:pt x="953" y="891"/>
                </a:lnTo>
                <a:lnTo>
                  <a:pt x="799" y="1075"/>
                </a:lnTo>
                <a:lnTo>
                  <a:pt x="676" y="1260"/>
                </a:lnTo>
                <a:lnTo>
                  <a:pt x="584" y="1475"/>
                </a:lnTo>
                <a:lnTo>
                  <a:pt x="492" y="1690"/>
                </a:lnTo>
                <a:lnTo>
                  <a:pt x="430" y="1936"/>
                </a:lnTo>
                <a:lnTo>
                  <a:pt x="400" y="2151"/>
                </a:lnTo>
                <a:lnTo>
                  <a:pt x="400" y="2397"/>
                </a:lnTo>
                <a:lnTo>
                  <a:pt x="400" y="9341"/>
                </a:lnTo>
                <a:lnTo>
                  <a:pt x="62" y="10416"/>
                </a:lnTo>
                <a:lnTo>
                  <a:pt x="0" y="10416"/>
                </a:lnTo>
                <a:lnTo>
                  <a:pt x="0" y="11338"/>
                </a:lnTo>
                <a:lnTo>
                  <a:pt x="0" y="11369"/>
                </a:lnTo>
                <a:lnTo>
                  <a:pt x="0" y="11399"/>
                </a:lnTo>
                <a:lnTo>
                  <a:pt x="31" y="11430"/>
                </a:lnTo>
                <a:lnTo>
                  <a:pt x="62" y="11461"/>
                </a:lnTo>
                <a:lnTo>
                  <a:pt x="92" y="11461"/>
                </a:lnTo>
                <a:lnTo>
                  <a:pt x="123" y="11491"/>
                </a:lnTo>
                <a:lnTo>
                  <a:pt x="19634" y="11491"/>
                </a:lnTo>
                <a:lnTo>
                  <a:pt x="19696" y="11461"/>
                </a:lnTo>
                <a:lnTo>
                  <a:pt x="19726" y="11399"/>
                </a:lnTo>
                <a:lnTo>
                  <a:pt x="19726" y="10324"/>
                </a:lnTo>
                <a:lnTo>
                  <a:pt x="19696" y="10170"/>
                </a:lnTo>
                <a:lnTo>
                  <a:pt x="19603" y="10017"/>
                </a:lnTo>
                <a:lnTo>
                  <a:pt x="19450" y="9924"/>
                </a:lnTo>
                <a:lnTo>
                  <a:pt x="19296" y="9894"/>
                </a:lnTo>
                <a:lnTo>
                  <a:pt x="19265" y="9525"/>
                </a:lnTo>
                <a:lnTo>
                  <a:pt x="19204" y="9156"/>
                </a:lnTo>
                <a:lnTo>
                  <a:pt x="19112" y="8849"/>
                </a:lnTo>
                <a:lnTo>
                  <a:pt x="19020" y="8573"/>
                </a:lnTo>
                <a:lnTo>
                  <a:pt x="18958" y="8450"/>
                </a:lnTo>
                <a:lnTo>
                  <a:pt x="18897" y="8327"/>
                </a:lnTo>
                <a:lnTo>
                  <a:pt x="18743" y="8142"/>
                </a:lnTo>
                <a:lnTo>
                  <a:pt x="18559" y="7897"/>
                </a:lnTo>
                <a:lnTo>
                  <a:pt x="18282" y="7589"/>
                </a:lnTo>
                <a:lnTo>
                  <a:pt x="17821" y="7159"/>
                </a:lnTo>
                <a:lnTo>
                  <a:pt x="17207" y="6637"/>
                </a:lnTo>
                <a:lnTo>
                  <a:pt x="16500" y="6114"/>
                </a:lnTo>
                <a:lnTo>
                  <a:pt x="15640" y="5531"/>
                </a:lnTo>
                <a:lnTo>
                  <a:pt x="14779" y="4732"/>
                </a:lnTo>
                <a:lnTo>
                  <a:pt x="13028" y="3134"/>
                </a:lnTo>
                <a:lnTo>
                  <a:pt x="10539" y="799"/>
                </a:lnTo>
                <a:lnTo>
                  <a:pt x="10386" y="645"/>
                </a:lnTo>
                <a:lnTo>
                  <a:pt x="10232" y="522"/>
                </a:lnTo>
                <a:lnTo>
                  <a:pt x="10048" y="369"/>
                </a:lnTo>
                <a:lnTo>
                  <a:pt x="9802" y="246"/>
                </a:lnTo>
                <a:lnTo>
                  <a:pt x="9525" y="123"/>
                </a:lnTo>
                <a:lnTo>
                  <a:pt x="9218" y="31"/>
                </a:lnTo>
                <a:lnTo>
                  <a:pt x="8880" y="0"/>
                </a:lnTo>
                <a:close/>
              </a:path>
            </a:pathLst>
          </a:custGeom>
          <a:solidFill>
            <a:srgbClr val="DFE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5"/>
          <p:cNvSpPr/>
          <p:nvPr/>
        </p:nvSpPr>
        <p:spPr>
          <a:xfrm>
            <a:off x="3117345" y="3679348"/>
            <a:ext cx="1582894" cy="922118"/>
          </a:xfrm>
          <a:custGeom>
            <a:rect b="b" l="l" r="r" t="t"/>
            <a:pathLst>
              <a:path extrusionOk="0" fill="none" h="11492" w="19727">
                <a:moveTo>
                  <a:pt x="0" y="10416"/>
                </a:moveTo>
                <a:lnTo>
                  <a:pt x="0" y="11338"/>
                </a:lnTo>
                <a:lnTo>
                  <a:pt x="0" y="11369"/>
                </a:lnTo>
                <a:lnTo>
                  <a:pt x="0" y="11399"/>
                </a:lnTo>
                <a:lnTo>
                  <a:pt x="0" y="11399"/>
                </a:lnTo>
                <a:lnTo>
                  <a:pt x="31" y="11430"/>
                </a:lnTo>
                <a:lnTo>
                  <a:pt x="31" y="11430"/>
                </a:lnTo>
                <a:lnTo>
                  <a:pt x="31" y="11430"/>
                </a:lnTo>
                <a:lnTo>
                  <a:pt x="62" y="11461"/>
                </a:lnTo>
                <a:lnTo>
                  <a:pt x="92" y="11461"/>
                </a:lnTo>
                <a:lnTo>
                  <a:pt x="92" y="11461"/>
                </a:lnTo>
                <a:lnTo>
                  <a:pt x="123" y="11491"/>
                </a:lnTo>
                <a:lnTo>
                  <a:pt x="19634" y="11491"/>
                </a:lnTo>
                <a:lnTo>
                  <a:pt x="19634" y="11491"/>
                </a:lnTo>
                <a:lnTo>
                  <a:pt x="19696" y="11461"/>
                </a:lnTo>
                <a:lnTo>
                  <a:pt x="19726" y="11399"/>
                </a:lnTo>
                <a:lnTo>
                  <a:pt x="19726" y="10324"/>
                </a:lnTo>
                <a:lnTo>
                  <a:pt x="19726" y="10324"/>
                </a:lnTo>
                <a:lnTo>
                  <a:pt x="19696" y="10170"/>
                </a:lnTo>
                <a:lnTo>
                  <a:pt x="19603" y="10017"/>
                </a:lnTo>
                <a:lnTo>
                  <a:pt x="19603" y="10017"/>
                </a:lnTo>
                <a:lnTo>
                  <a:pt x="19450" y="9924"/>
                </a:lnTo>
                <a:lnTo>
                  <a:pt x="19296" y="9894"/>
                </a:lnTo>
                <a:lnTo>
                  <a:pt x="19296" y="9894"/>
                </a:lnTo>
                <a:lnTo>
                  <a:pt x="19265" y="9525"/>
                </a:lnTo>
                <a:lnTo>
                  <a:pt x="19204" y="9156"/>
                </a:lnTo>
                <a:lnTo>
                  <a:pt x="19204" y="9156"/>
                </a:lnTo>
                <a:lnTo>
                  <a:pt x="19204" y="9156"/>
                </a:lnTo>
                <a:lnTo>
                  <a:pt x="19112" y="8849"/>
                </a:lnTo>
                <a:lnTo>
                  <a:pt x="19020" y="8573"/>
                </a:lnTo>
                <a:lnTo>
                  <a:pt x="19020" y="8573"/>
                </a:lnTo>
                <a:lnTo>
                  <a:pt x="19020" y="8573"/>
                </a:lnTo>
                <a:lnTo>
                  <a:pt x="18958" y="8450"/>
                </a:lnTo>
                <a:lnTo>
                  <a:pt x="18958" y="8450"/>
                </a:lnTo>
                <a:lnTo>
                  <a:pt x="18958" y="8450"/>
                </a:lnTo>
                <a:lnTo>
                  <a:pt x="18897" y="8327"/>
                </a:lnTo>
                <a:lnTo>
                  <a:pt x="18743" y="8142"/>
                </a:lnTo>
                <a:lnTo>
                  <a:pt x="18559" y="7897"/>
                </a:lnTo>
                <a:lnTo>
                  <a:pt x="18282" y="7589"/>
                </a:lnTo>
                <a:lnTo>
                  <a:pt x="18282" y="7589"/>
                </a:lnTo>
                <a:lnTo>
                  <a:pt x="17821" y="7159"/>
                </a:lnTo>
                <a:lnTo>
                  <a:pt x="17207" y="6637"/>
                </a:lnTo>
                <a:lnTo>
                  <a:pt x="16500" y="6114"/>
                </a:lnTo>
                <a:lnTo>
                  <a:pt x="15640" y="5531"/>
                </a:lnTo>
                <a:lnTo>
                  <a:pt x="15640" y="5531"/>
                </a:lnTo>
                <a:lnTo>
                  <a:pt x="14779" y="4732"/>
                </a:lnTo>
                <a:lnTo>
                  <a:pt x="13028" y="3134"/>
                </a:lnTo>
                <a:lnTo>
                  <a:pt x="10539" y="799"/>
                </a:lnTo>
                <a:lnTo>
                  <a:pt x="10539" y="799"/>
                </a:lnTo>
                <a:lnTo>
                  <a:pt x="10386" y="645"/>
                </a:lnTo>
                <a:lnTo>
                  <a:pt x="10232" y="522"/>
                </a:lnTo>
                <a:lnTo>
                  <a:pt x="10048" y="369"/>
                </a:lnTo>
                <a:lnTo>
                  <a:pt x="9802" y="246"/>
                </a:lnTo>
                <a:lnTo>
                  <a:pt x="9525" y="123"/>
                </a:lnTo>
                <a:lnTo>
                  <a:pt x="9218" y="31"/>
                </a:lnTo>
                <a:lnTo>
                  <a:pt x="8880" y="0"/>
                </a:lnTo>
                <a:lnTo>
                  <a:pt x="2796" y="0"/>
                </a:lnTo>
                <a:lnTo>
                  <a:pt x="2796" y="0"/>
                </a:lnTo>
                <a:lnTo>
                  <a:pt x="2551" y="31"/>
                </a:lnTo>
                <a:lnTo>
                  <a:pt x="2305" y="61"/>
                </a:lnTo>
                <a:lnTo>
                  <a:pt x="2090" y="123"/>
                </a:lnTo>
                <a:lnTo>
                  <a:pt x="1875" y="184"/>
                </a:lnTo>
                <a:lnTo>
                  <a:pt x="1660" y="307"/>
                </a:lnTo>
                <a:lnTo>
                  <a:pt x="1444" y="399"/>
                </a:lnTo>
                <a:lnTo>
                  <a:pt x="1260" y="553"/>
                </a:lnTo>
                <a:lnTo>
                  <a:pt x="1106" y="707"/>
                </a:lnTo>
                <a:lnTo>
                  <a:pt x="953" y="891"/>
                </a:lnTo>
                <a:lnTo>
                  <a:pt x="799" y="1075"/>
                </a:lnTo>
                <a:lnTo>
                  <a:pt x="676" y="1260"/>
                </a:lnTo>
                <a:lnTo>
                  <a:pt x="584" y="1475"/>
                </a:lnTo>
                <a:lnTo>
                  <a:pt x="492" y="1690"/>
                </a:lnTo>
                <a:lnTo>
                  <a:pt x="430" y="1936"/>
                </a:lnTo>
                <a:lnTo>
                  <a:pt x="400" y="2151"/>
                </a:lnTo>
                <a:lnTo>
                  <a:pt x="400" y="2397"/>
                </a:lnTo>
                <a:lnTo>
                  <a:pt x="400" y="9341"/>
                </a:lnTo>
                <a:lnTo>
                  <a:pt x="62" y="10416"/>
                </a:lnTo>
                <a:lnTo>
                  <a:pt x="0" y="10416"/>
                </a:lnTo>
                <a:lnTo>
                  <a:pt x="0" y="10416"/>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5"/>
          <p:cNvSpPr/>
          <p:nvPr/>
        </p:nvSpPr>
        <p:spPr>
          <a:xfrm>
            <a:off x="3178968" y="4113196"/>
            <a:ext cx="108565" cy="108565"/>
          </a:xfrm>
          <a:custGeom>
            <a:rect b="b" l="l" r="r" t="t"/>
            <a:pathLst>
              <a:path extrusionOk="0" h="1353" w="1353">
                <a:moveTo>
                  <a:pt x="554" y="1"/>
                </a:moveTo>
                <a:lnTo>
                  <a:pt x="431" y="31"/>
                </a:lnTo>
                <a:lnTo>
                  <a:pt x="308" y="93"/>
                </a:lnTo>
                <a:lnTo>
                  <a:pt x="185" y="185"/>
                </a:lnTo>
                <a:lnTo>
                  <a:pt x="123" y="277"/>
                </a:lnTo>
                <a:lnTo>
                  <a:pt x="62" y="400"/>
                </a:lnTo>
                <a:lnTo>
                  <a:pt x="0" y="523"/>
                </a:lnTo>
                <a:lnTo>
                  <a:pt x="0" y="677"/>
                </a:lnTo>
                <a:lnTo>
                  <a:pt x="0" y="800"/>
                </a:lnTo>
                <a:lnTo>
                  <a:pt x="62" y="923"/>
                </a:lnTo>
                <a:lnTo>
                  <a:pt x="123" y="1045"/>
                </a:lnTo>
                <a:lnTo>
                  <a:pt x="185" y="1168"/>
                </a:lnTo>
                <a:lnTo>
                  <a:pt x="308" y="1230"/>
                </a:lnTo>
                <a:lnTo>
                  <a:pt x="431" y="1291"/>
                </a:lnTo>
                <a:lnTo>
                  <a:pt x="554" y="1353"/>
                </a:lnTo>
                <a:lnTo>
                  <a:pt x="830" y="1353"/>
                </a:lnTo>
                <a:lnTo>
                  <a:pt x="953" y="1291"/>
                </a:lnTo>
                <a:lnTo>
                  <a:pt x="1076" y="1230"/>
                </a:lnTo>
                <a:lnTo>
                  <a:pt x="1168" y="1168"/>
                </a:lnTo>
                <a:lnTo>
                  <a:pt x="1260" y="1045"/>
                </a:lnTo>
                <a:lnTo>
                  <a:pt x="1322" y="923"/>
                </a:lnTo>
                <a:lnTo>
                  <a:pt x="1352" y="800"/>
                </a:lnTo>
                <a:lnTo>
                  <a:pt x="1352" y="677"/>
                </a:lnTo>
                <a:lnTo>
                  <a:pt x="1352" y="523"/>
                </a:lnTo>
                <a:lnTo>
                  <a:pt x="1322" y="400"/>
                </a:lnTo>
                <a:lnTo>
                  <a:pt x="1260" y="277"/>
                </a:lnTo>
                <a:lnTo>
                  <a:pt x="1168" y="185"/>
                </a:lnTo>
                <a:lnTo>
                  <a:pt x="1076" y="93"/>
                </a:lnTo>
                <a:lnTo>
                  <a:pt x="953" y="31"/>
                </a:lnTo>
                <a:lnTo>
                  <a:pt x="830" y="1"/>
                </a:lnTo>
                <a:close/>
              </a:path>
            </a:pathLst>
          </a:custGeom>
          <a:solidFill>
            <a:srgbClr val="B5C3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5"/>
          <p:cNvSpPr/>
          <p:nvPr/>
        </p:nvSpPr>
        <p:spPr>
          <a:xfrm>
            <a:off x="3193732" y="4125553"/>
            <a:ext cx="81444" cy="81444"/>
          </a:xfrm>
          <a:custGeom>
            <a:rect b="b" l="l" r="r" t="t"/>
            <a:pathLst>
              <a:path extrusionOk="0" h="1015" w="1015">
                <a:moveTo>
                  <a:pt x="492" y="0"/>
                </a:moveTo>
                <a:lnTo>
                  <a:pt x="400" y="31"/>
                </a:lnTo>
                <a:lnTo>
                  <a:pt x="308" y="62"/>
                </a:lnTo>
                <a:lnTo>
                  <a:pt x="216" y="93"/>
                </a:lnTo>
                <a:lnTo>
                  <a:pt x="154" y="154"/>
                </a:lnTo>
                <a:lnTo>
                  <a:pt x="93" y="246"/>
                </a:lnTo>
                <a:lnTo>
                  <a:pt x="32" y="308"/>
                </a:lnTo>
                <a:lnTo>
                  <a:pt x="1" y="431"/>
                </a:lnTo>
                <a:lnTo>
                  <a:pt x="1" y="523"/>
                </a:lnTo>
                <a:lnTo>
                  <a:pt x="1" y="615"/>
                </a:lnTo>
                <a:lnTo>
                  <a:pt x="32" y="707"/>
                </a:lnTo>
                <a:lnTo>
                  <a:pt x="93" y="799"/>
                </a:lnTo>
                <a:lnTo>
                  <a:pt x="154" y="861"/>
                </a:lnTo>
                <a:lnTo>
                  <a:pt x="216" y="922"/>
                </a:lnTo>
                <a:lnTo>
                  <a:pt x="308" y="984"/>
                </a:lnTo>
                <a:lnTo>
                  <a:pt x="400" y="1014"/>
                </a:lnTo>
                <a:lnTo>
                  <a:pt x="615" y="1014"/>
                </a:lnTo>
                <a:lnTo>
                  <a:pt x="708" y="984"/>
                </a:lnTo>
                <a:lnTo>
                  <a:pt x="769" y="922"/>
                </a:lnTo>
                <a:lnTo>
                  <a:pt x="861" y="861"/>
                </a:lnTo>
                <a:lnTo>
                  <a:pt x="923" y="799"/>
                </a:lnTo>
                <a:lnTo>
                  <a:pt x="953" y="707"/>
                </a:lnTo>
                <a:lnTo>
                  <a:pt x="984" y="615"/>
                </a:lnTo>
                <a:lnTo>
                  <a:pt x="1015" y="523"/>
                </a:lnTo>
                <a:lnTo>
                  <a:pt x="984" y="431"/>
                </a:lnTo>
                <a:lnTo>
                  <a:pt x="953" y="308"/>
                </a:lnTo>
                <a:lnTo>
                  <a:pt x="923" y="246"/>
                </a:lnTo>
                <a:lnTo>
                  <a:pt x="861" y="154"/>
                </a:lnTo>
                <a:lnTo>
                  <a:pt x="769" y="93"/>
                </a:lnTo>
                <a:lnTo>
                  <a:pt x="708" y="62"/>
                </a:lnTo>
                <a:lnTo>
                  <a:pt x="615" y="31"/>
                </a:lnTo>
                <a:lnTo>
                  <a:pt x="492" y="0"/>
                </a:lnTo>
                <a:close/>
              </a:path>
            </a:pathLst>
          </a:custGeom>
          <a:solidFill>
            <a:srgbClr val="D3D3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5"/>
          <p:cNvSpPr/>
          <p:nvPr/>
        </p:nvSpPr>
        <p:spPr>
          <a:xfrm>
            <a:off x="3208576" y="4142804"/>
            <a:ext cx="49348" cy="49348"/>
          </a:xfrm>
          <a:custGeom>
            <a:rect b="b" l="l" r="r" t="t"/>
            <a:pathLst>
              <a:path extrusionOk="0" h="615" w="615">
                <a:moveTo>
                  <a:pt x="307" y="0"/>
                </a:moveTo>
                <a:lnTo>
                  <a:pt x="185" y="31"/>
                </a:lnTo>
                <a:lnTo>
                  <a:pt x="92" y="93"/>
                </a:lnTo>
                <a:lnTo>
                  <a:pt x="31" y="185"/>
                </a:lnTo>
                <a:lnTo>
                  <a:pt x="0" y="308"/>
                </a:lnTo>
                <a:lnTo>
                  <a:pt x="31" y="431"/>
                </a:lnTo>
                <a:lnTo>
                  <a:pt x="92" y="523"/>
                </a:lnTo>
                <a:lnTo>
                  <a:pt x="185" y="584"/>
                </a:lnTo>
                <a:lnTo>
                  <a:pt x="307" y="615"/>
                </a:lnTo>
                <a:lnTo>
                  <a:pt x="430" y="584"/>
                </a:lnTo>
                <a:lnTo>
                  <a:pt x="523" y="523"/>
                </a:lnTo>
                <a:lnTo>
                  <a:pt x="584" y="431"/>
                </a:lnTo>
                <a:lnTo>
                  <a:pt x="615" y="308"/>
                </a:lnTo>
                <a:lnTo>
                  <a:pt x="584" y="185"/>
                </a:lnTo>
                <a:lnTo>
                  <a:pt x="523" y="93"/>
                </a:lnTo>
                <a:lnTo>
                  <a:pt x="430" y="31"/>
                </a:lnTo>
                <a:lnTo>
                  <a:pt x="307" y="0"/>
                </a:lnTo>
                <a:close/>
              </a:path>
            </a:pathLst>
          </a:custGeom>
          <a:solidFill>
            <a:srgbClr val="2A40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5"/>
          <p:cNvSpPr/>
          <p:nvPr/>
        </p:nvSpPr>
        <p:spPr>
          <a:xfrm>
            <a:off x="3215958" y="4147699"/>
            <a:ext cx="37071" cy="37071"/>
          </a:xfrm>
          <a:custGeom>
            <a:rect b="b" l="l" r="r" t="t"/>
            <a:pathLst>
              <a:path extrusionOk="0" h="462" w="462">
                <a:moveTo>
                  <a:pt x="215" y="1"/>
                </a:moveTo>
                <a:lnTo>
                  <a:pt x="123" y="32"/>
                </a:lnTo>
                <a:lnTo>
                  <a:pt x="62" y="93"/>
                </a:lnTo>
                <a:lnTo>
                  <a:pt x="0" y="155"/>
                </a:lnTo>
                <a:lnTo>
                  <a:pt x="0" y="247"/>
                </a:lnTo>
                <a:lnTo>
                  <a:pt x="0" y="339"/>
                </a:lnTo>
                <a:lnTo>
                  <a:pt x="62" y="400"/>
                </a:lnTo>
                <a:lnTo>
                  <a:pt x="123" y="462"/>
                </a:lnTo>
                <a:lnTo>
                  <a:pt x="308" y="462"/>
                </a:lnTo>
                <a:lnTo>
                  <a:pt x="369" y="400"/>
                </a:lnTo>
                <a:lnTo>
                  <a:pt x="431" y="339"/>
                </a:lnTo>
                <a:lnTo>
                  <a:pt x="461" y="247"/>
                </a:lnTo>
                <a:lnTo>
                  <a:pt x="431" y="155"/>
                </a:lnTo>
                <a:lnTo>
                  <a:pt x="369" y="93"/>
                </a:lnTo>
                <a:lnTo>
                  <a:pt x="308" y="32"/>
                </a:lnTo>
                <a:lnTo>
                  <a:pt x="21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5"/>
          <p:cNvSpPr/>
          <p:nvPr/>
        </p:nvSpPr>
        <p:spPr>
          <a:xfrm>
            <a:off x="3149360" y="4231548"/>
            <a:ext cx="54322" cy="54322"/>
          </a:xfrm>
          <a:custGeom>
            <a:rect b="b" l="l" r="r" t="t"/>
            <a:pathLst>
              <a:path extrusionOk="0" h="677" w="677">
                <a:moveTo>
                  <a:pt x="1" y="1"/>
                </a:moveTo>
                <a:lnTo>
                  <a:pt x="1" y="677"/>
                </a:lnTo>
                <a:lnTo>
                  <a:pt x="339" y="677"/>
                </a:lnTo>
                <a:lnTo>
                  <a:pt x="492" y="646"/>
                </a:lnTo>
                <a:lnTo>
                  <a:pt x="585" y="584"/>
                </a:lnTo>
                <a:lnTo>
                  <a:pt x="677" y="492"/>
                </a:lnTo>
                <a:lnTo>
                  <a:pt x="677" y="339"/>
                </a:lnTo>
                <a:lnTo>
                  <a:pt x="677" y="216"/>
                </a:lnTo>
                <a:lnTo>
                  <a:pt x="585" y="93"/>
                </a:lnTo>
                <a:lnTo>
                  <a:pt x="492" y="31"/>
                </a:lnTo>
                <a:lnTo>
                  <a:pt x="339" y="1"/>
                </a:lnTo>
                <a:close/>
              </a:path>
            </a:pathLst>
          </a:custGeom>
          <a:solidFill>
            <a:srgbClr val="E56E1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5"/>
          <p:cNvSpPr/>
          <p:nvPr/>
        </p:nvSpPr>
        <p:spPr>
          <a:xfrm>
            <a:off x="3415672" y="3721232"/>
            <a:ext cx="875258" cy="816121"/>
          </a:xfrm>
          <a:custGeom>
            <a:rect b="b" l="l" r="r" t="t"/>
            <a:pathLst>
              <a:path extrusionOk="0" h="10171" w="10908">
                <a:moveTo>
                  <a:pt x="0" y="0"/>
                </a:moveTo>
                <a:lnTo>
                  <a:pt x="0" y="6176"/>
                </a:lnTo>
                <a:lnTo>
                  <a:pt x="0" y="6238"/>
                </a:lnTo>
                <a:lnTo>
                  <a:pt x="31" y="6361"/>
                </a:lnTo>
                <a:lnTo>
                  <a:pt x="92" y="6422"/>
                </a:lnTo>
                <a:lnTo>
                  <a:pt x="154" y="6514"/>
                </a:lnTo>
                <a:lnTo>
                  <a:pt x="246" y="6576"/>
                </a:lnTo>
                <a:lnTo>
                  <a:pt x="369" y="6606"/>
                </a:lnTo>
                <a:lnTo>
                  <a:pt x="430" y="6606"/>
                </a:lnTo>
                <a:lnTo>
                  <a:pt x="645" y="6668"/>
                </a:lnTo>
                <a:lnTo>
                  <a:pt x="891" y="6760"/>
                </a:lnTo>
                <a:lnTo>
                  <a:pt x="1106" y="6852"/>
                </a:lnTo>
                <a:lnTo>
                  <a:pt x="1229" y="6914"/>
                </a:lnTo>
                <a:lnTo>
                  <a:pt x="1536" y="7098"/>
                </a:lnTo>
                <a:lnTo>
                  <a:pt x="1844" y="7313"/>
                </a:lnTo>
                <a:lnTo>
                  <a:pt x="1967" y="7405"/>
                </a:lnTo>
                <a:lnTo>
                  <a:pt x="2089" y="7528"/>
                </a:lnTo>
                <a:lnTo>
                  <a:pt x="2151" y="7620"/>
                </a:lnTo>
                <a:lnTo>
                  <a:pt x="2274" y="7743"/>
                </a:lnTo>
                <a:lnTo>
                  <a:pt x="2366" y="7835"/>
                </a:lnTo>
                <a:lnTo>
                  <a:pt x="2520" y="8051"/>
                </a:lnTo>
                <a:lnTo>
                  <a:pt x="2673" y="8327"/>
                </a:lnTo>
                <a:lnTo>
                  <a:pt x="2735" y="8389"/>
                </a:lnTo>
                <a:lnTo>
                  <a:pt x="2796" y="8511"/>
                </a:lnTo>
                <a:lnTo>
                  <a:pt x="2858" y="8665"/>
                </a:lnTo>
                <a:lnTo>
                  <a:pt x="2888" y="8819"/>
                </a:lnTo>
                <a:lnTo>
                  <a:pt x="2950" y="8942"/>
                </a:lnTo>
                <a:lnTo>
                  <a:pt x="2950" y="8972"/>
                </a:lnTo>
                <a:lnTo>
                  <a:pt x="2981" y="9095"/>
                </a:lnTo>
                <a:lnTo>
                  <a:pt x="2981" y="9126"/>
                </a:lnTo>
                <a:lnTo>
                  <a:pt x="3011" y="9249"/>
                </a:lnTo>
                <a:lnTo>
                  <a:pt x="3011" y="9280"/>
                </a:lnTo>
                <a:lnTo>
                  <a:pt x="3042" y="9433"/>
                </a:lnTo>
                <a:lnTo>
                  <a:pt x="3073" y="9587"/>
                </a:lnTo>
                <a:lnTo>
                  <a:pt x="3103" y="9679"/>
                </a:lnTo>
                <a:lnTo>
                  <a:pt x="3165" y="9863"/>
                </a:lnTo>
                <a:lnTo>
                  <a:pt x="3226" y="9986"/>
                </a:lnTo>
                <a:lnTo>
                  <a:pt x="3288" y="10078"/>
                </a:lnTo>
                <a:lnTo>
                  <a:pt x="3411" y="10140"/>
                </a:lnTo>
                <a:lnTo>
                  <a:pt x="3534" y="10171"/>
                </a:lnTo>
                <a:lnTo>
                  <a:pt x="7006" y="10171"/>
                </a:lnTo>
                <a:lnTo>
                  <a:pt x="7129" y="10140"/>
                </a:lnTo>
                <a:lnTo>
                  <a:pt x="7251" y="10078"/>
                </a:lnTo>
                <a:lnTo>
                  <a:pt x="7313" y="10017"/>
                </a:lnTo>
                <a:lnTo>
                  <a:pt x="7374" y="9925"/>
                </a:lnTo>
                <a:lnTo>
                  <a:pt x="7466" y="9740"/>
                </a:lnTo>
                <a:lnTo>
                  <a:pt x="7497" y="9618"/>
                </a:lnTo>
                <a:lnTo>
                  <a:pt x="7497" y="9587"/>
                </a:lnTo>
                <a:lnTo>
                  <a:pt x="7497" y="9464"/>
                </a:lnTo>
                <a:lnTo>
                  <a:pt x="7528" y="9341"/>
                </a:lnTo>
                <a:lnTo>
                  <a:pt x="7589" y="9003"/>
                </a:lnTo>
                <a:lnTo>
                  <a:pt x="7620" y="8942"/>
                </a:lnTo>
                <a:lnTo>
                  <a:pt x="7620" y="8911"/>
                </a:lnTo>
                <a:lnTo>
                  <a:pt x="7651" y="8819"/>
                </a:lnTo>
                <a:lnTo>
                  <a:pt x="7682" y="8788"/>
                </a:lnTo>
                <a:lnTo>
                  <a:pt x="7712" y="8665"/>
                </a:lnTo>
                <a:lnTo>
                  <a:pt x="7774" y="8511"/>
                </a:lnTo>
                <a:lnTo>
                  <a:pt x="7835" y="8389"/>
                </a:lnTo>
                <a:lnTo>
                  <a:pt x="7927" y="8266"/>
                </a:lnTo>
                <a:lnTo>
                  <a:pt x="7927" y="8235"/>
                </a:lnTo>
                <a:lnTo>
                  <a:pt x="7989" y="8112"/>
                </a:lnTo>
                <a:lnTo>
                  <a:pt x="8020" y="8112"/>
                </a:lnTo>
                <a:lnTo>
                  <a:pt x="8081" y="7989"/>
                </a:lnTo>
                <a:lnTo>
                  <a:pt x="8142" y="7897"/>
                </a:lnTo>
                <a:lnTo>
                  <a:pt x="8173" y="7866"/>
                </a:lnTo>
                <a:lnTo>
                  <a:pt x="8265" y="7743"/>
                </a:lnTo>
                <a:lnTo>
                  <a:pt x="8388" y="7620"/>
                </a:lnTo>
                <a:lnTo>
                  <a:pt x="8419" y="7590"/>
                </a:lnTo>
                <a:lnTo>
                  <a:pt x="8480" y="7528"/>
                </a:lnTo>
                <a:lnTo>
                  <a:pt x="8603" y="7405"/>
                </a:lnTo>
                <a:lnTo>
                  <a:pt x="8696" y="7313"/>
                </a:lnTo>
                <a:lnTo>
                  <a:pt x="8818" y="7221"/>
                </a:lnTo>
                <a:lnTo>
                  <a:pt x="8849" y="7221"/>
                </a:lnTo>
                <a:lnTo>
                  <a:pt x="8941" y="7129"/>
                </a:lnTo>
                <a:lnTo>
                  <a:pt x="8972" y="7129"/>
                </a:lnTo>
                <a:lnTo>
                  <a:pt x="9095" y="7037"/>
                </a:lnTo>
                <a:lnTo>
                  <a:pt x="9218" y="6975"/>
                </a:lnTo>
                <a:lnTo>
                  <a:pt x="9310" y="6914"/>
                </a:lnTo>
                <a:lnTo>
                  <a:pt x="9341" y="6914"/>
                </a:lnTo>
                <a:lnTo>
                  <a:pt x="9371" y="6883"/>
                </a:lnTo>
                <a:lnTo>
                  <a:pt x="9464" y="6852"/>
                </a:lnTo>
                <a:lnTo>
                  <a:pt x="9617" y="6760"/>
                </a:lnTo>
                <a:lnTo>
                  <a:pt x="9771" y="6729"/>
                </a:lnTo>
                <a:lnTo>
                  <a:pt x="9894" y="6668"/>
                </a:lnTo>
                <a:lnTo>
                  <a:pt x="9955" y="6668"/>
                </a:lnTo>
                <a:lnTo>
                  <a:pt x="10047" y="6637"/>
                </a:lnTo>
                <a:lnTo>
                  <a:pt x="10201" y="6606"/>
                </a:lnTo>
                <a:lnTo>
                  <a:pt x="10263" y="6606"/>
                </a:lnTo>
                <a:lnTo>
                  <a:pt x="10355" y="6576"/>
                </a:lnTo>
                <a:lnTo>
                  <a:pt x="10447" y="6576"/>
                </a:lnTo>
                <a:lnTo>
                  <a:pt x="10570" y="6545"/>
                </a:lnTo>
                <a:lnTo>
                  <a:pt x="10662" y="6545"/>
                </a:lnTo>
                <a:lnTo>
                  <a:pt x="10754" y="6514"/>
                </a:lnTo>
                <a:lnTo>
                  <a:pt x="10816" y="6484"/>
                </a:lnTo>
                <a:lnTo>
                  <a:pt x="10877" y="6391"/>
                </a:lnTo>
                <a:lnTo>
                  <a:pt x="10908" y="6299"/>
                </a:lnTo>
                <a:lnTo>
                  <a:pt x="10908" y="6238"/>
                </a:lnTo>
                <a:lnTo>
                  <a:pt x="10908" y="4824"/>
                </a:lnTo>
                <a:lnTo>
                  <a:pt x="10846" y="4609"/>
                </a:lnTo>
                <a:lnTo>
                  <a:pt x="10723" y="4394"/>
                </a:lnTo>
                <a:lnTo>
                  <a:pt x="10570" y="4179"/>
                </a:lnTo>
                <a:lnTo>
                  <a:pt x="10416" y="4025"/>
                </a:lnTo>
                <a:lnTo>
                  <a:pt x="9986" y="3595"/>
                </a:lnTo>
                <a:lnTo>
                  <a:pt x="8419" y="2243"/>
                </a:lnTo>
                <a:lnTo>
                  <a:pt x="7282" y="1229"/>
                </a:lnTo>
                <a:lnTo>
                  <a:pt x="6883" y="830"/>
                </a:lnTo>
                <a:lnTo>
                  <a:pt x="6637" y="553"/>
                </a:lnTo>
                <a:lnTo>
                  <a:pt x="6545" y="523"/>
                </a:lnTo>
                <a:lnTo>
                  <a:pt x="6483" y="492"/>
                </a:lnTo>
                <a:lnTo>
                  <a:pt x="6268" y="277"/>
                </a:lnTo>
                <a:lnTo>
                  <a:pt x="6053" y="123"/>
                </a:lnTo>
                <a:lnTo>
                  <a:pt x="5807" y="31"/>
                </a:lnTo>
                <a:lnTo>
                  <a:pt x="5531"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5"/>
          <p:cNvSpPr/>
          <p:nvPr/>
        </p:nvSpPr>
        <p:spPr>
          <a:xfrm>
            <a:off x="3415672" y="3721232"/>
            <a:ext cx="875258" cy="816121"/>
          </a:xfrm>
          <a:custGeom>
            <a:rect b="b" l="l" r="r" t="t"/>
            <a:pathLst>
              <a:path extrusionOk="0" fill="none" h="10171" w="10908">
                <a:moveTo>
                  <a:pt x="0" y="0"/>
                </a:moveTo>
                <a:lnTo>
                  <a:pt x="0" y="6176"/>
                </a:lnTo>
                <a:lnTo>
                  <a:pt x="0" y="6176"/>
                </a:lnTo>
                <a:lnTo>
                  <a:pt x="0" y="6238"/>
                </a:lnTo>
                <a:lnTo>
                  <a:pt x="31" y="6361"/>
                </a:lnTo>
                <a:lnTo>
                  <a:pt x="92" y="6422"/>
                </a:lnTo>
                <a:lnTo>
                  <a:pt x="154" y="6514"/>
                </a:lnTo>
                <a:lnTo>
                  <a:pt x="246" y="6576"/>
                </a:lnTo>
                <a:lnTo>
                  <a:pt x="369" y="6606"/>
                </a:lnTo>
                <a:lnTo>
                  <a:pt x="369" y="6606"/>
                </a:lnTo>
                <a:lnTo>
                  <a:pt x="430" y="6606"/>
                </a:lnTo>
                <a:lnTo>
                  <a:pt x="430" y="6606"/>
                </a:lnTo>
                <a:lnTo>
                  <a:pt x="430" y="6606"/>
                </a:lnTo>
                <a:lnTo>
                  <a:pt x="645" y="6668"/>
                </a:lnTo>
                <a:lnTo>
                  <a:pt x="645" y="6668"/>
                </a:lnTo>
                <a:lnTo>
                  <a:pt x="891" y="6760"/>
                </a:lnTo>
                <a:lnTo>
                  <a:pt x="1106" y="6852"/>
                </a:lnTo>
                <a:lnTo>
                  <a:pt x="1106" y="6852"/>
                </a:lnTo>
                <a:lnTo>
                  <a:pt x="1229" y="6914"/>
                </a:lnTo>
                <a:lnTo>
                  <a:pt x="1229" y="6914"/>
                </a:lnTo>
                <a:lnTo>
                  <a:pt x="1536" y="7098"/>
                </a:lnTo>
                <a:lnTo>
                  <a:pt x="1844" y="7313"/>
                </a:lnTo>
                <a:lnTo>
                  <a:pt x="1844" y="7313"/>
                </a:lnTo>
                <a:lnTo>
                  <a:pt x="1967" y="7405"/>
                </a:lnTo>
                <a:lnTo>
                  <a:pt x="1967" y="7405"/>
                </a:lnTo>
                <a:lnTo>
                  <a:pt x="2089" y="7528"/>
                </a:lnTo>
                <a:lnTo>
                  <a:pt x="2089" y="7528"/>
                </a:lnTo>
                <a:lnTo>
                  <a:pt x="2151" y="7620"/>
                </a:lnTo>
                <a:lnTo>
                  <a:pt x="2151" y="7620"/>
                </a:lnTo>
                <a:lnTo>
                  <a:pt x="2274" y="7743"/>
                </a:lnTo>
                <a:lnTo>
                  <a:pt x="2274" y="7743"/>
                </a:lnTo>
                <a:lnTo>
                  <a:pt x="2366" y="7835"/>
                </a:lnTo>
                <a:lnTo>
                  <a:pt x="2366" y="7835"/>
                </a:lnTo>
                <a:lnTo>
                  <a:pt x="2520" y="8051"/>
                </a:lnTo>
                <a:lnTo>
                  <a:pt x="2673" y="8327"/>
                </a:lnTo>
                <a:lnTo>
                  <a:pt x="2673" y="8327"/>
                </a:lnTo>
                <a:lnTo>
                  <a:pt x="2735" y="8389"/>
                </a:lnTo>
                <a:lnTo>
                  <a:pt x="2735" y="8389"/>
                </a:lnTo>
                <a:lnTo>
                  <a:pt x="2796" y="8511"/>
                </a:lnTo>
                <a:lnTo>
                  <a:pt x="2796" y="8511"/>
                </a:lnTo>
                <a:lnTo>
                  <a:pt x="2858" y="8665"/>
                </a:lnTo>
                <a:lnTo>
                  <a:pt x="2858" y="8665"/>
                </a:lnTo>
                <a:lnTo>
                  <a:pt x="2888" y="8819"/>
                </a:lnTo>
                <a:lnTo>
                  <a:pt x="2888" y="8819"/>
                </a:lnTo>
                <a:lnTo>
                  <a:pt x="2950" y="8942"/>
                </a:lnTo>
                <a:lnTo>
                  <a:pt x="2950" y="8972"/>
                </a:lnTo>
                <a:lnTo>
                  <a:pt x="2950" y="8972"/>
                </a:lnTo>
                <a:lnTo>
                  <a:pt x="2981" y="9095"/>
                </a:lnTo>
                <a:lnTo>
                  <a:pt x="2981" y="9126"/>
                </a:lnTo>
                <a:lnTo>
                  <a:pt x="2981" y="9126"/>
                </a:lnTo>
                <a:lnTo>
                  <a:pt x="3011" y="9249"/>
                </a:lnTo>
                <a:lnTo>
                  <a:pt x="3011" y="9280"/>
                </a:lnTo>
                <a:lnTo>
                  <a:pt x="3011" y="9280"/>
                </a:lnTo>
                <a:lnTo>
                  <a:pt x="3042" y="9433"/>
                </a:lnTo>
                <a:lnTo>
                  <a:pt x="3042" y="9433"/>
                </a:lnTo>
                <a:lnTo>
                  <a:pt x="3073" y="9587"/>
                </a:lnTo>
                <a:lnTo>
                  <a:pt x="3073" y="9587"/>
                </a:lnTo>
                <a:lnTo>
                  <a:pt x="3073" y="9587"/>
                </a:lnTo>
                <a:lnTo>
                  <a:pt x="3073" y="9587"/>
                </a:lnTo>
                <a:lnTo>
                  <a:pt x="3103" y="9679"/>
                </a:lnTo>
                <a:lnTo>
                  <a:pt x="3165" y="9863"/>
                </a:lnTo>
                <a:lnTo>
                  <a:pt x="3226" y="9986"/>
                </a:lnTo>
                <a:lnTo>
                  <a:pt x="3288" y="10078"/>
                </a:lnTo>
                <a:lnTo>
                  <a:pt x="3411" y="10140"/>
                </a:lnTo>
                <a:lnTo>
                  <a:pt x="3534" y="10171"/>
                </a:lnTo>
                <a:lnTo>
                  <a:pt x="7006" y="10171"/>
                </a:lnTo>
                <a:lnTo>
                  <a:pt x="7006" y="10171"/>
                </a:lnTo>
                <a:lnTo>
                  <a:pt x="7129" y="10140"/>
                </a:lnTo>
                <a:lnTo>
                  <a:pt x="7251" y="10078"/>
                </a:lnTo>
                <a:lnTo>
                  <a:pt x="7313" y="10017"/>
                </a:lnTo>
                <a:lnTo>
                  <a:pt x="7374" y="9925"/>
                </a:lnTo>
                <a:lnTo>
                  <a:pt x="7466" y="9740"/>
                </a:lnTo>
                <a:lnTo>
                  <a:pt x="7497" y="9618"/>
                </a:lnTo>
                <a:lnTo>
                  <a:pt x="7497" y="9618"/>
                </a:lnTo>
                <a:lnTo>
                  <a:pt x="7497" y="9587"/>
                </a:lnTo>
                <a:lnTo>
                  <a:pt x="7497" y="9587"/>
                </a:lnTo>
                <a:lnTo>
                  <a:pt x="7497" y="9464"/>
                </a:lnTo>
                <a:lnTo>
                  <a:pt x="7497" y="9464"/>
                </a:lnTo>
                <a:lnTo>
                  <a:pt x="7528" y="9341"/>
                </a:lnTo>
                <a:lnTo>
                  <a:pt x="7589" y="9003"/>
                </a:lnTo>
                <a:lnTo>
                  <a:pt x="7589" y="9003"/>
                </a:lnTo>
                <a:lnTo>
                  <a:pt x="7620" y="8942"/>
                </a:lnTo>
                <a:lnTo>
                  <a:pt x="7620" y="8911"/>
                </a:lnTo>
                <a:lnTo>
                  <a:pt x="7620" y="8911"/>
                </a:lnTo>
                <a:lnTo>
                  <a:pt x="7651" y="8819"/>
                </a:lnTo>
                <a:lnTo>
                  <a:pt x="7682" y="8788"/>
                </a:lnTo>
                <a:lnTo>
                  <a:pt x="7682" y="8788"/>
                </a:lnTo>
                <a:lnTo>
                  <a:pt x="7712" y="8665"/>
                </a:lnTo>
                <a:lnTo>
                  <a:pt x="7712" y="8665"/>
                </a:lnTo>
                <a:lnTo>
                  <a:pt x="7712" y="8665"/>
                </a:lnTo>
                <a:lnTo>
                  <a:pt x="7774" y="8511"/>
                </a:lnTo>
                <a:lnTo>
                  <a:pt x="7774" y="8511"/>
                </a:lnTo>
                <a:lnTo>
                  <a:pt x="7835" y="8389"/>
                </a:lnTo>
                <a:lnTo>
                  <a:pt x="7835" y="8389"/>
                </a:lnTo>
                <a:lnTo>
                  <a:pt x="7835" y="8389"/>
                </a:lnTo>
                <a:lnTo>
                  <a:pt x="7927" y="8266"/>
                </a:lnTo>
                <a:lnTo>
                  <a:pt x="7927" y="8235"/>
                </a:lnTo>
                <a:lnTo>
                  <a:pt x="7927" y="8235"/>
                </a:lnTo>
                <a:lnTo>
                  <a:pt x="7989" y="8112"/>
                </a:lnTo>
                <a:lnTo>
                  <a:pt x="8020" y="8112"/>
                </a:lnTo>
                <a:lnTo>
                  <a:pt x="8020" y="8112"/>
                </a:lnTo>
                <a:lnTo>
                  <a:pt x="8081" y="7989"/>
                </a:lnTo>
                <a:lnTo>
                  <a:pt x="8081" y="7989"/>
                </a:lnTo>
                <a:lnTo>
                  <a:pt x="8142" y="7897"/>
                </a:lnTo>
                <a:lnTo>
                  <a:pt x="8173" y="7866"/>
                </a:lnTo>
                <a:lnTo>
                  <a:pt x="8173" y="7866"/>
                </a:lnTo>
                <a:lnTo>
                  <a:pt x="8265" y="7743"/>
                </a:lnTo>
                <a:lnTo>
                  <a:pt x="8265" y="7743"/>
                </a:lnTo>
                <a:lnTo>
                  <a:pt x="8388" y="7620"/>
                </a:lnTo>
                <a:lnTo>
                  <a:pt x="8388" y="7620"/>
                </a:lnTo>
                <a:lnTo>
                  <a:pt x="8419" y="7590"/>
                </a:lnTo>
                <a:lnTo>
                  <a:pt x="8419" y="7590"/>
                </a:lnTo>
                <a:lnTo>
                  <a:pt x="8480" y="7528"/>
                </a:lnTo>
                <a:lnTo>
                  <a:pt x="8480" y="7528"/>
                </a:lnTo>
                <a:lnTo>
                  <a:pt x="8603" y="7405"/>
                </a:lnTo>
                <a:lnTo>
                  <a:pt x="8603" y="7405"/>
                </a:lnTo>
                <a:lnTo>
                  <a:pt x="8696" y="7313"/>
                </a:lnTo>
                <a:lnTo>
                  <a:pt x="8696" y="7313"/>
                </a:lnTo>
                <a:lnTo>
                  <a:pt x="8818" y="7221"/>
                </a:lnTo>
                <a:lnTo>
                  <a:pt x="8849" y="7221"/>
                </a:lnTo>
                <a:lnTo>
                  <a:pt x="8849" y="7221"/>
                </a:lnTo>
                <a:lnTo>
                  <a:pt x="8941" y="7129"/>
                </a:lnTo>
                <a:lnTo>
                  <a:pt x="8972" y="7129"/>
                </a:lnTo>
                <a:lnTo>
                  <a:pt x="8972" y="7129"/>
                </a:lnTo>
                <a:lnTo>
                  <a:pt x="9095" y="7037"/>
                </a:lnTo>
                <a:lnTo>
                  <a:pt x="9095" y="7037"/>
                </a:lnTo>
                <a:lnTo>
                  <a:pt x="9218" y="6975"/>
                </a:lnTo>
                <a:lnTo>
                  <a:pt x="9218" y="6975"/>
                </a:lnTo>
                <a:lnTo>
                  <a:pt x="9310" y="6914"/>
                </a:lnTo>
                <a:lnTo>
                  <a:pt x="9341" y="6914"/>
                </a:lnTo>
                <a:lnTo>
                  <a:pt x="9341" y="6914"/>
                </a:lnTo>
                <a:lnTo>
                  <a:pt x="9371" y="6883"/>
                </a:lnTo>
                <a:lnTo>
                  <a:pt x="9371" y="6883"/>
                </a:lnTo>
                <a:lnTo>
                  <a:pt x="9464" y="6852"/>
                </a:lnTo>
                <a:lnTo>
                  <a:pt x="9464" y="6852"/>
                </a:lnTo>
                <a:lnTo>
                  <a:pt x="9617" y="6760"/>
                </a:lnTo>
                <a:lnTo>
                  <a:pt x="9617" y="6760"/>
                </a:lnTo>
                <a:lnTo>
                  <a:pt x="9771" y="6729"/>
                </a:lnTo>
                <a:lnTo>
                  <a:pt x="9771" y="6729"/>
                </a:lnTo>
                <a:lnTo>
                  <a:pt x="9771" y="6729"/>
                </a:lnTo>
                <a:lnTo>
                  <a:pt x="9894" y="6668"/>
                </a:lnTo>
                <a:lnTo>
                  <a:pt x="9894" y="6668"/>
                </a:lnTo>
                <a:lnTo>
                  <a:pt x="9955" y="6668"/>
                </a:lnTo>
                <a:lnTo>
                  <a:pt x="9955" y="6668"/>
                </a:lnTo>
                <a:lnTo>
                  <a:pt x="9955" y="6668"/>
                </a:lnTo>
                <a:lnTo>
                  <a:pt x="10047" y="6637"/>
                </a:lnTo>
                <a:lnTo>
                  <a:pt x="10047" y="6637"/>
                </a:lnTo>
                <a:lnTo>
                  <a:pt x="10201" y="6606"/>
                </a:lnTo>
                <a:lnTo>
                  <a:pt x="10201" y="6606"/>
                </a:lnTo>
                <a:lnTo>
                  <a:pt x="10263" y="6606"/>
                </a:lnTo>
                <a:lnTo>
                  <a:pt x="10263" y="6606"/>
                </a:lnTo>
                <a:lnTo>
                  <a:pt x="10355" y="6576"/>
                </a:lnTo>
                <a:lnTo>
                  <a:pt x="10355" y="6576"/>
                </a:lnTo>
                <a:lnTo>
                  <a:pt x="10447" y="6576"/>
                </a:lnTo>
                <a:lnTo>
                  <a:pt x="10447" y="6576"/>
                </a:lnTo>
                <a:lnTo>
                  <a:pt x="10570" y="6545"/>
                </a:lnTo>
                <a:lnTo>
                  <a:pt x="10570" y="6545"/>
                </a:lnTo>
                <a:lnTo>
                  <a:pt x="10601" y="6545"/>
                </a:lnTo>
                <a:lnTo>
                  <a:pt x="10601" y="6545"/>
                </a:lnTo>
                <a:lnTo>
                  <a:pt x="10662" y="6545"/>
                </a:lnTo>
                <a:lnTo>
                  <a:pt x="10662" y="6545"/>
                </a:lnTo>
                <a:lnTo>
                  <a:pt x="10754" y="6514"/>
                </a:lnTo>
                <a:lnTo>
                  <a:pt x="10816" y="6484"/>
                </a:lnTo>
                <a:lnTo>
                  <a:pt x="10877" y="6391"/>
                </a:lnTo>
                <a:lnTo>
                  <a:pt x="10908" y="6299"/>
                </a:lnTo>
                <a:lnTo>
                  <a:pt x="10908" y="6238"/>
                </a:lnTo>
                <a:lnTo>
                  <a:pt x="10908" y="6238"/>
                </a:lnTo>
                <a:lnTo>
                  <a:pt x="10908" y="4824"/>
                </a:lnTo>
                <a:lnTo>
                  <a:pt x="10908" y="4824"/>
                </a:lnTo>
                <a:lnTo>
                  <a:pt x="10908" y="4824"/>
                </a:lnTo>
                <a:lnTo>
                  <a:pt x="10846" y="4609"/>
                </a:lnTo>
                <a:lnTo>
                  <a:pt x="10723" y="4394"/>
                </a:lnTo>
                <a:lnTo>
                  <a:pt x="10570" y="4179"/>
                </a:lnTo>
                <a:lnTo>
                  <a:pt x="10416" y="4025"/>
                </a:lnTo>
                <a:lnTo>
                  <a:pt x="9986" y="3595"/>
                </a:lnTo>
                <a:lnTo>
                  <a:pt x="9986" y="3595"/>
                </a:lnTo>
                <a:lnTo>
                  <a:pt x="8419" y="2243"/>
                </a:lnTo>
                <a:lnTo>
                  <a:pt x="7282" y="1229"/>
                </a:lnTo>
                <a:lnTo>
                  <a:pt x="6883" y="830"/>
                </a:lnTo>
                <a:lnTo>
                  <a:pt x="6637" y="553"/>
                </a:lnTo>
                <a:lnTo>
                  <a:pt x="6637" y="553"/>
                </a:lnTo>
                <a:lnTo>
                  <a:pt x="6545" y="523"/>
                </a:lnTo>
                <a:lnTo>
                  <a:pt x="6483" y="492"/>
                </a:lnTo>
                <a:lnTo>
                  <a:pt x="6483" y="492"/>
                </a:lnTo>
                <a:lnTo>
                  <a:pt x="6268" y="277"/>
                </a:lnTo>
                <a:lnTo>
                  <a:pt x="6053" y="123"/>
                </a:lnTo>
                <a:lnTo>
                  <a:pt x="5807" y="31"/>
                </a:lnTo>
                <a:lnTo>
                  <a:pt x="5531" y="0"/>
                </a:lnTo>
                <a:lnTo>
                  <a:pt x="0"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5"/>
          <p:cNvSpPr/>
          <p:nvPr/>
        </p:nvSpPr>
        <p:spPr>
          <a:xfrm>
            <a:off x="3415672" y="3721232"/>
            <a:ext cx="875258" cy="816121"/>
          </a:xfrm>
          <a:custGeom>
            <a:rect b="b" l="l" r="r" t="t"/>
            <a:pathLst>
              <a:path extrusionOk="0" h="10171" w="10908">
                <a:moveTo>
                  <a:pt x="5777" y="123"/>
                </a:moveTo>
                <a:lnTo>
                  <a:pt x="5992" y="215"/>
                </a:lnTo>
                <a:lnTo>
                  <a:pt x="6207" y="369"/>
                </a:lnTo>
                <a:lnTo>
                  <a:pt x="6391" y="553"/>
                </a:lnTo>
                <a:lnTo>
                  <a:pt x="6453" y="615"/>
                </a:lnTo>
                <a:lnTo>
                  <a:pt x="6514" y="646"/>
                </a:lnTo>
                <a:lnTo>
                  <a:pt x="6575" y="646"/>
                </a:lnTo>
                <a:lnTo>
                  <a:pt x="6821" y="922"/>
                </a:lnTo>
                <a:lnTo>
                  <a:pt x="7251" y="1322"/>
                </a:lnTo>
                <a:lnTo>
                  <a:pt x="8327" y="2305"/>
                </a:lnTo>
                <a:lnTo>
                  <a:pt x="9894" y="3687"/>
                </a:lnTo>
                <a:lnTo>
                  <a:pt x="10324" y="4087"/>
                </a:lnTo>
                <a:lnTo>
                  <a:pt x="10508" y="4271"/>
                </a:lnTo>
                <a:lnTo>
                  <a:pt x="10631" y="4456"/>
                </a:lnTo>
                <a:lnTo>
                  <a:pt x="10723" y="4640"/>
                </a:lnTo>
                <a:lnTo>
                  <a:pt x="10816" y="4855"/>
                </a:lnTo>
                <a:lnTo>
                  <a:pt x="10816" y="6238"/>
                </a:lnTo>
                <a:lnTo>
                  <a:pt x="10816" y="6299"/>
                </a:lnTo>
                <a:lnTo>
                  <a:pt x="10785" y="6361"/>
                </a:lnTo>
                <a:lnTo>
                  <a:pt x="10723" y="6422"/>
                </a:lnTo>
                <a:lnTo>
                  <a:pt x="10662" y="6453"/>
                </a:lnTo>
                <a:lnTo>
                  <a:pt x="10416" y="6453"/>
                </a:lnTo>
                <a:lnTo>
                  <a:pt x="10355" y="6484"/>
                </a:lnTo>
                <a:lnTo>
                  <a:pt x="10263" y="6484"/>
                </a:lnTo>
                <a:lnTo>
                  <a:pt x="10170" y="6514"/>
                </a:lnTo>
                <a:lnTo>
                  <a:pt x="10047" y="6545"/>
                </a:lnTo>
                <a:lnTo>
                  <a:pt x="9955" y="6545"/>
                </a:lnTo>
                <a:lnTo>
                  <a:pt x="9925" y="6576"/>
                </a:lnTo>
                <a:lnTo>
                  <a:pt x="9863" y="6576"/>
                </a:lnTo>
                <a:lnTo>
                  <a:pt x="9740" y="6606"/>
                </a:lnTo>
                <a:lnTo>
                  <a:pt x="9709" y="6637"/>
                </a:lnTo>
                <a:lnTo>
                  <a:pt x="9587" y="6668"/>
                </a:lnTo>
                <a:lnTo>
                  <a:pt x="9433" y="6729"/>
                </a:lnTo>
                <a:lnTo>
                  <a:pt x="9341" y="6791"/>
                </a:lnTo>
                <a:lnTo>
                  <a:pt x="9279" y="6821"/>
                </a:lnTo>
                <a:lnTo>
                  <a:pt x="9249" y="6821"/>
                </a:lnTo>
                <a:lnTo>
                  <a:pt x="9156" y="6883"/>
                </a:lnTo>
                <a:lnTo>
                  <a:pt x="9034" y="6944"/>
                </a:lnTo>
                <a:lnTo>
                  <a:pt x="8911" y="7037"/>
                </a:lnTo>
                <a:lnTo>
                  <a:pt x="8880" y="7037"/>
                </a:lnTo>
                <a:lnTo>
                  <a:pt x="8788" y="7129"/>
                </a:lnTo>
                <a:lnTo>
                  <a:pt x="8757" y="7129"/>
                </a:lnTo>
                <a:lnTo>
                  <a:pt x="8634" y="7221"/>
                </a:lnTo>
                <a:lnTo>
                  <a:pt x="8511" y="7344"/>
                </a:lnTo>
                <a:lnTo>
                  <a:pt x="8419" y="7436"/>
                </a:lnTo>
                <a:lnTo>
                  <a:pt x="8327" y="7528"/>
                </a:lnTo>
                <a:lnTo>
                  <a:pt x="8296" y="7559"/>
                </a:lnTo>
                <a:lnTo>
                  <a:pt x="8204" y="7682"/>
                </a:lnTo>
                <a:lnTo>
                  <a:pt x="8112" y="7805"/>
                </a:lnTo>
                <a:lnTo>
                  <a:pt x="8050" y="7835"/>
                </a:lnTo>
                <a:lnTo>
                  <a:pt x="8020" y="7897"/>
                </a:lnTo>
                <a:lnTo>
                  <a:pt x="7989" y="7928"/>
                </a:lnTo>
                <a:lnTo>
                  <a:pt x="7897" y="8051"/>
                </a:lnTo>
                <a:lnTo>
                  <a:pt x="7835" y="8173"/>
                </a:lnTo>
                <a:lnTo>
                  <a:pt x="7835" y="8204"/>
                </a:lnTo>
                <a:lnTo>
                  <a:pt x="7743" y="8327"/>
                </a:lnTo>
                <a:lnTo>
                  <a:pt x="7743" y="8358"/>
                </a:lnTo>
                <a:lnTo>
                  <a:pt x="7682" y="8481"/>
                </a:lnTo>
                <a:lnTo>
                  <a:pt x="7620" y="8604"/>
                </a:lnTo>
                <a:lnTo>
                  <a:pt x="7620" y="8634"/>
                </a:lnTo>
                <a:lnTo>
                  <a:pt x="7589" y="8726"/>
                </a:lnTo>
                <a:lnTo>
                  <a:pt x="7559" y="8788"/>
                </a:lnTo>
                <a:lnTo>
                  <a:pt x="7528" y="8880"/>
                </a:lnTo>
                <a:lnTo>
                  <a:pt x="7528" y="8911"/>
                </a:lnTo>
                <a:lnTo>
                  <a:pt x="7497" y="8942"/>
                </a:lnTo>
                <a:lnTo>
                  <a:pt x="7497" y="8972"/>
                </a:lnTo>
                <a:lnTo>
                  <a:pt x="7405" y="9310"/>
                </a:lnTo>
                <a:lnTo>
                  <a:pt x="7405" y="9433"/>
                </a:lnTo>
                <a:lnTo>
                  <a:pt x="7374" y="9556"/>
                </a:lnTo>
                <a:lnTo>
                  <a:pt x="7374" y="9587"/>
                </a:lnTo>
                <a:lnTo>
                  <a:pt x="7344" y="9710"/>
                </a:lnTo>
                <a:lnTo>
                  <a:pt x="7282" y="9863"/>
                </a:lnTo>
                <a:lnTo>
                  <a:pt x="7251" y="9925"/>
                </a:lnTo>
                <a:lnTo>
                  <a:pt x="7190" y="9986"/>
                </a:lnTo>
                <a:lnTo>
                  <a:pt x="7098" y="10048"/>
                </a:lnTo>
                <a:lnTo>
                  <a:pt x="3441" y="10048"/>
                </a:lnTo>
                <a:lnTo>
                  <a:pt x="3349" y="9986"/>
                </a:lnTo>
                <a:lnTo>
                  <a:pt x="3288" y="9894"/>
                </a:lnTo>
                <a:lnTo>
                  <a:pt x="3257" y="9802"/>
                </a:lnTo>
                <a:lnTo>
                  <a:pt x="3196" y="9648"/>
                </a:lnTo>
                <a:lnTo>
                  <a:pt x="3165" y="9556"/>
                </a:lnTo>
                <a:lnTo>
                  <a:pt x="3165" y="9464"/>
                </a:lnTo>
                <a:lnTo>
                  <a:pt x="3165" y="9402"/>
                </a:lnTo>
                <a:lnTo>
                  <a:pt x="3134" y="9249"/>
                </a:lnTo>
                <a:lnTo>
                  <a:pt x="3134" y="9218"/>
                </a:lnTo>
                <a:lnTo>
                  <a:pt x="3103" y="9095"/>
                </a:lnTo>
                <a:lnTo>
                  <a:pt x="3073" y="9064"/>
                </a:lnTo>
                <a:lnTo>
                  <a:pt x="3042" y="8911"/>
                </a:lnTo>
                <a:lnTo>
                  <a:pt x="3011" y="8819"/>
                </a:lnTo>
                <a:lnTo>
                  <a:pt x="3011" y="8788"/>
                </a:lnTo>
                <a:lnTo>
                  <a:pt x="2950" y="8634"/>
                </a:lnTo>
                <a:lnTo>
                  <a:pt x="2888" y="8481"/>
                </a:lnTo>
                <a:lnTo>
                  <a:pt x="2827" y="8358"/>
                </a:lnTo>
                <a:lnTo>
                  <a:pt x="2765" y="8266"/>
                </a:lnTo>
                <a:lnTo>
                  <a:pt x="2612" y="7989"/>
                </a:lnTo>
                <a:lnTo>
                  <a:pt x="2427" y="7774"/>
                </a:lnTo>
                <a:lnTo>
                  <a:pt x="2366" y="7682"/>
                </a:lnTo>
                <a:lnTo>
                  <a:pt x="2243" y="7528"/>
                </a:lnTo>
                <a:lnTo>
                  <a:pt x="2151" y="7436"/>
                </a:lnTo>
                <a:lnTo>
                  <a:pt x="2028" y="7344"/>
                </a:lnTo>
                <a:lnTo>
                  <a:pt x="1936" y="7221"/>
                </a:lnTo>
                <a:lnTo>
                  <a:pt x="1598" y="7006"/>
                </a:lnTo>
                <a:lnTo>
                  <a:pt x="1260" y="6821"/>
                </a:lnTo>
                <a:lnTo>
                  <a:pt x="1168" y="6760"/>
                </a:lnTo>
                <a:lnTo>
                  <a:pt x="922" y="6637"/>
                </a:lnTo>
                <a:lnTo>
                  <a:pt x="676" y="6576"/>
                </a:lnTo>
                <a:lnTo>
                  <a:pt x="461" y="6514"/>
                </a:lnTo>
                <a:lnTo>
                  <a:pt x="400" y="6514"/>
                </a:lnTo>
                <a:lnTo>
                  <a:pt x="307" y="6484"/>
                </a:lnTo>
                <a:lnTo>
                  <a:pt x="246" y="6422"/>
                </a:lnTo>
                <a:lnTo>
                  <a:pt x="154" y="6330"/>
                </a:lnTo>
                <a:lnTo>
                  <a:pt x="123" y="6207"/>
                </a:lnTo>
                <a:lnTo>
                  <a:pt x="92" y="6176"/>
                </a:lnTo>
                <a:lnTo>
                  <a:pt x="92" y="123"/>
                </a:lnTo>
                <a:close/>
                <a:moveTo>
                  <a:pt x="0" y="0"/>
                </a:moveTo>
                <a:lnTo>
                  <a:pt x="0" y="6176"/>
                </a:lnTo>
                <a:lnTo>
                  <a:pt x="0" y="6238"/>
                </a:lnTo>
                <a:lnTo>
                  <a:pt x="31" y="6361"/>
                </a:lnTo>
                <a:lnTo>
                  <a:pt x="92" y="6422"/>
                </a:lnTo>
                <a:lnTo>
                  <a:pt x="154" y="6514"/>
                </a:lnTo>
                <a:lnTo>
                  <a:pt x="246" y="6576"/>
                </a:lnTo>
                <a:lnTo>
                  <a:pt x="369" y="6606"/>
                </a:lnTo>
                <a:lnTo>
                  <a:pt x="430" y="6606"/>
                </a:lnTo>
                <a:lnTo>
                  <a:pt x="645" y="6668"/>
                </a:lnTo>
                <a:lnTo>
                  <a:pt x="891" y="6760"/>
                </a:lnTo>
                <a:lnTo>
                  <a:pt x="1106" y="6852"/>
                </a:lnTo>
                <a:lnTo>
                  <a:pt x="1229" y="6914"/>
                </a:lnTo>
                <a:lnTo>
                  <a:pt x="1536" y="7098"/>
                </a:lnTo>
                <a:lnTo>
                  <a:pt x="1844" y="7313"/>
                </a:lnTo>
                <a:lnTo>
                  <a:pt x="1967" y="7405"/>
                </a:lnTo>
                <a:lnTo>
                  <a:pt x="2089" y="7528"/>
                </a:lnTo>
                <a:lnTo>
                  <a:pt x="2151" y="7620"/>
                </a:lnTo>
                <a:lnTo>
                  <a:pt x="2274" y="7743"/>
                </a:lnTo>
                <a:lnTo>
                  <a:pt x="2366" y="7835"/>
                </a:lnTo>
                <a:lnTo>
                  <a:pt x="2520" y="8051"/>
                </a:lnTo>
                <a:lnTo>
                  <a:pt x="2673" y="8327"/>
                </a:lnTo>
                <a:lnTo>
                  <a:pt x="2735" y="8389"/>
                </a:lnTo>
                <a:lnTo>
                  <a:pt x="2796" y="8511"/>
                </a:lnTo>
                <a:lnTo>
                  <a:pt x="2858" y="8665"/>
                </a:lnTo>
                <a:lnTo>
                  <a:pt x="2888" y="8819"/>
                </a:lnTo>
                <a:lnTo>
                  <a:pt x="2950" y="8942"/>
                </a:lnTo>
                <a:lnTo>
                  <a:pt x="2950" y="8972"/>
                </a:lnTo>
                <a:lnTo>
                  <a:pt x="2981" y="9095"/>
                </a:lnTo>
                <a:lnTo>
                  <a:pt x="2981" y="9126"/>
                </a:lnTo>
                <a:lnTo>
                  <a:pt x="3011" y="9249"/>
                </a:lnTo>
                <a:lnTo>
                  <a:pt x="3011" y="9280"/>
                </a:lnTo>
                <a:lnTo>
                  <a:pt x="3042" y="9433"/>
                </a:lnTo>
                <a:lnTo>
                  <a:pt x="3073" y="9587"/>
                </a:lnTo>
                <a:lnTo>
                  <a:pt x="3103" y="9679"/>
                </a:lnTo>
                <a:lnTo>
                  <a:pt x="3165" y="9863"/>
                </a:lnTo>
                <a:lnTo>
                  <a:pt x="3226" y="9986"/>
                </a:lnTo>
                <a:lnTo>
                  <a:pt x="3288" y="10078"/>
                </a:lnTo>
                <a:lnTo>
                  <a:pt x="3411" y="10140"/>
                </a:lnTo>
                <a:lnTo>
                  <a:pt x="3534" y="10171"/>
                </a:lnTo>
                <a:lnTo>
                  <a:pt x="7006" y="10171"/>
                </a:lnTo>
                <a:lnTo>
                  <a:pt x="7129" y="10140"/>
                </a:lnTo>
                <a:lnTo>
                  <a:pt x="7251" y="10078"/>
                </a:lnTo>
                <a:lnTo>
                  <a:pt x="7313" y="10017"/>
                </a:lnTo>
                <a:lnTo>
                  <a:pt x="7374" y="9925"/>
                </a:lnTo>
                <a:lnTo>
                  <a:pt x="7466" y="9740"/>
                </a:lnTo>
                <a:lnTo>
                  <a:pt x="7497" y="9618"/>
                </a:lnTo>
                <a:lnTo>
                  <a:pt x="7497" y="9587"/>
                </a:lnTo>
                <a:lnTo>
                  <a:pt x="7497" y="9464"/>
                </a:lnTo>
                <a:lnTo>
                  <a:pt x="7528" y="9341"/>
                </a:lnTo>
                <a:lnTo>
                  <a:pt x="7589" y="9003"/>
                </a:lnTo>
                <a:lnTo>
                  <a:pt x="7620" y="8942"/>
                </a:lnTo>
                <a:lnTo>
                  <a:pt x="7620" y="8911"/>
                </a:lnTo>
                <a:lnTo>
                  <a:pt x="7651" y="8819"/>
                </a:lnTo>
                <a:lnTo>
                  <a:pt x="7682" y="8788"/>
                </a:lnTo>
                <a:lnTo>
                  <a:pt x="7712" y="8665"/>
                </a:lnTo>
                <a:lnTo>
                  <a:pt x="7774" y="8511"/>
                </a:lnTo>
                <a:lnTo>
                  <a:pt x="7835" y="8389"/>
                </a:lnTo>
                <a:lnTo>
                  <a:pt x="7927" y="8266"/>
                </a:lnTo>
                <a:lnTo>
                  <a:pt x="7927" y="8235"/>
                </a:lnTo>
                <a:lnTo>
                  <a:pt x="7989" y="8112"/>
                </a:lnTo>
                <a:lnTo>
                  <a:pt x="8020" y="8112"/>
                </a:lnTo>
                <a:lnTo>
                  <a:pt x="8081" y="7989"/>
                </a:lnTo>
                <a:lnTo>
                  <a:pt x="8142" y="7897"/>
                </a:lnTo>
                <a:lnTo>
                  <a:pt x="8173" y="7866"/>
                </a:lnTo>
                <a:lnTo>
                  <a:pt x="8265" y="7743"/>
                </a:lnTo>
                <a:lnTo>
                  <a:pt x="8388" y="7620"/>
                </a:lnTo>
                <a:lnTo>
                  <a:pt x="8419" y="7590"/>
                </a:lnTo>
                <a:lnTo>
                  <a:pt x="8480" y="7528"/>
                </a:lnTo>
                <a:lnTo>
                  <a:pt x="8603" y="7405"/>
                </a:lnTo>
                <a:lnTo>
                  <a:pt x="8696" y="7313"/>
                </a:lnTo>
                <a:lnTo>
                  <a:pt x="8818" y="7221"/>
                </a:lnTo>
                <a:lnTo>
                  <a:pt x="8849" y="7221"/>
                </a:lnTo>
                <a:lnTo>
                  <a:pt x="8941" y="7129"/>
                </a:lnTo>
                <a:lnTo>
                  <a:pt x="8972" y="7129"/>
                </a:lnTo>
                <a:lnTo>
                  <a:pt x="9095" y="7037"/>
                </a:lnTo>
                <a:lnTo>
                  <a:pt x="9218" y="6975"/>
                </a:lnTo>
                <a:lnTo>
                  <a:pt x="9310" y="6914"/>
                </a:lnTo>
                <a:lnTo>
                  <a:pt x="9341" y="6914"/>
                </a:lnTo>
                <a:lnTo>
                  <a:pt x="9371" y="6883"/>
                </a:lnTo>
                <a:lnTo>
                  <a:pt x="9464" y="6852"/>
                </a:lnTo>
                <a:lnTo>
                  <a:pt x="9617" y="6760"/>
                </a:lnTo>
                <a:lnTo>
                  <a:pt x="9771" y="6729"/>
                </a:lnTo>
                <a:lnTo>
                  <a:pt x="9894" y="6668"/>
                </a:lnTo>
                <a:lnTo>
                  <a:pt x="9955" y="6668"/>
                </a:lnTo>
                <a:lnTo>
                  <a:pt x="10047" y="6637"/>
                </a:lnTo>
                <a:lnTo>
                  <a:pt x="10201" y="6606"/>
                </a:lnTo>
                <a:lnTo>
                  <a:pt x="10263" y="6606"/>
                </a:lnTo>
                <a:lnTo>
                  <a:pt x="10355" y="6576"/>
                </a:lnTo>
                <a:lnTo>
                  <a:pt x="10447" y="6576"/>
                </a:lnTo>
                <a:lnTo>
                  <a:pt x="10570" y="6545"/>
                </a:lnTo>
                <a:lnTo>
                  <a:pt x="10662" y="6545"/>
                </a:lnTo>
                <a:lnTo>
                  <a:pt x="10754" y="6514"/>
                </a:lnTo>
                <a:lnTo>
                  <a:pt x="10816" y="6484"/>
                </a:lnTo>
                <a:lnTo>
                  <a:pt x="10877" y="6391"/>
                </a:lnTo>
                <a:lnTo>
                  <a:pt x="10908" y="6299"/>
                </a:lnTo>
                <a:lnTo>
                  <a:pt x="10908" y="6238"/>
                </a:lnTo>
                <a:lnTo>
                  <a:pt x="10908" y="4824"/>
                </a:lnTo>
                <a:lnTo>
                  <a:pt x="10846" y="4609"/>
                </a:lnTo>
                <a:lnTo>
                  <a:pt x="10723" y="4394"/>
                </a:lnTo>
                <a:lnTo>
                  <a:pt x="10570" y="4179"/>
                </a:lnTo>
                <a:lnTo>
                  <a:pt x="10416" y="4025"/>
                </a:lnTo>
                <a:lnTo>
                  <a:pt x="9986" y="3595"/>
                </a:lnTo>
                <a:lnTo>
                  <a:pt x="8419" y="2243"/>
                </a:lnTo>
                <a:lnTo>
                  <a:pt x="7282" y="1229"/>
                </a:lnTo>
                <a:lnTo>
                  <a:pt x="6883" y="830"/>
                </a:lnTo>
                <a:lnTo>
                  <a:pt x="6637" y="553"/>
                </a:lnTo>
                <a:lnTo>
                  <a:pt x="6545" y="523"/>
                </a:lnTo>
                <a:lnTo>
                  <a:pt x="6483" y="492"/>
                </a:lnTo>
                <a:lnTo>
                  <a:pt x="6268" y="277"/>
                </a:lnTo>
                <a:lnTo>
                  <a:pt x="6053" y="123"/>
                </a:lnTo>
                <a:lnTo>
                  <a:pt x="5807" y="31"/>
                </a:lnTo>
                <a:lnTo>
                  <a:pt x="5531"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5"/>
          <p:cNvSpPr/>
          <p:nvPr/>
        </p:nvSpPr>
        <p:spPr>
          <a:xfrm>
            <a:off x="3423054" y="3731101"/>
            <a:ext cx="860494" cy="796382"/>
          </a:xfrm>
          <a:custGeom>
            <a:rect b="b" l="l" r="r" t="t"/>
            <a:pathLst>
              <a:path extrusionOk="0" fill="none" h="9925" w="10724">
                <a:moveTo>
                  <a:pt x="5439" y="0"/>
                </a:moveTo>
                <a:lnTo>
                  <a:pt x="5439" y="0"/>
                </a:lnTo>
                <a:lnTo>
                  <a:pt x="5685" y="0"/>
                </a:lnTo>
                <a:lnTo>
                  <a:pt x="5900" y="92"/>
                </a:lnTo>
                <a:lnTo>
                  <a:pt x="6115" y="246"/>
                </a:lnTo>
                <a:lnTo>
                  <a:pt x="6299" y="430"/>
                </a:lnTo>
                <a:lnTo>
                  <a:pt x="6299" y="430"/>
                </a:lnTo>
                <a:lnTo>
                  <a:pt x="6361" y="492"/>
                </a:lnTo>
                <a:lnTo>
                  <a:pt x="6422" y="523"/>
                </a:lnTo>
                <a:lnTo>
                  <a:pt x="6422" y="523"/>
                </a:lnTo>
                <a:lnTo>
                  <a:pt x="6483" y="523"/>
                </a:lnTo>
                <a:lnTo>
                  <a:pt x="6483" y="523"/>
                </a:lnTo>
                <a:lnTo>
                  <a:pt x="6729" y="799"/>
                </a:lnTo>
                <a:lnTo>
                  <a:pt x="7159" y="1199"/>
                </a:lnTo>
                <a:lnTo>
                  <a:pt x="8235" y="2182"/>
                </a:lnTo>
                <a:lnTo>
                  <a:pt x="9802" y="3564"/>
                </a:lnTo>
                <a:lnTo>
                  <a:pt x="10232" y="3964"/>
                </a:lnTo>
                <a:lnTo>
                  <a:pt x="10232" y="3964"/>
                </a:lnTo>
                <a:lnTo>
                  <a:pt x="10416" y="4148"/>
                </a:lnTo>
                <a:lnTo>
                  <a:pt x="10539" y="4333"/>
                </a:lnTo>
                <a:lnTo>
                  <a:pt x="10631" y="4517"/>
                </a:lnTo>
                <a:lnTo>
                  <a:pt x="10724" y="4732"/>
                </a:lnTo>
                <a:lnTo>
                  <a:pt x="10724" y="6115"/>
                </a:lnTo>
                <a:lnTo>
                  <a:pt x="10724" y="6115"/>
                </a:lnTo>
                <a:lnTo>
                  <a:pt x="10724" y="6115"/>
                </a:lnTo>
                <a:lnTo>
                  <a:pt x="10724" y="6176"/>
                </a:lnTo>
                <a:lnTo>
                  <a:pt x="10693" y="6238"/>
                </a:lnTo>
                <a:lnTo>
                  <a:pt x="10631" y="6299"/>
                </a:lnTo>
                <a:lnTo>
                  <a:pt x="10570" y="6330"/>
                </a:lnTo>
                <a:lnTo>
                  <a:pt x="10570" y="6330"/>
                </a:lnTo>
                <a:lnTo>
                  <a:pt x="10509" y="6330"/>
                </a:lnTo>
                <a:lnTo>
                  <a:pt x="10509" y="6330"/>
                </a:lnTo>
                <a:lnTo>
                  <a:pt x="10447" y="6330"/>
                </a:lnTo>
                <a:lnTo>
                  <a:pt x="10447" y="6330"/>
                </a:lnTo>
                <a:lnTo>
                  <a:pt x="10324" y="6330"/>
                </a:lnTo>
                <a:lnTo>
                  <a:pt x="10324" y="6330"/>
                </a:lnTo>
                <a:lnTo>
                  <a:pt x="10263" y="6361"/>
                </a:lnTo>
                <a:lnTo>
                  <a:pt x="10263" y="6361"/>
                </a:lnTo>
                <a:lnTo>
                  <a:pt x="10171" y="6361"/>
                </a:lnTo>
                <a:lnTo>
                  <a:pt x="10171" y="6361"/>
                </a:lnTo>
                <a:lnTo>
                  <a:pt x="10078" y="6391"/>
                </a:lnTo>
                <a:lnTo>
                  <a:pt x="10078" y="6391"/>
                </a:lnTo>
                <a:lnTo>
                  <a:pt x="9955" y="6422"/>
                </a:lnTo>
                <a:lnTo>
                  <a:pt x="9955" y="6422"/>
                </a:lnTo>
                <a:lnTo>
                  <a:pt x="9863" y="6422"/>
                </a:lnTo>
                <a:lnTo>
                  <a:pt x="9863" y="6422"/>
                </a:lnTo>
                <a:lnTo>
                  <a:pt x="9833" y="6453"/>
                </a:lnTo>
                <a:lnTo>
                  <a:pt x="9833" y="6453"/>
                </a:lnTo>
                <a:lnTo>
                  <a:pt x="9771" y="6453"/>
                </a:lnTo>
                <a:lnTo>
                  <a:pt x="9771" y="6453"/>
                </a:lnTo>
                <a:lnTo>
                  <a:pt x="9648" y="6483"/>
                </a:lnTo>
                <a:lnTo>
                  <a:pt x="9648" y="6483"/>
                </a:lnTo>
                <a:lnTo>
                  <a:pt x="9617" y="6514"/>
                </a:lnTo>
                <a:lnTo>
                  <a:pt x="9617" y="6514"/>
                </a:lnTo>
                <a:lnTo>
                  <a:pt x="9617" y="6514"/>
                </a:lnTo>
                <a:lnTo>
                  <a:pt x="9495" y="6545"/>
                </a:lnTo>
                <a:lnTo>
                  <a:pt x="9495" y="6545"/>
                </a:lnTo>
                <a:lnTo>
                  <a:pt x="9341" y="6606"/>
                </a:lnTo>
                <a:lnTo>
                  <a:pt x="9341" y="6606"/>
                </a:lnTo>
                <a:lnTo>
                  <a:pt x="9249" y="6668"/>
                </a:lnTo>
                <a:lnTo>
                  <a:pt x="9249" y="6668"/>
                </a:lnTo>
                <a:lnTo>
                  <a:pt x="9187" y="6698"/>
                </a:lnTo>
                <a:lnTo>
                  <a:pt x="9187" y="6698"/>
                </a:lnTo>
                <a:lnTo>
                  <a:pt x="9157" y="6698"/>
                </a:lnTo>
                <a:lnTo>
                  <a:pt x="9157" y="6698"/>
                </a:lnTo>
                <a:lnTo>
                  <a:pt x="9064" y="6760"/>
                </a:lnTo>
                <a:lnTo>
                  <a:pt x="9064" y="6760"/>
                </a:lnTo>
                <a:lnTo>
                  <a:pt x="8942" y="6821"/>
                </a:lnTo>
                <a:lnTo>
                  <a:pt x="8942" y="6821"/>
                </a:lnTo>
                <a:lnTo>
                  <a:pt x="8819" y="6914"/>
                </a:lnTo>
                <a:lnTo>
                  <a:pt x="8819" y="6914"/>
                </a:lnTo>
                <a:lnTo>
                  <a:pt x="8788" y="6914"/>
                </a:lnTo>
                <a:lnTo>
                  <a:pt x="8788" y="6914"/>
                </a:lnTo>
                <a:lnTo>
                  <a:pt x="8696" y="7006"/>
                </a:lnTo>
                <a:lnTo>
                  <a:pt x="8665" y="7006"/>
                </a:lnTo>
                <a:lnTo>
                  <a:pt x="8665" y="7006"/>
                </a:lnTo>
                <a:lnTo>
                  <a:pt x="8665" y="7006"/>
                </a:lnTo>
                <a:lnTo>
                  <a:pt x="8665" y="7006"/>
                </a:lnTo>
                <a:lnTo>
                  <a:pt x="8665" y="7006"/>
                </a:lnTo>
                <a:lnTo>
                  <a:pt x="8542" y="7098"/>
                </a:lnTo>
                <a:lnTo>
                  <a:pt x="8542" y="7098"/>
                </a:lnTo>
                <a:lnTo>
                  <a:pt x="8419" y="7221"/>
                </a:lnTo>
                <a:lnTo>
                  <a:pt x="8419" y="7221"/>
                </a:lnTo>
                <a:lnTo>
                  <a:pt x="8327" y="7313"/>
                </a:lnTo>
                <a:lnTo>
                  <a:pt x="8327" y="7313"/>
                </a:lnTo>
                <a:lnTo>
                  <a:pt x="8235" y="7405"/>
                </a:lnTo>
                <a:lnTo>
                  <a:pt x="8235" y="7405"/>
                </a:lnTo>
                <a:lnTo>
                  <a:pt x="8204" y="7436"/>
                </a:lnTo>
                <a:lnTo>
                  <a:pt x="8204" y="7436"/>
                </a:lnTo>
                <a:lnTo>
                  <a:pt x="8112" y="7559"/>
                </a:lnTo>
                <a:lnTo>
                  <a:pt x="8112" y="7559"/>
                </a:lnTo>
                <a:lnTo>
                  <a:pt x="8020" y="7682"/>
                </a:lnTo>
                <a:lnTo>
                  <a:pt x="7958" y="7712"/>
                </a:lnTo>
                <a:lnTo>
                  <a:pt x="7958" y="7712"/>
                </a:lnTo>
                <a:lnTo>
                  <a:pt x="7928" y="7774"/>
                </a:lnTo>
                <a:lnTo>
                  <a:pt x="7897" y="7805"/>
                </a:lnTo>
                <a:lnTo>
                  <a:pt x="7897" y="7805"/>
                </a:lnTo>
                <a:lnTo>
                  <a:pt x="7805" y="7928"/>
                </a:lnTo>
                <a:lnTo>
                  <a:pt x="7805" y="7928"/>
                </a:lnTo>
                <a:lnTo>
                  <a:pt x="7805" y="7928"/>
                </a:lnTo>
                <a:lnTo>
                  <a:pt x="7743" y="8050"/>
                </a:lnTo>
                <a:lnTo>
                  <a:pt x="7743" y="8081"/>
                </a:lnTo>
                <a:lnTo>
                  <a:pt x="7743" y="8081"/>
                </a:lnTo>
                <a:lnTo>
                  <a:pt x="7651" y="8204"/>
                </a:lnTo>
                <a:lnTo>
                  <a:pt x="7651" y="8204"/>
                </a:lnTo>
                <a:lnTo>
                  <a:pt x="7651" y="8235"/>
                </a:lnTo>
                <a:lnTo>
                  <a:pt x="7651" y="8235"/>
                </a:lnTo>
                <a:lnTo>
                  <a:pt x="7590" y="8358"/>
                </a:lnTo>
                <a:lnTo>
                  <a:pt x="7590" y="8358"/>
                </a:lnTo>
                <a:lnTo>
                  <a:pt x="7528" y="8481"/>
                </a:lnTo>
                <a:lnTo>
                  <a:pt x="7528" y="8511"/>
                </a:lnTo>
                <a:lnTo>
                  <a:pt x="7528" y="8511"/>
                </a:lnTo>
                <a:lnTo>
                  <a:pt x="7497" y="8603"/>
                </a:lnTo>
                <a:lnTo>
                  <a:pt x="7467" y="8665"/>
                </a:lnTo>
                <a:lnTo>
                  <a:pt x="7467" y="8665"/>
                </a:lnTo>
                <a:lnTo>
                  <a:pt x="7436" y="8757"/>
                </a:lnTo>
                <a:lnTo>
                  <a:pt x="7436" y="8757"/>
                </a:lnTo>
                <a:lnTo>
                  <a:pt x="7436" y="8788"/>
                </a:lnTo>
                <a:lnTo>
                  <a:pt x="7405" y="8819"/>
                </a:lnTo>
                <a:lnTo>
                  <a:pt x="7405" y="8849"/>
                </a:lnTo>
                <a:lnTo>
                  <a:pt x="7405" y="8849"/>
                </a:lnTo>
                <a:lnTo>
                  <a:pt x="7405" y="8849"/>
                </a:lnTo>
                <a:lnTo>
                  <a:pt x="7313" y="9187"/>
                </a:lnTo>
                <a:lnTo>
                  <a:pt x="7313" y="9187"/>
                </a:lnTo>
                <a:lnTo>
                  <a:pt x="7313" y="9310"/>
                </a:lnTo>
                <a:lnTo>
                  <a:pt x="7313" y="9310"/>
                </a:lnTo>
                <a:lnTo>
                  <a:pt x="7282" y="9433"/>
                </a:lnTo>
                <a:lnTo>
                  <a:pt x="7282" y="9464"/>
                </a:lnTo>
                <a:lnTo>
                  <a:pt x="7282" y="9464"/>
                </a:lnTo>
                <a:lnTo>
                  <a:pt x="7252" y="9587"/>
                </a:lnTo>
                <a:lnTo>
                  <a:pt x="7190" y="9740"/>
                </a:lnTo>
                <a:lnTo>
                  <a:pt x="7159" y="9802"/>
                </a:lnTo>
                <a:lnTo>
                  <a:pt x="7098" y="9863"/>
                </a:lnTo>
                <a:lnTo>
                  <a:pt x="7006" y="9925"/>
                </a:lnTo>
                <a:lnTo>
                  <a:pt x="6914" y="9925"/>
                </a:lnTo>
                <a:lnTo>
                  <a:pt x="3442" y="9925"/>
                </a:lnTo>
                <a:lnTo>
                  <a:pt x="3442" y="9925"/>
                </a:lnTo>
                <a:lnTo>
                  <a:pt x="3349" y="9925"/>
                </a:lnTo>
                <a:lnTo>
                  <a:pt x="3257" y="9863"/>
                </a:lnTo>
                <a:lnTo>
                  <a:pt x="3196" y="9771"/>
                </a:lnTo>
                <a:lnTo>
                  <a:pt x="3165" y="9679"/>
                </a:lnTo>
                <a:lnTo>
                  <a:pt x="3104" y="9525"/>
                </a:lnTo>
                <a:lnTo>
                  <a:pt x="3073" y="9433"/>
                </a:lnTo>
                <a:lnTo>
                  <a:pt x="3073" y="9433"/>
                </a:lnTo>
                <a:lnTo>
                  <a:pt x="3073" y="9433"/>
                </a:lnTo>
                <a:lnTo>
                  <a:pt x="3073" y="9433"/>
                </a:lnTo>
                <a:lnTo>
                  <a:pt x="3073" y="9341"/>
                </a:lnTo>
                <a:lnTo>
                  <a:pt x="3073" y="9341"/>
                </a:lnTo>
                <a:lnTo>
                  <a:pt x="3073" y="9341"/>
                </a:lnTo>
                <a:lnTo>
                  <a:pt x="3073" y="9279"/>
                </a:lnTo>
                <a:lnTo>
                  <a:pt x="3073" y="9279"/>
                </a:lnTo>
                <a:lnTo>
                  <a:pt x="3042" y="9126"/>
                </a:lnTo>
                <a:lnTo>
                  <a:pt x="3042" y="9126"/>
                </a:lnTo>
                <a:lnTo>
                  <a:pt x="3042" y="9126"/>
                </a:lnTo>
                <a:lnTo>
                  <a:pt x="3042" y="9095"/>
                </a:lnTo>
                <a:lnTo>
                  <a:pt x="3042" y="9095"/>
                </a:lnTo>
                <a:lnTo>
                  <a:pt x="3042" y="9095"/>
                </a:lnTo>
                <a:lnTo>
                  <a:pt x="3011" y="8972"/>
                </a:lnTo>
                <a:lnTo>
                  <a:pt x="3011" y="8972"/>
                </a:lnTo>
                <a:lnTo>
                  <a:pt x="2981" y="8941"/>
                </a:lnTo>
                <a:lnTo>
                  <a:pt x="2981" y="8941"/>
                </a:lnTo>
                <a:lnTo>
                  <a:pt x="2950" y="8788"/>
                </a:lnTo>
                <a:lnTo>
                  <a:pt x="2950" y="8788"/>
                </a:lnTo>
                <a:lnTo>
                  <a:pt x="2950" y="8788"/>
                </a:lnTo>
                <a:lnTo>
                  <a:pt x="2950" y="8788"/>
                </a:lnTo>
                <a:lnTo>
                  <a:pt x="2919" y="8696"/>
                </a:lnTo>
                <a:lnTo>
                  <a:pt x="2919" y="8665"/>
                </a:lnTo>
                <a:lnTo>
                  <a:pt x="2919" y="8665"/>
                </a:lnTo>
                <a:lnTo>
                  <a:pt x="2858" y="8511"/>
                </a:lnTo>
                <a:lnTo>
                  <a:pt x="2858" y="8511"/>
                </a:lnTo>
                <a:lnTo>
                  <a:pt x="2796" y="8358"/>
                </a:lnTo>
                <a:lnTo>
                  <a:pt x="2796" y="8358"/>
                </a:lnTo>
                <a:lnTo>
                  <a:pt x="2735" y="8235"/>
                </a:lnTo>
                <a:lnTo>
                  <a:pt x="2735" y="8235"/>
                </a:lnTo>
                <a:lnTo>
                  <a:pt x="2673" y="8143"/>
                </a:lnTo>
                <a:lnTo>
                  <a:pt x="2673" y="8143"/>
                </a:lnTo>
                <a:lnTo>
                  <a:pt x="2520" y="7866"/>
                </a:lnTo>
                <a:lnTo>
                  <a:pt x="2335" y="7651"/>
                </a:lnTo>
                <a:lnTo>
                  <a:pt x="2335" y="7651"/>
                </a:lnTo>
                <a:lnTo>
                  <a:pt x="2274" y="7559"/>
                </a:lnTo>
                <a:lnTo>
                  <a:pt x="2274" y="7559"/>
                </a:lnTo>
                <a:lnTo>
                  <a:pt x="2151" y="7405"/>
                </a:lnTo>
                <a:lnTo>
                  <a:pt x="2151" y="7405"/>
                </a:lnTo>
                <a:lnTo>
                  <a:pt x="2059" y="7313"/>
                </a:lnTo>
                <a:lnTo>
                  <a:pt x="2059" y="7313"/>
                </a:lnTo>
                <a:lnTo>
                  <a:pt x="1936" y="7221"/>
                </a:lnTo>
                <a:lnTo>
                  <a:pt x="1936" y="7221"/>
                </a:lnTo>
                <a:lnTo>
                  <a:pt x="1844" y="7098"/>
                </a:lnTo>
                <a:lnTo>
                  <a:pt x="1844" y="7098"/>
                </a:lnTo>
                <a:lnTo>
                  <a:pt x="1506" y="6883"/>
                </a:lnTo>
                <a:lnTo>
                  <a:pt x="1168" y="6698"/>
                </a:lnTo>
                <a:lnTo>
                  <a:pt x="1168" y="6698"/>
                </a:lnTo>
                <a:lnTo>
                  <a:pt x="1076" y="6637"/>
                </a:lnTo>
                <a:lnTo>
                  <a:pt x="1076" y="6637"/>
                </a:lnTo>
                <a:lnTo>
                  <a:pt x="830" y="6514"/>
                </a:lnTo>
                <a:lnTo>
                  <a:pt x="584" y="6453"/>
                </a:lnTo>
                <a:lnTo>
                  <a:pt x="584" y="6453"/>
                </a:lnTo>
                <a:lnTo>
                  <a:pt x="369" y="6391"/>
                </a:lnTo>
                <a:lnTo>
                  <a:pt x="338" y="6391"/>
                </a:lnTo>
                <a:lnTo>
                  <a:pt x="338" y="6391"/>
                </a:lnTo>
                <a:lnTo>
                  <a:pt x="308" y="6391"/>
                </a:lnTo>
                <a:lnTo>
                  <a:pt x="308" y="6391"/>
                </a:lnTo>
                <a:lnTo>
                  <a:pt x="215" y="6361"/>
                </a:lnTo>
                <a:lnTo>
                  <a:pt x="154" y="6299"/>
                </a:lnTo>
                <a:lnTo>
                  <a:pt x="62" y="6207"/>
                </a:lnTo>
                <a:lnTo>
                  <a:pt x="31" y="6084"/>
                </a:lnTo>
                <a:lnTo>
                  <a:pt x="0" y="6053"/>
                </a:lnTo>
                <a:lnTo>
                  <a:pt x="0" y="0"/>
                </a:lnTo>
                <a:lnTo>
                  <a:pt x="5439"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5"/>
          <p:cNvSpPr/>
          <p:nvPr/>
        </p:nvSpPr>
        <p:spPr>
          <a:xfrm>
            <a:off x="3415672" y="3721232"/>
            <a:ext cx="875258" cy="816121"/>
          </a:xfrm>
          <a:custGeom>
            <a:rect b="b" l="l" r="r" t="t"/>
            <a:pathLst>
              <a:path extrusionOk="0" fill="none" h="10171" w="10908">
                <a:moveTo>
                  <a:pt x="5531" y="0"/>
                </a:moveTo>
                <a:lnTo>
                  <a:pt x="0" y="0"/>
                </a:lnTo>
                <a:lnTo>
                  <a:pt x="0" y="6176"/>
                </a:lnTo>
                <a:lnTo>
                  <a:pt x="0" y="6176"/>
                </a:lnTo>
                <a:lnTo>
                  <a:pt x="0" y="6238"/>
                </a:lnTo>
                <a:lnTo>
                  <a:pt x="31" y="6361"/>
                </a:lnTo>
                <a:lnTo>
                  <a:pt x="92" y="6422"/>
                </a:lnTo>
                <a:lnTo>
                  <a:pt x="154" y="6514"/>
                </a:lnTo>
                <a:lnTo>
                  <a:pt x="246" y="6576"/>
                </a:lnTo>
                <a:lnTo>
                  <a:pt x="369" y="6606"/>
                </a:lnTo>
                <a:lnTo>
                  <a:pt x="369" y="6606"/>
                </a:lnTo>
                <a:lnTo>
                  <a:pt x="430" y="6606"/>
                </a:lnTo>
                <a:lnTo>
                  <a:pt x="430" y="6606"/>
                </a:lnTo>
                <a:lnTo>
                  <a:pt x="430" y="6606"/>
                </a:lnTo>
                <a:lnTo>
                  <a:pt x="645" y="6668"/>
                </a:lnTo>
                <a:lnTo>
                  <a:pt x="645" y="6668"/>
                </a:lnTo>
                <a:lnTo>
                  <a:pt x="891" y="6760"/>
                </a:lnTo>
                <a:lnTo>
                  <a:pt x="1106" y="6852"/>
                </a:lnTo>
                <a:lnTo>
                  <a:pt x="1106" y="6852"/>
                </a:lnTo>
                <a:lnTo>
                  <a:pt x="1229" y="6914"/>
                </a:lnTo>
                <a:lnTo>
                  <a:pt x="1229" y="6914"/>
                </a:lnTo>
                <a:lnTo>
                  <a:pt x="1536" y="7098"/>
                </a:lnTo>
                <a:lnTo>
                  <a:pt x="1844" y="7313"/>
                </a:lnTo>
                <a:lnTo>
                  <a:pt x="1844" y="7313"/>
                </a:lnTo>
                <a:lnTo>
                  <a:pt x="1967" y="7405"/>
                </a:lnTo>
                <a:lnTo>
                  <a:pt x="1967" y="7405"/>
                </a:lnTo>
                <a:lnTo>
                  <a:pt x="2089" y="7528"/>
                </a:lnTo>
                <a:lnTo>
                  <a:pt x="2089" y="7528"/>
                </a:lnTo>
                <a:lnTo>
                  <a:pt x="2151" y="7620"/>
                </a:lnTo>
                <a:lnTo>
                  <a:pt x="2151" y="7620"/>
                </a:lnTo>
                <a:lnTo>
                  <a:pt x="2274" y="7743"/>
                </a:lnTo>
                <a:lnTo>
                  <a:pt x="2274" y="7743"/>
                </a:lnTo>
                <a:lnTo>
                  <a:pt x="2366" y="7835"/>
                </a:lnTo>
                <a:lnTo>
                  <a:pt x="2366" y="7835"/>
                </a:lnTo>
                <a:lnTo>
                  <a:pt x="2520" y="8051"/>
                </a:lnTo>
                <a:lnTo>
                  <a:pt x="2673" y="8327"/>
                </a:lnTo>
                <a:lnTo>
                  <a:pt x="2673" y="8327"/>
                </a:lnTo>
                <a:lnTo>
                  <a:pt x="2735" y="8389"/>
                </a:lnTo>
                <a:lnTo>
                  <a:pt x="2735" y="8389"/>
                </a:lnTo>
                <a:lnTo>
                  <a:pt x="2796" y="8511"/>
                </a:lnTo>
                <a:lnTo>
                  <a:pt x="2796" y="8511"/>
                </a:lnTo>
                <a:lnTo>
                  <a:pt x="2858" y="8665"/>
                </a:lnTo>
                <a:lnTo>
                  <a:pt x="2858" y="8665"/>
                </a:lnTo>
                <a:lnTo>
                  <a:pt x="2888" y="8819"/>
                </a:lnTo>
                <a:lnTo>
                  <a:pt x="2888" y="8819"/>
                </a:lnTo>
                <a:lnTo>
                  <a:pt x="2950" y="8942"/>
                </a:lnTo>
                <a:lnTo>
                  <a:pt x="2950" y="8972"/>
                </a:lnTo>
                <a:lnTo>
                  <a:pt x="2950" y="8972"/>
                </a:lnTo>
                <a:lnTo>
                  <a:pt x="2981" y="9095"/>
                </a:lnTo>
                <a:lnTo>
                  <a:pt x="2981" y="9126"/>
                </a:lnTo>
                <a:lnTo>
                  <a:pt x="2981" y="9126"/>
                </a:lnTo>
                <a:lnTo>
                  <a:pt x="3011" y="9249"/>
                </a:lnTo>
                <a:lnTo>
                  <a:pt x="3011" y="9280"/>
                </a:lnTo>
                <a:lnTo>
                  <a:pt x="3011" y="9280"/>
                </a:lnTo>
                <a:lnTo>
                  <a:pt x="3042" y="9433"/>
                </a:lnTo>
                <a:lnTo>
                  <a:pt x="3042" y="9433"/>
                </a:lnTo>
                <a:lnTo>
                  <a:pt x="3073" y="9587"/>
                </a:lnTo>
                <a:lnTo>
                  <a:pt x="3073" y="9587"/>
                </a:lnTo>
                <a:lnTo>
                  <a:pt x="3073" y="9587"/>
                </a:lnTo>
                <a:lnTo>
                  <a:pt x="3073" y="9587"/>
                </a:lnTo>
                <a:lnTo>
                  <a:pt x="3103" y="9679"/>
                </a:lnTo>
                <a:lnTo>
                  <a:pt x="3165" y="9863"/>
                </a:lnTo>
                <a:lnTo>
                  <a:pt x="3226" y="9986"/>
                </a:lnTo>
                <a:lnTo>
                  <a:pt x="3288" y="10078"/>
                </a:lnTo>
                <a:lnTo>
                  <a:pt x="3411" y="10140"/>
                </a:lnTo>
                <a:lnTo>
                  <a:pt x="3534" y="10171"/>
                </a:lnTo>
                <a:lnTo>
                  <a:pt x="7006" y="10171"/>
                </a:lnTo>
                <a:lnTo>
                  <a:pt x="7006" y="10171"/>
                </a:lnTo>
                <a:lnTo>
                  <a:pt x="7129" y="10140"/>
                </a:lnTo>
                <a:lnTo>
                  <a:pt x="7251" y="10078"/>
                </a:lnTo>
                <a:lnTo>
                  <a:pt x="7313" y="10017"/>
                </a:lnTo>
                <a:lnTo>
                  <a:pt x="7374" y="9925"/>
                </a:lnTo>
                <a:lnTo>
                  <a:pt x="7466" y="9740"/>
                </a:lnTo>
                <a:lnTo>
                  <a:pt x="7497" y="9618"/>
                </a:lnTo>
                <a:lnTo>
                  <a:pt x="7497" y="9618"/>
                </a:lnTo>
                <a:lnTo>
                  <a:pt x="7497" y="9587"/>
                </a:lnTo>
                <a:lnTo>
                  <a:pt x="7497" y="9587"/>
                </a:lnTo>
                <a:lnTo>
                  <a:pt x="7497" y="9464"/>
                </a:lnTo>
                <a:lnTo>
                  <a:pt x="7497" y="9464"/>
                </a:lnTo>
                <a:lnTo>
                  <a:pt x="7528" y="9341"/>
                </a:lnTo>
                <a:lnTo>
                  <a:pt x="7589" y="9003"/>
                </a:lnTo>
                <a:lnTo>
                  <a:pt x="7589" y="9003"/>
                </a:lnTo>
                <a:lnTo>
                  <a:pt x="7620" y="8942"/>
                </a:lnTo>
                <a:lnTo>
                  <a:pt x="7620" y="8911"/>
                </a:lnTo>
                <a:lnTo>
                  <a:pt x="7620" y="8911"/>
                </a:lnTo>
                <a:lnTo>
                  <a:pt x="7651" y="8819"/>
                </a:lnTo>
                <a:lnTo>
                  <a:pt x="7682" y="8788"/>
                </a:lnTo>
                <a:lnTo>
                  <a:pt x="7682" y="8788"/>
                </a:lnTo>
                <a:lnTo>
                  <a:pt x="7712" y="8665"/>
                </a:lnTo>
                <a:lnTo>
                  <a:pt x="7712" y="8665"/>
                </a:lnTo>
                <a:lnTo>
                  <a:pt x="7712" y="8665"/>
                </a:lnTo>
                <a:lnTo>
                  <a:pt x="7774" y="8511"/>
                </a:lnTo>
                <a:lnTo>
                  <a:pt x="7774" y="8511"/>
                </a:lnTo>
                <a:lnTo>
                  <a:pt x="7835" y="8389"/>
                </a:lnTo>
                <a:lnTo>
                  <a:pt x="7835" y="8389"/>
                </a:lnTo>
                <a:lnTo>
                  <a:pt x="7835" y="8389"/>
                </a:lnTo>
                <a:lnTo>
                  <a:pt x="7927" y="8266"/>
                </a:lnTo>
                <a:lnTo>
                  <a:pt x="7927" y="8235"/>
                </a:lnTo>
                <a:lnTo>
                  <a:pt x="7927" y="8235"/>
                </a:lnTo>
                <a:lnTo>
                  <a:pt x="7989" y="8112"/>
                </a:lnTo>
                <a:lnTo>
                  <a:pt x="8020" y="8112"/>
                </a:lnTo>
                <a:lnTo>
                  <a:pt x="8020" y="8112"/>
                </a:lnTo>
                <a:lnTo>
                  <a:pt x="8081" y="7989"/>
                </a:lnTo>
                <a:lnTo>
                  <a:pt x="8081" y="7989"/>
                </a:lnTo>
                <a:lnTo>
                  <a:pt x="8142" y="7897"/>
                </a:lnTo>
                <a:lnTo>
                  <a:pt x="8173" y="7866"/>
                </a:lnTo>
                <a:lnTo>
                  <a:pt x="8173" y="7866"/>
                </a:lnTo>
                <a:lnTo>
                  <a:pt x="8265" y="7743"/>
                </a:lnTo>
                <a:lnTo>
                  <a:pt x="8265" y="7743"/>
                </a:lnTo>
                <a:lnTo>
                  <a:pt x="8388" y="7620"/>
                </a:lnTo>
                <a:lnTo>
                  <a:pt x="8388" y="7620"/>
                </a:lnTo>
                <a:lnTo>
                  <a:pt x="8419" y="7590"/>
                </a:lnTo>
                <a:lnTo>
                  <a:pt x="8419" y="7590"/>
                </a:lnTo>
                <a:lnTo>
                  <a:pt x="8480" y="7528"/>
                </a:lnTo>
                <a:lnTo>
                  <a:pt x="8480" y="7528"/>
                </a:lnTo>
                <a:lnTo>
                  <a:pt x="8603" y="7405"/>
                </a:lnTo>
                <a:lnTo>
                  <a:pt x="8603" y="7405"/>
                </a:lnTo>
                <a:lnTo>
                  <a:pt x="8696" y="7313"/>
                </a:lnTo>
                <a:lnTo>
                  <a:pt x="8696" y="7313"/>
                </a:lnTo>
                <a:lnTo>
                  <a:pt x="8818" y="7221"/>
                </a:lnTo>
                <a:lnTo>
                  <a:pt x="8849" y="7221"/>
                </a:lnTo>
                <a:lnTo>
                  <a:pt x="8849" y="7221"/>
                </a:lnTo>
                <a:lnTo>
                  <a:pt x="8941" y="7129"/>
                </a:lnTo>
                <a:lnTo>
                  <a:pt x="8972" y="7129"/>
                </a:lnTo>
                <a:lnTo>
                  <a:pt x="8972" y="7129"/>
                </a:lnTo>
                <a:lnTo>
                  <a:pt x="9095" y="7037"/>
                </a:lnTo>
                <a:lnTo>
                  <a:pt x="9095" y="7037"/>
                </a:lnTo>
                <a:lnTo>
                  <a:pt x="9218" y="6975"/>
                </a:lnTo>
                <a:lnTo>
                  <a:pt x="9218" y="6975"/>
                </a:lnTo>
                <a:lnTo>
                  <a:pt x="9310" y="6914"/>
                </a:lnTo>
                <a:lnTo>
                  <a:pt x="9341" y="6914"/>
                </a:lnTo>
                <a:lnTo>
                  <a:pt x="9341" y="6914"/>
                </a:lnTo>
                <a:lnTo>
                  <a:pt x="9371" y="6883"/>
                </a:lnTo>
                <a:lnTo>
                  <a:pt x="9371" y="6883"/>
                </a:lnTo>
                <a:lnTo>
                  <a:pt x="9464" y="6852"/>
                </a:lnTo>
                <a:lnTo>
                  <a:pt x="9464" y="6852"/>
                </a:lnTo>
                <a:lnTo>
                  <a:pt x="9617" y="6760"/>
                </a:lnTo>
                <a:lnTo>
                  <a:pt x="9617" y="6760"/>
                </a:lnTo>
                <a:lnTo>
                  <a:pt x="9771" y="6729"/>
                </a:lnTo>
                <a:lnTo>
                  <a:pt x="9771" y="6729"/>
                </a:lnTo>
                <a:lnTo>
                  <a:pt x="9771" y="6729"/>
                </a:lnTo>
                <a:lnTo>
                  <a:pt x="9894" y="6668"/>
                </a:lnTo>
                <a:lnTo>
                  <a:pt x="9894" y="6668"/>
                </a:lnTo>
                <a:lnTo>
                  <a:pt x="9955" y="6668"/>
                </a:lnTo>
                <a:lnTo>
                  <a:pt x="9955" y="6668"/>
                </a:lnTo>
                <a:lnTo>
                  <a:pt x="9955" y="6668"/>
                </a:lnTo>
                <a:lnTo>
                  <a:pt x="10047" y="6637"/>
                </a:lnTo>
                <a:lnTo>
                  <a:pt x="10047" y="6637"/>
                </a:lnTo>
                <a:lnTo>
                  <a:pt x="10201" y="6606"/>
                </a:lnTo>
                <a:lnTo>
                  <a:pt x="10201" y="6606"/>
                </a:lnTo>
                <a:lnTo>
                  <a:pt x="10263" y="6606"/>
                </a:lnTo>
                <a:lnTo>
                  <a:pt x="10263" y="6606"/>
                </a:lnTo>
                <a:lnTo>
                  <a:pt x="10355" y="6576"/>
                </a:lnTo>
                <a:lnTo>
                  <a:pt x="10355" y="6576"/>
                </a:lnTo>
                <a:lnTo>
                  <a:pt x="10447" y="6576"/>
                </a:lnTo>
                <a:lnTo>
                  <a:pt x="10447" y="6576"/>
                </a:lnTo>
                <a:lnTo>
                  <a:pt x="10570" y="6545"/>
                </a:lnTo>
                <a:lnTo>
                  <a:pt x="10570" y="6545"/>
                </a:lnTo>
                <a:lnTo>
                  <a:pt x="10601" y="6545"/>
                </a:lnTo>
                <a:lnTo>
                  <a:pt x="10601" y="6545"/>
                </a:lnTo>
                <a:lnTo>
                  <a:pt x="10662" y="6545"/>
                </a:lnTo>
                <a:lnTo>
                  <a:pt x="10662" y="6545"/>
                </a:lnTo>
                <a:lnTo>
                  <a:pt x="10754" y="6514"/>
                </a:lnTo>
                <a:lnTo>
                  <a:pt x="10816" y="6484"/>
                </a:lnTo>
                <a:lnTo>
                  <a:pt x="10877" y="6391"/>
                </a:lnTo>
                <a:lnTo>
                  <a:pt x="10908" y="6299"/>
                </a:lnTo>
                <a:lnTo>
                  <a:pt x="10908" y="6238"/>
                </a:lnTo>
                <a:lnTo>
                  <a:pt x="10908" y="6238"/>
                </a:lnTo>
                <a:lnTo>
                  <a:pt x="10908" y="4824"/>
                </a:lnTo>
                <a:lnTo>
                  <a:pt x="10908" y="4824"/>
                </a:lnTo>
                <a:lnTo>
                  <a:pt x="10908" y="4824"/>
                </a:lnTo>
                <a:lnTo>
                  <a:pt x="10846" y="4609"/>
                </a:lnTo>
                <a:lnTo>
                  <a:pt x="10723" y="4394"/>
                </a:lnTo>
                <a:lnTo>
                  <a:pt x="10570" y="4179"/>
                </a:lnTo>
                <a:lnTo>
                  <a:pt x="10416" y="4025"/>
                </a:lnTo>
                <a:lnTo>
                  <a:pt x="9986" y="3595"/>
                </a:lnTo>
                <a:lnTo>
                  <a:pt x="9986" y="3595"/>
                </a:lnTo>
                <a:lnTo>
                  <a:pt x="8419" y="2243"/>
                </a:lnTo>
                <a:lnTo>
                  <a:pt x="7282" y="1229"/>
                </a:lnTo>
                <a:lnTo>
                  <a:pt x="6883" y="830"/>
                </a:lnTo>
                <a:lnTo>
                  <a:pt x="6637" y="553"/>
                </a:lnTo>
                <a:lnTo>
                  <a:pt x="6637" y="553"/>
                </a:lnTo>
                <a:lnTo>
                  <a:pt x="6545" y="523"/>
                </a:lnTo>
                <a:lnTo>
                  <a:pt x="6483" y="492"/>
                </a:lnTo>
                <a:lnTo>
                  <a:pt x="6483" y="492"/>
                </a:lnTo>
                <a:lnTo>
                  <a:pt x="6268" y="277"/>
                </a:lnTo>
                <a:lnTo>
                  <a:pt x="6053" y="123"/>
                </a:lnTo>
                <a:lnTo>
                  <a:pt x="5807" y="31"/>
                </a:lnTo>
                <a:lnTo>
                  <a:pt x="5531"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5"/>
          <p:cNvSpPr/>
          <p:nvPr/>
        </p:nvSpPr>
        <p:spPr>
          <a:xfrm>
            <a:off x="3210983" y="3721232"/>
            <a:ext cx="1079950" cy="387158"/>
          </a:xfrm>
          <a:custGeom>
            <a:rect b="b" l="l" r="r" t="t"/>
            <a:pathLst>
              <a:path extrusionOk="0" h="4825" w="13459">
                <a:moveTo>
                  <a:pt x="1537" y="0"/>
                </a:moveTo>
                <a:lnTo>
                  <a:pt x="1353" y="62"/>
                </a:lnTo>
                <a:lnTo>
                  <a:pt x="1168" y="93"/>
                </a:lnTo>
                <a:lnTo>
                  <a:pt x="1015" y="185"/>
                </a:lnTo>
                <a:lnTo>
                  <a:pt x="738" y="338"/>
                </a:lnTo>
                <a:lnTo>
                  <a:pt x="523" y="553"/>
                </a:lnTo>
                <a:lnTo>
                  <a:pt x="370" y="769"/>
                </a:lnTo>
                <a:lnTo>
                  <a:pt x="247" y="984"/>
                </a:lnTo>
                <a:lnTo>
                  <a:pt x="155" y="1229"/>
                </a:lnTo>
                <a:lnTo>
                  <a:pt x="62" y="1444"/>
                </a:lnTo>
                <a:lnTo>
                  <a:pt x="32" y="1721"/>
                </a:lnTo>
                <a:lnTo>
                  <a:pt x="1" y="1967"/>
                </a:lnTo>
                <a:lnTo>
                  <a:pt x="1" y="4394"/>
                </a:lnTo>
                <a:lnTo>
                  <a:pt x="32" y="4486"/>
                </a:lnTo>
                <a:lnTo>
                  <a:pt x="62" y="4548"/>
                </a:lnTo>
                <a:lnTo>
                  <a:pt x="155" y="4701"/>
                </a:lnTo>
                <a:lnTo>
                  <a:pt x="308" y="4794"/>
                </a:lnTo>
                <a:lnTo>
                  <a:pt x="370" y="4824"/>
                </a:lnTo>
                <a:lnTo>
                  <a:pt x="13459" y="4824"/>
                </a:lnTo>
                <a:lnTo>
                  <a:pt x="13397" y="4609"/>
                </a:lnTo>
                <a:lnTo>
                  <a:pt x="13274" y="4394"/>
                </a:lnTo>
                <a:lnTo>
                  <a:pt x="13121" y="4179"/>
                </a:lnTo>
                <a:lnTo>
                  <a:pt x="12967" y="4025"/>
                </a:lnTo>
                <a:lnTo>
                  <a:pt x="12537" y="3595"/>
                </a:lnTo>
                <a:lnTo>
                  <a:pt x="9126" y="492"/>
                </a:lnTo>
                <a:lnTo>
                  <a:pt x="8881" y="277"/>
                </a:lnTo>
                <a:lnTo>
                  <a:pt x="8635" y="123"/>
                </a:lnTo>
                <a:lnTo>
                  <a:pt x="8358" y="31"/>
                </a:lnTo>
                <a:lnTo>
                  <a:pt x="8082" y="0"/>
                </a:lnTo>
                <a:close/>
              </a:path>
            </a:pathLst>
          </a:custGeom>
          <a:solidFill>
            <a:srgbClr val="7ADF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5"/>
          <p:cNvSpPr/>
          <p:nvPr/>
        </p:nvSpPr>
        <p:spPr>
          <a:xfrm>
            <a:off x="3210983" y="3721232"/>
            <a:ext cx="1079950" cy="387158"/>
          </a:xfrm>
          <a:custGeom>
            <a:rect b="b" l="l" r="r" t="t"/>
            <a:pathLst>
              <a:path extrusionOk="0" fill="none" h="4825" w="13459">
                <a:moveTo>
                  <a:pt x="1" y="1967"/>
                </a:moveTo>
                <a:lnTo>
                  <a:pt x="1" y="4394"/>
                </a:lnTo>
                <a:lnTo>
                  <a:pt x="1" y="4394"/>
                </a:lnTo>
                <a:lnTo>
                  <a:pt x="32" y="4486"/>
                </a:lnTo>
                <a:lnTo>
                  <a:pt x="62" y="4548"/>
                </a:lnTo>
                <a:lnTo>
                  <a:pt x="155" y="4701"/>
                </a:lnTo>
                <a:lnTo>
                  <a:pt x="308" y="4794"/>
                </a:lnTo>
                <a:lnTo>
                  <a:pt x="370" y="4824"/>
                </a:lnTo>
                <a:lnTo>
                  <a:pt x="462" y="4824"/>
                </a:lnTo>
                <a:lnTo>
                  <a:pt x="13459" y="4824"/>
                </a:lnTo>
                <a:lnTo>
                  <a:pt x="13459" y="4824"/>
                </a:lnTo>
                <a:lnTo>
                  <a:pt x="13459" y="4824"/>
                </a:lnTo>
                <a:lnTo>
                  <a:pt x="13459" y="4824"/>
                </a:lnTo>
                <a:lnTo>
                  <a:pt x="13397" y="4609"/>
                </a:lnTo>
                <a:lnTo>
                  <a:pt x="13274" y="4394"/>
                </a:lnTo>
                <a:lnTo>
                  <a:pt x="13121" y="4179"/>
                </a:lnTo>
                <a:lnTo>
                  <a:pt x="12967" y="4025"/>
                </a:lnTo>
                <a:lnTo>
                  <a:pt x="12537" y="3595"/>
                </a:lnTo>
                <a:lnTo>
                  <a:pt x="12537" y="3595"/>
                </a:lnTo>
                <a:lnTo>
                  <a:pt x="9126" y="492"/>
                </a:lnTo>
                <a:lnTo>
                  <a:pt x="9126" y="492"/>
                </a:lnTo>
                <a:lnTo>
                  <a:pt x="8881" y="277"/>
                </a:lnTo>
                <a:lnTo>
                  <a:pt x="8635" y="123"/>
                </a:lnTo>
                <a:lnTo>
                  <a:pt x="8358" y="31"/>
                </a:lnTo>
                <a:lnTo>
                  <a:pt x="8082" y="0"/>
                </a:lnTo>
                <a:lnTo>
                  <a:pt x="1722" y="0"/>
                </a:lnTo>
                <a:lnTo>
                  <a:pt x="1722" y="0"/>
                </a:lnTo>
                <a:lnTo>
                  <a:pt x="1537" y="0"/>
                </a:lnTo>
                <a:lnTo>
                  <a:pt x="1353" y="62"/>
                </a:lnTo>
                <a:lnTo>
                  <a:pt x="1168" y="93"/>
                </a:lnTo>
                <a:lnTo>
                  <a:pt x="1015" y="185"/>
                </a:lnTo>
                <a:lnTo>
                  <a:pt x="738" y="338"/>
                </a:lnTo>
                <a:lnTo>
                  <a:pt x="523" y="553"/>
                </a:lnTo>
                <a:lnTo>
                  <a:pt x="523" y="553"/>
                </a:lnTo>
                <a:lnTo>
                  <a:pt x="370" y="769"/>
                </a:lnTo>
                <a:lnTo>
                  <a:pt x="247" y="984"/>
                </a:lnTo>
                <a:lnTo>
                  <a:pt x="247" y="984"/>
                </a:lnTo>
                <a:lnTo>
                  <a:pt x="155" y="1229"/>
                </a:lnTo>
                <a:lnTo>
                  <a:pt x="62" y="1444"/>
                </a:lnTo>
                <a:lnTo>
                  <a:pt x="32" y="1721"/>
                </a:lnTo>
                <a:lnTo>
                  <a:pt x="1" y="1967"/>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5"/>
          <p:cNvSpPr/>
          <p:nvPr/>
        </p:nvSpPr>
        <p:spPr>
          <a:xfrm>
            <a:off x="3210983" y="3721232"/>
            <a:ext cx="1079950" cy="387158"/>
          </a:xfrm>
          <a:custGeom>
            <a:rect b="b" l="l" r="r" t="t"/>
            <a:pathLst>
              <a:path extrusionOk="0" h="4825" w="13459">
                <a:moveTo>
                  <a:pt x="8358" y="123"/>
                </a:moveTo>
                <a:lnTo>
                  <a:pt x="8604" y="215"/>
                </a:lnTo>
                <a:lnTo>
                  <a:pt x="8819" y="369"/>
                </a:lnTo>
                <a:lnTo>
                  <a:pt x="9065" y="553"/>
                </a:lnTo>
                <a:lnTo>
                  <a:pt x="12445" y="3687"/>
                </a:lnTo>
                <a:lnTo>
                  <a:pt x="12875" y="4087"/>
                </a:lnTo>
                <a:lnTo>
                  <a:pt x="13029" y="4241"/>
                </a:lnTo>
                <a:lnTo>
                  <a:pt x="13152" y="4394"/>
                </a:lnTo>
                <a:lnTo>
                  <a:pt x="13244" y="4548"/>
                </a:lnTo>
                <a:lnTo>
                  <a:pt x="13336" y="4732"/>
                </a:lnTo>
                <a:lnTo>
                  <a:pt x="462" y="4732"/>
                </a:lnTo>
                <a:lnTo>
                  <a:pt x="339" y="4701"/>
                </a:lnTo>
                <a:lnTo>
                  <a:pt x="216" y="4640"/>
                </a:lnTo>
                <a:lnTo>
                  <a:pt x="155" y="4517"/>
                </a:lnTo>
                <a:lnTo>
                  <a:pt x="124" y="4394"/>
                </a:lnTo>
                <a:lnTo>
                  <a:pt x="124" y="1967"/>
                </a:lnTo>
                <a:lnTo>
                  <a:pt x="124" y="1721"/>
                </a:lnTo>
                <a:lnTo>
                  <a:pt x="185" y="1475"/>
                </a:lnTo>
                <a:lnTo>
                  <a:pt x="247" y="1260"/>
                </a:lnTo>
                <a:lnTo>
                  <a:pt x="339" y="1045"/>
                </a:lnTo>
                <a:lnTo>
                  <a:pt x="462" y="830"/>
                </a:lnTo>
                <a:lnTo>
                  <a:pt x="615" y="646"/>
                </a:lnTo>
                <a:lnTo>
                  <a:pt x="861" y="400"/>
                </a:lnTo>
                <a:lnTo>
                  <a:pt x="1107" y="246"/>
                </a:lnTo>
                <a:lnTo>
                  <a:pt x="1414" y="154"/>
                </a:lnTo>
                <a:lnTo>
                  <a:pt x="1722" y="123"/>
                </a:lnTo>
                <a:close/>
                <a:moveTo>
                  <a:pt x="1537" y="0"/>
                </a:moveTo>
                <a:lnTo>
                  <a:pt x="1353" y="62"/>
                </a:lnTo>
                <a:lnTo>
                  <a:pt x="1168" y="93"/>
                </a:lnTo>
                <a:lnTo>
                  <a:pt x="1015" y="185"/>
                </a:lnTo>
                <a:lnTo>
                  <a:pt x="738" y="338"/>
                </a:lnTo>
                <a:lnTo>
                  <a:pt x="523" y="553"/>
                </a:lnTo>
                <a:lnTo>
                  <a:pt x="370" y="769"/>
                </a:lnTo>
                <a:lnTo>
                  <a:pt x="247" y="984"/>
                </a:lnTo>
                <a:lnTo>
                  <a:pt x="155" y="1229"/>
                </a:lnTo>
                <a:lnTo>
                  <a:pt x="62" y="1444"/>
                </a:lnTo>
                <a:lnTo>
                  <a:pt x="32" y="1721"/>
                </a:lnTo>
                <a:lnTo>
                  <a:pt x="1" y="1967"/>
                </a:lnTo>
                <a:lnTo>
                  <a:pt x="1" y="4394"/>
                </a:lnTo>
                <a:lnTo>
                  <a:pt x="32" y="4486"/>
                </a:lnTo>
                <a:lnTo>
                  <a:pt x="62" y="4548"/>
                </a:lnTo>
                <a:lnTo>
                  <a:pt x="155" y="4701"/>
                </a:lnTo>
                <a:lnTo>
                  <a:pt x="308" y="4794"/>
                </a:lnTo>
                <a:lnTo>
                  <a:pt x="370" y="4824"/>
                </a:lnTo>
                <a:lnTo>
                  <a:pt x="13459" y="4824"/>
                </a:lnTo>
                <a:lnTo>
                  <a:pt x="13397" y="4609"/>
                </a:lnTo>
                <a:lnTo>
                  <a:pt x="13274" y="4394"/>
                </a:lnTo>
                <a:lnTo>
                  <a:pt x="13121" y="4179"/>
                </a:lnTo>
                <a:lnTo>
                  <a:pt x="12967" y="4025"/>
                </a:lnTo>
                <a:lnTo>
                  <a:pt x="12537" y="3595"/>
                </a:lnTo>
                <a:lnTo>
                  <a:pt x="9126" y="492"/>
                </a:lnTo>
                <a:lnTo>
                  <a:pt x="8881" y="277"/>
                </a:lnTo>
                <a:lnTo>
                  <a:pt x="8635" y="123"/>
                </a:lnTo>
                <a:lnTo>
                  <a:pt x="8358" y="31"/>
                </a:lnTo>
                <a:lnTo>
                  <a:pt x="8082" y="0"/>
                </a:lnTo>
                <a:close/>
              </a:path>
            </a:pathLst>
          </a:custGeom>
          <a:solidFill>
            <a:srgbClr val="2A40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5"/>
          <p:cNvSpPr/>
          <p:nvPr/>
        </p:nvSpPr>
        <p:spPr>
          <a:xfrm>
            <a:off x="3220853" y="3731101"/>
            <a:ext cx="1060211" cy="369906"/>
          </a:xfrm>
          <a:custGeom>
            <a:rect b="b" l="l" r="r" t="t"/>
            <a:pathLst>
              <a:path extrusionOk="0" fill="none" h="4610" w="13213">
                <a:moveTo>
                  <a:pt x="7959" y="0"/>
                </a:moveTo>
                <a:lnTo>
                  <a:pt x="7959" y="0"/>
                </a:lnTo>
                <a:lnTo>
                  <a:pt x="8235" y="0"/>
                </a:lnTo>
                <a:lnTo>
                  <a:pt x="8481" y="92"/>
                </a:lnTo>
                <a:lnTo>
                  <a:pt x="8696" y="246"/>
                </a:lnTo>
                <a:lnTo>
                  <a:pt x="8942" y="430"/>
                </a:lnTo>
                <a:lnTo>
                  <a:pt x="8942" y="430"/>
                </a:lnTo>
                <a:lnTo>
                  <a:pt x="12322" y="3564"/>
                </a:lnTo>
                <a:lnTo>
                  <a:pt x="12752" y="3964"/>
                </a:lnTo>
                <a:lnTo>
                  <a:pt x="12752" y="3964"/>
                </a:lnTo>
                <a:lnTo>
                  <a:pt x="12906" y="4118"/>
                </a:lnTo>
                <a:lnTo>
                  <a:pt x="13029" y="4271"/>
                </a:lnTo>
                <a:lnTo>
                  <a:pt x="13121" y="4425"/>
                </a:lnTo>
                <a:lnTo>
                  <a:pt x="13213" y="4609"/>
                </a:lnTo>
                <a:lnTo>
                  <a:pt x="339" y="4609"/>
                </a:lnTo>
                <a:lnTo>
                  <a:pt x="339" y="4609"/>
                </a:lnTo>
                <a:lnTo>
                  <a:pt x="216" y="4578"/>
                </a:lnTo>
                <a:lnTo>
                  <a:pt x="93" y="4517"/>
                </a:lnTo>
                <a:lnTo>
                  <a:pt x="32" y="4394"/>
                </a:lnTo>
                <a:lnTo>
                  <a:pt x="1" y="4271"/>
                </a:lnTo>
                <a:lnTo>
                  <a:pt x="1" y="1844"/>
                </a:lnTo>
                <a:lnTo>
                  <a:pt x="1" y="1844"/>
                </a:lnTo>
                <a:lnTo>
                  <a:pt x="1" y="1598"/>
                </a:lnTo>
                <a:lnTo>
                  <a:pt x="62" y="1352"/>
                </a:lnTo>
                <a:lnTo>
                  <a:pt x="124" y="1137"/>
                </a:lnTo>
                <a:lnTo>
                  <a:pt x="216" y="922"/>
                </a:lnTo>
                <a:lnTo>
                  <a:pt x="216" y="922"/>
                </a:lnTo>
                <a:lnTo>
                  <a:pt x="339" y="707"/>
                </a:lnTo>
                <a:lnTo>
                  <a:pt x="492" y="523"/>
                </a:lnTo>
                <a:lnTo>
                  <a:pt x="492" y="523"/>
                </a:lnTo>
                <a:lnTo>
                  <a:pt x="738" y="277"/>
                </a:lnTo>
                <a:lnTo>
                  <a:pt x="984" y="123"/>
                </a:lnTo>
                <a:lnTo>
                  <a:pt x="1291" y="31"/>
                </a:lnTo>
                <a:lnTo>
                  <a:pt x="1599" y="0"/>
                </a:lnTo>
                <a:lnTo>
                  <a:pt x="7959"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5"/>
          <p:cNvSpPr/>
          <p:nvPr/>
        </p:nvSpPr>
        <p:spPr>
          <a:xfrm>
            <a:off x="3210983" y="3721232"/>
            <a:ext cx="1079950" cy="387158"/>
          </a:xfrm>
          <a:custGeom>
            <a:rect b="b" l="l" r="r" t="t"/>
            <a:pathLst>
              <a:path extrusionOk="0" fill="none" h="4825" w="13459">
                <a:moveTo>
                  <a:pt x="8082" y="0"/>
                </a:moveTo>
                <a:lnTo>
                  <a:pt x="1722" y="0"/>
                </a:lnTo>
                <a:lnTo>
                  <a:pt x="1722" y="0"/>
                </a:lnTo>
                <a:lnTo>
                  <a:pt x="1537" y="0"/>
                </a:lnTo>
                <a:lnTo>
                  <a:pt x="1353" y="62"/>
                </a:lnTo>
                <a:lnTo>
                  <a:pt x="1168" y="93"/>
                </a:lnTo>
                <a:lnTo>
                  <a:pt x="1015" y="185"/>
                </a:lnTo>
                <a:lnTo>
                  <a:pt x="738" y="338"/>
                </a:lnTo>
                <a:lnTo>
                  <a:pt x="523" y="553"/>
                </a:lnTo>
                <a:lnTo>
                  <a:pt x="523" y="553"/>
                </a:lnTo>
                <a:lnTo>
                  <a:pt x="370" y="769"/>
                </a:lnTo>
                <a:lnTo>
                  <a:pt x="247" y="984"/>
                </a:lnTo>
                <a:lnTo>
                  <a:pt x="247" y="984"/>
                </a:lnTo>
                <a:lnTo>
                  <a:pt x="155" y="1229"/>
                </a:lnTo>
                <a:lnTo>
                  <a:pt x="62" y="1444"/>
                </a:lnTo>
                <a:lnTo>
                  <a:pt x="32" y="1721"/>
                </a:lnTo>
                <a:lnTo>
                  <a:pt x="1" y="1967"/>
                </a:lnTo>
                <a:lnTo>
                  <a:pt x="1" y="4394"/>
                </a:lnTo>
                <a:lnTo>
                  <a:pt x="1" y="4394"/>
                </a:lnTo>
                <a:lnTo>
                  <a:pt x="32" y="4486"/>
                </a:lnTo>
                <a:lnTo>
                  <a:pt x="62" y="4548"/>
                </a:lnTo>
                <a:lnTo>
                  <a:pt x="155" y="4701"/>
                </a:lnTo>
                <a:lnTo>
                  <a:pt x="308" y="4794"/>
                </a:lnTo>
                <a:lnTo>
                  <a:pt x="370" y="4824"/>
                </a:lnTo>
                <a:lnTo>
                  <a:pt x="462" y="4824"/>
                </a:lnTo>
                <a:lnTo>
                  <a:pt x="13459" y="4824"/>
                </a:lnTo>
                <a:lnTo>
                  <a:pt x="13459" y="4824"/>
                </a:lnTo>
                <a:lnTo>
                  <a:pt x="13459" y="4824"/>
                </a:lnTo>
                <a:lnTo>
                  <a:pt x="13459" y="4824"/>
                </a:lnTo>
                <a:lnTo>
                  <a:pt x="13397" y="4609"/>
                </a:lnTo>
                <a:lnTo>
                  <a:pt x="13274" y="4394"/>
                </a:lnTo>
                <a:lnTo>
                  <a:pt x="13121" y="4179"/>
                </a:lnTo>
                <a:lnTo>
                  <a:pt x="12967" y="4025"/>
                </a:lnTo>
                <a:lnTo>
                  <a:pt x="12537" y="3595"/>
                </a:lnTo>
                <a:lnTo>
                  <a:pt x="12537" y="3595"/>
                </a:lnTo>
                <a:lnTo>
                  <a:pt x="9126" y="492"/>
                </a:lnTo>
                <a:lnTo>
                  <a:pt x="9126" y="492"/>
                </a:lnTo>
                <a:lnTo>
                  <a:pt x="8881" y="277"/>
                </a:lnTo>
                <a:lnTo>
                  <a:pt x="8635" y="123"/>
                </a:lnTo>
                <a:lnTo>
                  <a:pt x="8358" y="31"/>
                </a:lnTo>
                <a:lnTo>
                  <a:pt x="8082"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5"/>
          <p:cNvSpPr/>
          <p:nvPr/>
        </p:nvSpPr>
        <p:spPr>
          <a:xfrm>
            <a:off x="3526561" y="3731101"/>
            <a:ext cx="337891" cy="369906"/>
          </a:xfrm>
          <a:custGeom>
            <a:rect b="b" l="l" r="r" t="t"/>
            <a:pathLst>
              <a:path extrusionOk="0" h="4610" w="4211">
                <a:moveTo>
                  <a:pt x="1" y="0"/>
                </a:moveTo>
                <a:lnTo>
                  <a:pt x="3319" y="4609"/>
                </a:lnTo>
                <a:lnTo>
                  <a:pt x="4210" y="4609"/>
                </a:lnTo>
                <a:lnTo>
                  <a:pt x="923" y="0"/>
                </a:lnTo>
                <a:close/>
              </a:path>
            </a:pathLst>
          </a:custGeom>
          <a:solidFill>
            <a:srgbClr val="A1E7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5"/>
          <p:cNvSpPr/>
          <p:nvPr/>
        </p:nvSpPr>
        <p:spPr>
          <a:xfrm>
            <a:off x="3526561" y="3731101"/>
            <a:ext cx="337891" cy="369906"/>
          </a:xfrm>
          <a:custGeom>
            <a:rect b="b" l="l" r="r" t="t"/>
            <a:pathLst>
              <a:path extrusionOk="0" fill="none" h="4610" w="4211">
                <a:moveTo>
                  <a:pt x="923" y="0"/>
                </a:moveTo>
                <a:lnTo>
                  <a:pt x="1" y="0"/>
                </a:lnTo>
                <a:lnTo>
                  <a:pt x="3319" y="4609"/>
                </a:lnTo>
                <a:lnTo>
                  <a:pt x="4210" y="4609"/>
                </a:lnTo>
                <a:lnTo>
                  <a:pt x="4210" y="4609"/>
                </a:lnTo>
                <a:lnTo>
                  <a:pt x="923"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5"/>
          <p:cNvSpPr/>
          <p:nvPr/>
        </p:nvSpPr>
        <p:spPr>
          <a:xfrm>
            <a:off x="3526561" y="3728614"/>
            <a:ext cx="74062" cy="2568"/>
          </a:xfrm>
          <a:custGeom>
            <a:rect b="b" l="l" r="r" t="t"/>
            <a:pathLst>
              <a:path extrusionOk="0" h="32" w="923">
                <a:moveTo>
                  <a:pt x="1" y="1"/>
                </a:moveTo>
                <a:lnTo>
                  <a:pt x="1" y="31"/>
                </a:lnTo>
                <a:lnTo>
                  <a:pt x="923" y="31"/>
                </a:lnTo>
                <a:lnTo>
                  <a:pt x="923" y="1"/>
                </a:lnTo>
                <a:close/>
              </a:path>
            </a:pathLst>
          </a:custGeom>
          <a:solidFill>
            <a:srgbClr val="69788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5"/>
          <p:cNvSpPr/>
          <p:nvPr/>
        </p:nvSpPr>
        <p:spPr>
          <a:xfrm>
            <a:off x="3526561" y="3728614"/>
            <a:ext cx="74062" cy="2568"/>
          </a:xfrm>
          <a:custGeom>
            <a:rect b="b" l="l" r="r" t="t"/>
            <a:pathLst>
              <a:path extrusionOk="0" fill="none" h="32" w="923">
                <a:moveTo>
                  <a:pt x="923" y="1"/>
                </a:moveTo>
                <a:lnTo>
                  <a:pt x="1" y="1"/>
                </a:lnTo>
                <a:lnTo>
                  <a:pt x="1" y="31"/>
                </a:lnTo>
                <a:lnTo>
                  <a:pt x="923" y="31"/>
                </a:lnTo>
                <a:lnTo>
                  <a:pt x="923" y="31"/>
                </a:lnTo>
                <a:lnTo>
                  <a:pt x="923"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5"/>
          <p:cNvSpPr/>
          <p:nvPr/>
        </p:nvSpPr>
        <p:spPr>
          <a:xfrm>
            <a:off x="3635044" y="3731101"/>
            <a:ext cx="298413" cy="369906"/>
          </a:xfrm>
          <a:custGeom>
            <a:rect b="b" l="l" r="r" t="t"/>
            <a:pathLst>
              <a:path extrusionOk="0" h="4610" w="3719">
                <a:moveTo>
                  <a:pt x="1" y="0"/>
                </a:moveTo>
                <a:lnTo>
                  <a:pt x="3288" y="4609"/>
                </a:lnTo>
                <a:lnTo>
                  <a:pt x="3719" y="4609"/>
                </a:lnTo>
                <a:lnTo>
                  <a:pt x="462" y="0"/>
                </a:lnTo>
                <a:close/>
              </a:path>
            </a:pathLst>
          </a:custGeom>
          <a:solidFill>
            <a:srgbClr val="A1E7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5"/>
          <p:cNvSpPr/>
          <p:nvPr/>
        </p:nvSpPr>
        <p:spPr>
          <a:xfrm>
            <a:off x="3635044" y="3731101"/>
            <a:ext cx="298413" cy="369906"/>
          </a:xfrm>
          <a:custGeom>
            <a:rect b="b" l="l" r="r" t="t"/>
            <a:pathLst>
              <a:path extrusionOk="0" fill="none" h="4610" w="3719">
                <a:moveTo>
                  <a:pt x="462" y="0"/>
                </a:moveTo>
                <a:lnTo>
                  <a:pt x="1" y="0"/>
                </a:lnTo>
                <a:lnTo>
                  <a:pt x="3288" y="4609"/>
                </a:lnTo>
                <a:lnTo>
                  <a:pt x="3719" y="4609"/>
                </a:lnTo>
                <a:lnTo>
                  <a:pt x="3719" y="4609"/>
                </a:lnTo>
                <a:lnTo>
                  <a:pt x="462"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5"/>
          <p:cNvSpPr/>
          <p:nvPr/>
        </p:nvSpPr>
        <p:spPr>
          <a:xfrm>
            <a:off x="3635044" y="3728614"/>
            <a:ext cx="37071" cy="2568"/>
          </a:xfrm>
          <a:custGeom>
            <a:rect b="b" l="l" r="r" t="t"/>
            <a:pathLst>
              <a:path extrusionOk="0" h="32" w="462">
                <a:moveTo>
                  <a:pt x="1" y="1"/>
                </a:moveTo>
                <a:lnTo>
                  <a:pt x="1" y="31"/>
                </a:lnTo>
                <a:lnTo>
                  <a:pt x="462" y="31"/>
                </a:lnTo>
                <a:lnTo>
                  <a:pt x="462" y="1"/>
                </a:lnTo>
                <a:close/>
              </a:path>
            </a:pathLst>
          </a:custGeom>
          <a:solidFill>
            <a:srgbClr val="69788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5"/>
          <p:cNvSpPr/>
          <p:nvPr/>
        </p:nvSpPr>
        <p:spPr>
          <a:xfrm>
            <a:off x="3635044" y="3728614"/>
            <a:ext cx="37071" cy="2568"/>
          </a:xfrm>
          <a:custGeom>
            <a:rect b="b" l="l" r="r" t="t"/>
            <a:pathLst>
              <a:path extrusionOk="0" fill="none" h="32" w="462">
                <a:moveTo>
                  <a:pt x="462" y="1"/>
                </a:moveTo>
                <a:lnTo>
                  <a:pt x="1" y="1"/>
                </a:lnTo>
                <a:lnTo>
                  <a:pt x="1" y="31"/>
                </a:lnTo>
                <a:lnTo>
                  <a:pt x="462" y="31"/>
                </a:lnTo>
                <a:lnTo>
                  <a:pt x="462" y="31"/>
                </a:lnTo>
                <a:lnTo>
                  <a:pt x="462" y="1"/>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5"/>
          <p:cNvSpPr/>
          <p:nvPr/>
        </p:nvSpPr>
        <p:spPr>
          <a:xfrm>
            <a:off x="3415672" y="3723719"/>
            <a:ext cx="46860" cy="384671"/>
          </a:xfrm>
          <a:custGeom>
            <a:rect b="b" l="l" r="r" t="t"/>
            <a:pathLst>
              <a:path extrusionOk="0" h="4794" w="584">
                <a:moveTo>
                  <a:pt x="0" y="0"/>
                </a:moveTo>
                <a:lnTo>
                  <a:pt x="0" y="4793"/>
                </a:lnTo>
                <a:lnTo>
                  <a:pt x="584" y="4793"/>
                </a:lnTo>
                <a:lnTo>
                  <a:pt x="584" y="0"/>
                </a:lnTo>
                <a:close/>
              </a:path>
            </a:pathLst>
          </a:custGeom>
          <a:solidFill>
            <a:srgbClr val="2A40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5"/>
          <p:cNvSpPr/>
          <p:nvPr/>
        </p:nvSpPr>
        <p:spPr>
          <a:xfrm>
            <a:off x="3985124" y="3807488"/>
            <a:ext cx="49428" cy="300900"/>
          </a:xfrm>
          <a:custGeom>
            <a:rect b="b" l="l" r="r" t="t"/>
            <a:pathLst>
              <a:path extrusionOk="0" h="3750" w="616">
                <a:moveTo>
                  <a:pt x="1" y="1"/>
                </a:moveTo>
                <a:lnTo>
                  <a:pt x="1" y="3749"/>
                </a:lnTo>
                <a:lnTo>
                  <a:pt x="615" y="3749"/>
                </a:lnTo>
                <a:lnTo>
                  <a:pt x="615" y="585"/>
                </a:lnTo>
                <a:lnTo>
                  <a:pt x="1" y="1"/>
                </a:lnTo>
                <a:close/>
              </a:path>
            </a:pathLst>
          </a:custGeom>
          <a:solidFill>
            <a:srgbClr val="2A40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5"/>
          <p:cNvSpPr/>
          <p:nvPr/>
        </p:nvSpPr>
        <p:spPr>
          <a:xfrm>
            <a:off x="3442792" y="4135422"/>
            <a:ext cx="155345" cy="39478"/>
          </a:xfrm>
          <a:custGeom>
            <a:rect b="b" l="l" r="r" t="t"/>
            <a:pathLst>
              <a:path extrusionOk="0" h="492" w="1936">
                <a:moveTo>
                  <a:pt x="277" y="0"/>
                </a:moveTo>
                <a:lnTo>
                  <a:pt x="215" y="31"/>
                </a:lnTo>
                <a:lnTo>
                  <a:pt x="154" y="62"/>
                </a:lnTo>
                <a:lnTo>
                  <a:pt x="92" y="123"/>
                </a:lnTo>
                <a:lnTo>
                  <a:pt x="62" y="185"/>
                </a:lnTo>
                <a:lnTo>
                  <a:pt x="31" y="338"/>
                </a:lnTo>
                <a:lnTo>
                  <a:pt x="0" y="400"/>
                </a:lnTo>
                <a:lnTo>
                  <a:pt x="31" y="461"/>
                </a:lnTo>
                <a:lnTo>
                  <a:pt x="62" y="492"/>
                </a:lnTo>
                <a:lnTo>
                  <a:pt x="1721" y="492"/>
                </a:lnTo>
                <a:lnTo>
                  <a:pt x="1813" y="461"/>
                </a:lnTo>
                <a:lnTo>
                  <a:pt x="1874" y="400"/>
                </a:lnTo>
                <a:lnTo>
                  <a:pt x="1936" y="92"/>
                </a:lnTo>
                <a:lnTo>
                  <a:pt x="1936" y="31"/>
                </a:lnTo>
                <a:lnTo>
                  <a:pt x="1874" y="0"/>
                </a:lnTo>
                <a:close/>
              </a:path>
            </a:pathLst>
          </a:custGeom>
          <a:solidFill>
            <a:srgbClr val="9AA01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5"/>
          <p:cNvSpPr/>
          <p:nvPr/>
        </p:nvSpPr>
        <p:spPr>
          <a:xfrm>
            <a:off x="3450174" y="4128040"/>
            <a:ext cx="150450" cy="39478"/>
          </a:xfrm>
          <a:custGeom>
            <a:rect b="b" l="l" r="r" t="t"/>
            <a:pathLst>
              <a:path extrusionOk="0" h="492" w="1875">
                <a:moveTo>
                  <a:pt x="215" y="0"/>
                </a:moveTo>
                <a:lnTo>
                  <a:pt x="123" y="62"/>
                </a:lnTo>
                <a:lnTo>
                  <a:pt x="92" y="92"/>
                </a:lnTo>
                <a:lnTo>
                  <a:pt x="62" y="184"/>
                </a:lnTo>
                <a:lnTo>
                  <a:pt x="0" y="338"/>
                </a:lnTo>
                <a:lnTo>
                  <a:pt x="0" y="400"/>
                </a:lnTo>
                <a:lnTo>
                  <a:pt x="31" y="430"/>
                </a:lnTo>
                <a:lnTo>
                  <a:pt x="62" y="461"/>
                </a:lnTo>
                <a:lnTo>
                  <a:pt x="123" y="492"/>
                </a:lnTo>
                <a:lnTo>
                  <a:pt x="1659" y="492"/>
                </a:lnTo>
                <a:lnTo>
                  <a:pt x="1752" y="461"/>
                </a:lnTo>
                <a:lnTo>
                  <a:pt x="1813" y="369"/>
                </a:lnTo>
                <a:lnTo>
                  <a:pt x="1875" y="92"/>
                </a:lnTo>
                <a:lnTo>
                  <a:pt x="1875" y="31"/>
                </a:lnTo>
                <a:lnTo>
                  <a:pt x="1813" y="0"/>
                </a:lnTo>
                <a:close/>
              </a:path>
            </a:pathLst>
          </a:custGeom>
          <a:solidFill>
            <a:srgbClr val="2A40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5"/>
          <p:cNvSpPr/>
          <p:nvPr/>
        </p:nvSpPr>
        <p:spPr>
          <a:xfrm>
            <a:off x="4221827" y="4049086"/>
            <a:ext cx="69087" cy="79036"/>
          </a:xfrm>
          <a:custGeom>
            <a:rect b="b" l="l" r="r" t="t"/>
            <a:pathLst>
              <a:path extrusionOk="0" h="985" w="861">
                <a:moveTo>
                  <a:pt x="123" y="1"/>
                </a:moveTo>
                <a:lnTo>
                  <a:pt x="0" y="800"/>
                </a:lnTo>
                <a:lnTo>
                  <a:pt x="277" y="953"/>
                </a:lnTo>
                <a:lnTo>
                  <a:pt x="492" y="984"/>
                </a:lnTo>
                <a:lnTo>
                  <a:pt x="676" y="953"/>
                </a:lnTo>
                <a:lnTo>
                  <a:pt x="769" y="923"/>
                </a:lnTo>
                <a:lnTo>
                  <a:pt x="830" y="861"/>
                </a:lnTo>
                <a:lnTo>
                  <a:pt x="861" y="800"/>
                </a:lnTo>
                <a:lnTo>
                  <a:pt x="861" y="769"/>
                </a:lnTo>
                <a:lnTo>
                  <a:pt x="861" y="708"/>
                </a:lnTo>
                <a:lnTo>
                  <a:pt x="830" y="646"/>
                </a:lnTo>
                <a:lnTo>
                  <a:pt x="123" y="1"/>
                </a:lnTo>
                <a:close/>
              </a:path>
            </a:pathLst>
          </a:custGeom>
          <a:solidFill>
            <a:srgbClr val="2A40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5"/>
          <p:cNvSpPr/>
          <p:nvPr/>
        </p:nvSpPr>
        <p:spPr>
          <a:xfrm>
            <a:off x="4088712" y="4034322"/>
            <a:ext cx="152937" cy="81444"/>
          </a:xfrm>
          <a:custGeom>
            <a:rect b="b" l="l" r="r" t="t"/>
            <a:pathLst>
              <a:path extrusionOk="0" h="1015" w="1906">
                <a:moveTo>
                  <a:pt x="523" y="1"/>
                </a:moveTo>
                <a:lnTo>
                  <a:pt x="430" y="31"/>
                </a:lnTo>
                <a:lnTo>
                  <a:pt x="308" y="62"/>
                </a:lnTo>
                <a:lnTo>
                  <a:pt x="246" y="93"/>
                </a:lnTo>
                <a:lnTo>
                  <a:pt x="154" y="154"/>
                </a:lnTo>
                <a:lnTo>
                  <a:pt x="92" y="246"/>
                </a:lnTo>
                <a:lnTo>
                  <a:pt x="62" y="308"/>
                </a:lnTo>
                <a:lnTo>
                  <a:pt x="31" y="400"/>
                </a:lnTo>
                <a:lnTo>
                  <a:pt x="0" y="523"/>
                </a:lnTo>
                <a:lnTo>
                  <a:pt x="31" y="615"/>
                </a:lnTo>
                <a:lnTo>
                  <a:pt x="62" y="707"/>
                </a:lnTo>
                <a:lnTo>
                  <a:pt x="92" y="799"/>
                </a:lnTo>
                <a:lnTo>
                  <a:pt x="154" y="861"/>
                </a:lnTo>
                <a:lnTo>
                  <a:pt x="246" y="922"/>
                </a:lnTo>
                <a:lnTo>
                  <a:pt x="308" y="984"/>
                </a:lnTo>
                <a:lnTo>
                  <a:pt x="430" y="1014"/>
                </a:lnTo>
                <a:lnTo>
                  <a:pt x="1629" y="1014"/>
                </a:lnTo>
                <a:lnTo>
                  <a:pt x="1752" y="984"/>
                </a:lnTo>
                <a:lnTo>
                  <a:pt x="1844" y="922"/>
                </a:lnTo>
                <a:lnTo>
                  <a:pt x="1905" y="799"/>
                </a:lnTo>
                <a:lnTo>
                  <a:pt x="1905" y="677"/>
                </a:lnTo>
                <a:lnTo>
                  <a:pt x="1844" y="400"/>
                </a:lnTo>
                <a:lnTo>
                  <a:pt x="1813" y="246"/>
                </a:lnTo>
                <a:lnTo>
                  <a:pt x="1690" y="123"/>
                </a:lnTo>
                <a:lnTo>
                  <a:pt x="1567" y="31"/>
                </a:lnTo>
                <a:lnTo>
                  <a:pt x="1414" y="1"/>
                </a:lnTo>
                <a:close/>
              </a:path>
            </a:pathLst>
          </a:custGeom>
          <a:solidFill>
            <a:srgbClr val="FB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5"/>
          <p:cNvSpPr/>
          <p:nvPr/>
        </p:nvSpPr>
        <p:spPr>
          <a:xfrm>
            <a:off x="4088712" y="4034322"/>
            <a:ext cx="76469" cy="81444"/>
          </a:xfrm>
          <a:custGeom>
            <a:rect b="b" l="l" r="r" t="t"/>
            <a:pathLst>
              <a:path extrusionOk="0" h="1015" w="953">
                <a:moveTo>
                  <a:pt x="523" y="1"/>
                </a:moveTo>
                <a:lnTo>
                  <a:pt x="430" y="31"/>
                </a:lnTo>
                <a:lnTo>
                  <a:pt x="308" y="62"/>
                </a:lnTo>
                <a:lnTo>
                  <a:pt x="246" y="93"/>
                </a:lnTo>
                <a:lnTo>
                  <a:pt x="154" y="154"/>
                </a:lnTo>
                <a:lnTo>
                  <a:pt x="92" y="246"/>
                </a:lnTo>
                <a:lnTo>
                  <a:pt x="62" y="308"/>
                </a:lnTo>
                <a:lnTo>
                  <a:pt x="31" y="400"/>
                </a:lnTo>
                <a:lnTo>
                  <a:pt x="0" y="523"/>
                </a:lnTo>
                <a:lnTo>
                  <a:pt x="31" y="615"/>
                </a:lnTo>
                <a:lnTo>
                  <a:pt x="62" y="707"/>
                </a:lnTo>
                <a:lnTo>
                  <a:pt x="92" y="799"/>
                </a:lnTo>
                <a:lnTo>
                  <a:pt x="154" y="861"/>
                </a:lnTo>
                <a:lnTo>
                  <a:pt x="246" y="922"/>
                </a:lnTo>
                <a:lnTo>
                  <a:pt x="308" y="984"/>
                </a:lnTo>
                <a:lnTo>
                  <a:pt x="430" y="1014"/>
                </a:lnTo>
                <a:lnTo>
                  <a:pt x="830" y="1014"/>
                </a:lnTo>
                <a:lnTo>
                  <a:pt x="738" y="984"/>
                </a:lnTo>
                <a:lnTo>
                  <a:pt x="646" y="922"/>
                </a:lnTo>
                <a:lnTo>
                  <a:pt x="584" y="861"/>
                </a:lnTo>
                <a:lnTo>
                  <a:pt x="523" y="799"/>
                </a:lnTo>
                <a:lnTo>
                  <a:pt x="461" y="707"/>
                </a:lnTo>
                <a:lnTo>
                  <a:pt x="430" y="615"/>
                </a:lnTo>
                <a:lnTo>
                  <a:pt x="430" y="523"/>
                </a:lnTo>
                <a:lnTo>
                  <a:pt x="430" y="400"/>
                </a:lnTo>
                <a:lnTo>
                  <a:pt x="461" y="308"/>
                </a:lnTo>
                <a:lnTo>
                  <a:pt x="523" y="246"/>
                </a:lnTo>
                <a:lnTo>
                  <a:pt x="584" y="154"/>
                </a:lnTo>
                <a:lnTo>
                  <a:pt x="646" y="93"/>
                </a:lnTo>
                <a:lnTo>
                  <a:pt x="738" y="62"/>
                </a:lnTo>
                <a:lnTo>
                  <a:pt x="830" y="31"/>
                </a:lnTo>
                <a:lnTo>
                  <a:pt x="953" y="1"/>
                </a:lnTo>
                <a:close/>
              </a:path>
            </a:pathLst>
          </a:custGeom>
          <a:solidFill>
            <a:srgbClr val="DFE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5"/>
          <p:cNvSpPr/>
          <p:nvPr/>
        </p:nvSpPr>
        <p:spPr>
          <a:xfrm>
            <a:off x="3117345" y="4246312"/>
            <a:ext cx="1444801" cy="355142"/>
          </a:xfrm>
          <a:custGeom>
            <a:rect b="b" l="l" r="r" t="t"/>
            <a:pathLst>
              <a:path extrusionOk="0" h="4426" w="18006">
                <a:moveTo>
                  <a:pt x="3411" y="1"/>
                </a:moveTo>
                <a:lnTo>
                  <a:pt x="2919" y="32"/>
                </a:lnTo>
                <a:lnTo>
                  <a:pt x="2458" y="124"/>
                </a:lnTo>
                <a:lnTo>
                  <a:pt x="2028" y="277"/>
                </a:lnTo>
                <a:lnTo>
                  <a:pt x="1629" y="493"/>
                </a:lnTo>
                <a:lnTo>
                  <a:pt x="1260" y="769"/>
                </a:lnTo>
                <a:lnTo>
                  <a:pt x="922" y="1076"/>
                </a:lnTo>
                <a:lnTo>
                  <a:pt x="646" y="1414"/>
                </a:lnTo>
                <a:lnTo>
                  <a:pt x="400" y="1814"/>
                </a:lnTo>
                <a:lnTo>
                  <a:pt x="215" y="2152"/>
                </a:lnTo>
                <a:lnTo>
                  <a:pt x="92" y="2520"/>
                </a:lnTo>
                <a:lnTo>
                  <a:pt x="31" y="2920"/>
                </a:lnTo>
                <a:lnTo>
                  <a:pt x="0" y="3350"/>
                </a:lnTo>
                <a:lnTo>
                  <a:pt x="0" y="3412"/>
                </a:lnTo>
                <a:lnTo>
                  <a:pt x="0" y="3872"/>
                </a:lnTo>
                <a:lnTo>
                  <a:pt x="31" y="3872"/>
                </a:lnTo>
                <a:lnTo>
                  <a:pt x="92" y="4149"/>
                </a:lnTo>
                <a:lnTo>
                  <a:pt x="154" y="4425"/>
                </a:lnTo>
                <a:lnTo>
                  <a:pt x="17852" y="4425"/>
                </a:lnTo>
                <a:lnTo>
                  <a:pt x="17913" y="4180"/>
                </a:lnTo>
                <a:lnTo>
                  <a:pt x="17975" y="3934"/>
                </a:lnTo>
                <a:lnTo>
                  <a:pt x="18006" y="3657"/>
                </a:lnTo>
                <a:lnTo>
                  <a:pt x="18006" y="3412"/>
                </a:lnTo>
                <a:lnTo>
                  <a:pt x="17975" y="3043"/>
                </a:lnTo>
                <a:lnTo>
                  <a:pt x="17944" y="2705"/>
                </a:lnTo>
                <a:lnTo>
                  <a:pt x="17852" y="2398"/>
                </a:lnTo>
                <a:lnTo>
                  <a:pt x="17729" y="2090"/>
                </a:lnTo>
                <a:lnTo>
                  <a:pt x="17606" y="1783"/>
                </a:lnTo>
                <a:lnTo>
                  <a:pt x="17422" y="1507"/>
                </a:lnTo>
                <a:lnTo>
                  <a:pt x="17237" y="1230"/>
                </a:lnTo>
                <a:lnTo>
                  <a:pt x="16992" y="984"/>
                </a:lnTo>
                <a:lnTo>
                  <a:pt x="16777" y="769"/>
                </a:lnTo>
                <a:lnTo>
                  <a:pt x="16500" y="585"/>
                </a:lnTo>
                <a:lnTo>
                  <a:pt x="16224" y="400"/>
                </a:lnTo>
                <a:lnTo>
                  <a:pt x="15916" y="247"/>
                </a:lnTo>
                <a:lnTo>
                  <a:pt x="15609" y="155"/>
                </a:lnTo>
                <a:lnTo>
                  <a:pt x="15271" y="62"/>
                </a:lnTo>
                <a:lnTo>
                  <a:pt x="14933" y="1"/>
                </a:lnTo>
                <a:lnTo>
                  <a:pt x="14257" y="1"/>
                </a:lnTo>
                <a:lnTo>
                  <a:pt x="13950" y="62"/>
                </a:lnTo>
                <a:lnTo>
                  <a:pt x="13643" y="124"/>
                </a:lnTo>
                <a:lnTo>
                  <a:pt x="13335" y="216"/>
                </a:lnTo>
                <a:lnTo>
                  <a:pt x="13059" y="370"/>
                </a:lnTo>
                <a:lnTo>
                  <a:pt x="12813" y="493"/>
                </a:lnTo>
                <a:lnTo>
                  <a:pt x="12536" y="677"/>
                </a:lnTo>
                <a:lnTo>
                  <a:pt x="12321" y="861"/>
                </a:lnTo>
                <a:lnTo>
                  <a:pt x="12106" y="1076"/>
                </a:lnTo>
                <a:lnTo>
                  <a:pt x="11891" y="1322"/>
                </a:lnTo>
                <a:lnTo>
                  <a:pt x="11707" y="1568"/>
                </a:lnTo>
                <a:lnTo>
                  <a:pt x="11553" y="1845"/>
                </a:lnTo>
                <a:lnTo>
                  <a:pt x="11430" y="2121"/>
                </a:lnTo>
                <a:lnTo>
                  <a:pt x="11338" y="2428"/>
                </a:lnTo>
                <a:lnTo>
                  <a:pt x="11246" y="2705"/>
                </a:lnTo>
                <a:lnTo>
                  <a:pt x="11215" y="3043"/>
                </a:lnTo>
                <a:lnTo>
                  <a:pt x="11184" y="3135"/>
                </a:lnTo>
                <a:lnTo>
                  <a:pt x="11123" y="3319"/>
                </a:lnTo>
                <a:lnTo>
                  <a:pt x="11062" y="3442"/>
                </a:lnTo>
                <a:lnTo>
                  <a:pt x="10969" y="3534"/>
                </a:lnTo>
                <a:lnTo>
                  <a:pt x="10877" y="3596"/>
                </a:lnTo>
                <a:lnTo>
                  <a:pt x="10724" y="3627"/>
                </a:lnTo>
                <a:lnTo>
                  <a:pt x="7252" y="3627"/>
                </a:lnTo>
                <a:lnTo>
                  <a:pt x="7129" y="3596"/>
                </a:lnTo>
                <a:lnTo>
                  <a:pt x="7006" y="3534"/>
                </a:lnTo>
                <a:lnTo>
                  <a:pt x="6944" y="3442"/>
                </a:lnTo>
                <a:lnTo>
                  <a:pt x="6883" y="3319"/>
                </a:lnTo>
                <a:lnTo>
                  <a:pt x="6821" y="3135"/>
                </a:lnTo>
                <a:lnTo>
                  <a:pt x="6791" y="3043"/>
                </a:lnTo>
                <a:lnTo>
                  <a:pt x="6729" y="2705"/>
                </a:lnTo>
                <a:lnTo>
                  <a:pt x="6668" y="2428"/>
                </a:lnTo>
                <a:lnTo>
                  <a:pt x="6576" y="2121"/>
                </a:lnTo>
                <a:lnTo>
                  <a:pt x="6422" y="1845"/>
                </a:lnTo>
                <a:lnTo>
                  <a:pt x="6268" y="1568"/>
                </a:lnTo>
                <a:lnTo>
                  <a:pt x="6115" y="1322"/>
                </a:lnTo>
                <a:lnTo>
                  <a:pt x="5900" y="1076"/>
                </a:lnTo>
                <a:lnTo>
                  <a:pt x="5685" y="861"/>
                </a:lnTo>
                <a:lnTo>
                  <a:pt x="5439" y="677"/>
                </a:lnTo>
                <a:lnTo>
                  <a:pt x="5193" y="493"/>
                </a:lnTo>
                <a:lnTo>
                  <a:pt x="4916" y="370"/>
                </a:lnTo>
                <a:lnTo>
                  <a:pt x="4640" y="216"/>
                </a:lnTo>
                <a:lnTo>
                  <a:pt x="4363" y="124"/>
                </a:lnTo>
                <a:lnTo>
                  <a:pt x="4056" y="62"/>
                </a:lnTo>
                <a:lnTo>
                  <a:pt x="3718" y="1"/>
                </a:lnTo>
                <a:close/>
              </a:path>
            </a:pathLst>
          </a:custGeom>
          <a:solidFill>
            <a:srgbClr val="B6C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5"/>
          <p:cNvSpPr/>
          <p:nvPr/>
        </p:nvSpPr>
        <p:spPr>
          <a:xfrm>
            <a:off x="3117345" y="4556995"/>
            <a:ext cx="1582894" cy="44453"/>
          </a:xfrm>
          <a:custGeom>
            <a:rect b="b" l="l" r="r" t="t"/>
            <a:pathLst>
              <a:path extrusionOk="0" h="554" w="19727">
                <a:moveTo>
                  <a:pt x="0" y="0"/>
                </a:moveTo>
                <a:lnTo>
                  <a:pt x="0" y="400"/>
                </a:lnTo>
                <a:lnTo>
                  <a:pt x="0" y="431"/>
                </a:lnTo>
                <a:lnTo>
                  <a:pt x="0" y="461"/>
                </a:lnTo>
                <a:lnTo>
                  <a:pt x="31" y="492"/>
                </a:lnTo>
                <a:lnTo>
                  <a:pt x="62" y="523"/>
                </a:lnTo>
                <a:lnTo>
                  <a:pt x="92" y="523"/>
                </a:lnTo>
                <a:lnTo>
                  <a:pt x="123" y="553"/>
                </a:lnTo>
                <a:lnTo>
                  <a:pt x="19634" y="553"/>
                </a:lnTo>
                <a:lnTo>
                  <a:pt x="19696" y="523"/>
                </a:lnTo>
                <a:lnTo>
                  <a:pt x="19726" y="461"/>
                </a:lnTo>
                <a:lnTo>
                  <a:pt x="19726" y="0"/>
                </a:lnTo>
                <a:close/>
              </a:path>
            </a:pathLst>
          </a:custGeom>
          <a:solidFill>
            <a:srgbClr val="131C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5"/>
          <p:cNvSpPr/>
          <p:nvPr/>
        </p:nvSpPr>
        <p:spPr>
          <a:xfrm>
            <a:off x="3186350" y="4315397"/>
            <a:ext cx="406897" cy="286056"/>
          </a:xfrm>
          <a:custGeom>
            <a:rect b="b" l="l" r="r" t="t"/>
            <a:pathLst>
              <a:path extrusionOk="0" h="3565" w="5071">
                <a:moveTo>
                  <a:pt x="2551" y="0"/>
                </a:moveTo>
                <a:lnTo>
                  <a:pt x="2274" y="31"/>
                </a:lnTo>
                <a:lnTo>
                  <a:pt x="2029" y="62"/>
                </a:lnTo>
                <a:lnTo>
                  <a:pt x="1783" y="123"/>
                </a:lnTo>
                <a:lnTo>
                  <a:pt x="1568" y="215"/>
                </a:lnTo>
                <a:lnTo>
                  <a:pt x="1322" y="308"/>
                </a:lnTo>
                <a:lnTo>
                  <a:pt x="1137" y="430"/>
                </a:lnTo>
                <a:lnTo>
                  <a:pt x="922" y="584"/>
                </a:lnTo>
                <a:lnTo>
                  <a:pt x="769" y="738"/>
                </a:lnTo>
                <a:lnTo>
                  <a:pt x="584" y="922"/>
                </a:lnTo>
                <a:lnTo>
                  <a:pt x="431" y="1137"/>
                </a:lnTo>
                <a:lnTo>
                  <a:pt x="308" y="1321"/>
                </a:lnTo>
                <a:lnTo>
                  <a:pt x="216" y="1567"/>
                </a:lnTo>
                <a:lnTo>
                  <a:pt x="124" y="1782"/>
                </a:lnTo>
                <a:lnTo>
                  <a:pt x="62" y="2028"/>
                </a:lnTo>
                <a:lnTo>
                  <a:pt x="31" y="2274"/>
                </a:lnTo>
                <a:lnTo>
                  <a:pt x="1" y="2551"/>
                </a:lnTo>
                <a:lnTo>
                  <a:pt x="31" y="2796"/>
                </a:lnTo>
                <a:lnTo>
                  <a:pt x="62" y="3073"/>
                </a:lnTo>
                <a:lnTo>
                  <a:pt x="124" y="3319"/>
                </a:lnTo>
                <a:lnTo>
                  <a:pt x="216" y="3564"/>
                </a:lnTo>
                <a:lnTo>
                  <a:pt x="4855" y="3564"/>
                </a:lnTo>
                <a:lnTo>
                  <a:pt x="4947" y="3319"/>
                </a:lnTo>
                <a:lnTo>
                  <a:pt x="5009" y="3073"/>
                </a:lnTo>
                <a:lnTo>
                  <a:pt x="5070" y="2796"/>
                </a:lnTo>
                <a:lnTo>
                  <a:pt x="5070" y="2551"/>
                </a:lnTo>
                <a:lnTo>
                  <a:pt x="5070" y="2274"/>
                </a:lnTo>
                <a:lnTo>
                  <a:pt x="5009" y="2028"/>
                </a:lnTo>
                <a:lnTo>
                  <a:pt x="4947" y="1782"/>
                </a:lnTo>
                <a:lnTo>
                  <a:pt x="4886" y="1567"/>
                </a:lnTo>
                <a:lnTo>
                  <a:pt x="4763" y="1321"/>
                </a:lnTo>
                <a:lnTo>
                  <a:pt x="4640" y="1137"/>
                </a:lnTo>
                <a:lnTo>
                  <a:pt x="4487" y="922"/>
                </a:lnTo>
                <a:lnTo>
                  <a:pt x="4333" y="738"/>
                </a:lnTo>
                <a:lnTo>
                  <a:pt x="4149" y="584"/>
                </a:lnTo>
                <a:lnTo>
                  <a:pt x="3964" y="430"/>
                </a:lnTo>
                <a:lnTo>
                  <a:pt x="3749" y="308"/>
                </a:lnTo>
                <a:lnTo>
                  <a:pt x="3534" y="215"/>
                </a:lnTo>
                <a:lnTo>
                  <a:pt x="3288" y="123"/>
                </a:lnTo>
                <a:lnTo>
                  <a:pt x="3042" y="62"/>
                </a:lnTo>
                <a:lnTo>
                  <a:pt x="2797" y="31"/>
                </a:lnTo>
                <a:lnTo>
                  <a:pt x="2551" y="0"/>
                </a:lnTo>
                <a:close/>
              </a:path>
            </a:pathLst>
          </a:custGeom>
          <a:solidFill>
            <a:srgbClr val="131C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5"/>
          <p:cNvSpPr/>
          <p:nvPr/>
        </p:nvSpPr>
        <p:spPr>
          <a:xfrm>
            <a:off x="3201114" y="4330161"/>
            <a:ext cx="379776" cy="379776"/>
          </a:xfrm>
          <a:custGeom>
            <a:rect b="b" l="l" r="r" t="t"/>
            <a:pathLst>
              <a:path extrusionOk="0" h="4733" w="4733">
                <a:moveTo>
                  <a:pt x="2121" y="1"/>
                </a:moveTo>
                <a:lnTo>
                  <a:pt x="1875" y="31"/>
                </a:lnTo>
                <a:lnTo>
                  <a:pt x="1660" y="93"/>
                </a:lnTo>
                <a:lnTo>
                  <a:pt x="1445" y="185"/>
                </a:lnTo>
                <a:lnTo>
                  <a:pt x="1230" y="277"/>
                </a:lnTo>
                <a:lnTo>
                  <a:pt x="1046" y="400"/>
                </a:lnTo>
                <a:lnTo>
                  <a:pt x="861" y="523"/>
                </a:lnTo>
                <a:lnTo>
                  <a:pt x="677" y="677"/>
                </a:lnTo>
                <a:lnTo>
                  <a:pt x="523" y="861"/>
                </a:lnTo>
                <a:lnTo>
                  <a:pt x="400" y="1045"/>
                </a:lnTo>
                <a:lnTo>
                  <a:pt x="278" y="1230"/>
                </a:lnTo>
                <a:lnTo>
                  <a:pt x="185" y="1445"/>
                </a:lnTo>
                <a:lnTo>
                  <a:pt x="93" y="1660"/>
                </a:lnTo>
                <a:lnTo>
                  <a:pt x="32" y="1875"/>
                </a:lnTo>
                <a:lnTo>
                  <a:pt x="1" y="2121"/>
                </a:lnTo>
                <a:lnTo>
                  <a:pt x="1" y="2367"/>
                </a:lnTo>
                <a:lnTo>
                  <a:pt x="1" y="2612"/>
                </a:lnTo>
                <a:lnTo>
                  <a:pt x="62" y="2889"/>
                </a:lnTo>
                <a:lnTo>
                  <a:pt x="124" y="3135"/>
                </a:lnTo>
                <a:lnTo>
                  <a:pt x="216" y="3380"/>
                </a:lnTo>
                <a:lnTo>
                  <a:pt x="400" y="3657"/>
                </a:lnTo>
                <a:lnTo>
                  <a:pt x="585" y="3934"/>
                </a:lnTo>
                <a:lnTo>
                  <a:pt x="831" y="4149"/>
                </a:lnTo>
                <a:lnTo>
                  <a:pt x="1076" y="4333"/>
                </a:lnTo>
                <a:lnTo>
                  <a:pt x="1384" y="4487"/>
                </a:lnTo>
                <a:lnTo>
                  <a:pt x="1691" y="4610"/>
                </a:lnTo>
                <a:lnTo>
                  <a:pt x="1998" y="4702"/>
                </a:lnTo>
                <a:lnTo>
                  <a:pt x="2367" y="4732"/>
                </a:lnTo>
                <a:lnTo>
                  <a:pt x="2705" y="4702"/>
                </a:lnTo>
                <a:lnTo>
                  <a:pt x="3043" y="4610"/>
                </a:lnTo>
                <a:lnTo>
                  <a:pt x="3350" y="4487"/>
                </a:lnTo>
                <a:lnTo>
                  <a:pt x="3627" y="4333"/>
                </a:lnTo>
                <a:lnTo>
                  <a:pt x="3903" y="4149"/>
                </a:lnTo>
                <a:lnTo>
                  <a:pt x="4118" y="3934"/>
                </a:lnTo>
                <a:lnTo>
                  <a:pt x="4333" y="3657"/>
                </a:lnTo>
                <a:lnTo>
                  <a:pt x="4487" y="3380"/>
                </a:lnTo>
                <a:lnTo>
                  <a:pt x="4579" y="3135"/>
                </a:lnTo>
                <a:lnTo>
                  <a:pt x="4671" y="2889"/>
                </a:lnTo>
                <a:lnTo>
                  <a:pt x="4702" y="2612"/>
                </a:lnTo>
                <a:lnTo>
                  <a:pt x="4733" y="2367"/>
                </a:lnTo>
                <a:lnTo>
                  <a:pt x="4702" y="2121"/>
                </a:lnTo>
                <a:lnTo>
                  <a:pt x="4671" y="1875"/>
                </a:lnTo>
                <a:lnTo>
                  <a:pt x="4610" y="1660"/>
                </a:lnTo>
                <a:lnTo>
                  <a:pt x="4548" y="1445"/>
                </a:lnTo>
                <a:lnTo>
                  <a:pt x="4425" y="1230"/>
                </a:lnTo>
                <a:lnTo>
                  <a:pt x="4303" y="1045"/>
                </a:lnTo>
                <a:lnTo>
                  <a:pt x="4180" y="861"/>
                </a:lnTo>
                <a:lnTo>
                  <a:pt x="4026" y="677"/>
                </a:lnTo>
                <a:lnTo>
                  <a:pt x="3872" y="523"/>
                </a:lnTo>
                <a:lnTo>
                  <a:pt x="3688" y="400"/>
                </a:lnTo>
                <a:lnTo>
                  <a:pt x="3473" y="277"/>
                </a:lnTo>
                <a:lnTo>
                  <a:pt x="3289" y="185"/>
                </a:lnTo>
                <a:lnTo>
                  <a:pt x="3074" y="93"/>
                </a:lnTo>
                <a:lnTo>
                  <a:pt x="2828" y="31"/>
                </a:lnTo>
                <a:lnTo>
                  <a:pt x="2613" y="1"/>
                </a:lnTo>
                <a:close/>
              </a:path>
            </a:pathLst>
          </a:custGeom>
          <a:solidFill>
            <a:srgbClr val="3C3F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5"/>
          <p:cNvSpPr/>
          <p:nvPr/>
        </p:nvSpPr>
        <p:spPr>
          <a:xfrm>
            <a:off x="3272687" y="4401653"/>
            <a:ext cx="234221" cy="234301"/>
          </a:xfrm>
          <a:custGeom>
            <a:rect b="b" l="l" r="r" t="t"/>
            <a:pathLst>
              <a:path extrusionOk="0" h="2920" w="2919">
                <a:moveTo>
                  <a:pt x="1475" y="1"/>
                </a:moveTo>
                <a:lnTo>
                  <a:pt x="1168" y="31"/>
                </a:lnTo>
                <a:lnTo>
                  <a:pt x="891" y="124"/>
                </a:lnTo>
                <a:lnTo>
                  <a:pt x="645" y="246"/>
                </a:lnTo>
                <a:lnTo>
                  <a:pt x="430" y="431"/>
                </a:lnTo>
                <a:lnTo>
                  <a:pt x="246" y="646"/>
                </a:lnTo>
                <a:lnTo>
                  <a:pt x="123" y="892"/>
                </a:lnTo>
                <a:lnTo>
                  <a:pt x="31" y="1168"/>
                </a:lnTo>
                <a:lnTo>
                  <a:pt x="0" y="1476"/>
                </a:lnTo>
                <a:lnTo>
                  <a:pt x="31" y="1752"/>
                </a:lnTo>
                <a:lnTo>
                  <a:pt x="123" y="2029"/>
                </a:lnTo>
                <a:lnTo>
                  <a:pt x="246" y="2274"/>
                </a:lnTo>
                <a:lnTo>
                  <a:pt x="430" y="2489"/>
                </a:lnTo>
                <a:lnTo>
                  <a:pt x="645" y="2674"/>
                </a:lnTo>
                <a:lnTo>
                  <a:pt x="891" y="2797"/>
                </a:lnTo>
                <a:lnTo>
                  <a:pt x="1168" y="2889"/>
                </a:lnTo>
                <a:lnTo>
                  <a:pt x="1475" y="2920"/>
                </a:lnTo>
                <a:lnTo>
                  <a:pt x="1751" y="2889"/>
                </a:lnTo>
                <a:lnTo>
                  <a:pt x="2028" y="2797"/>
                </a:lnTo>
                <a:lnTo>
                  <a:pt x="2274" y="2674"/>
                </a:lnTo>
                <a:lnTo>
                  <a:pt x="2489" y="2489"/>
                </a:lnTo>
                <a:lnTo>
                  <a:pt x="2673" y="2274"/>
                </a:lnTo>
                <a:lnTo>
                  <a:pt x="2796" y="2029"/>
                </a:lnTo>
                <a:lnTo>
                  <a:pt x="2888" y="1752"/>
                </a:lnTo>
                <a:lnTo>
                  <a:pt x="2919" y="1476"/>
                </a:lnTo>
                <a:lnTo>
                  <a:pt x="2888" y="1168"/>
                </a:lnTo>
                <a:lnTo>
                  <a:pt x="2796" y="892"/>
                </a:lnTo>
                <a:lnTo>
                  <a:pt x="2673" y="646"/>
                </a:lnTo>
                <a:lnTo>
                  <a:pt x="2489" y="431"/>
                </a:lnTo>
                <a:lnTo>
                  <a:pt x="2274" y="246"/>
                </a:lnTo>
                <a:lnTo>
                  <a:pt x="2028" y="124"/>
                </a:lnTo>
                <a:lnTo>
                  <a:pt x="1751" y="31"/>
                </a:lnTo>
                <a:lnTo>
                  <a:pt x="1475" y="1"/>
                </a:lnTo>
                <a:close/>
              </a:path>
            </a:pathLst>
          </a:custGeom>
          <a:solidFill>
            <a:srgbClr val="131C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5"/>
          <p:cNvSpPr/>
          <p:nvPr/>
        </p:nvSpPr>
        <p:spPr>
          <a:xfrm>
            <a:off x="3272687" y="4401653"/>
            <a:ext cx="234221" cy="234301"/>
          </a:xfrm>
          <a:custGeom>
            <a:rect b="b" l="l" r="r" t="t"/>
            <a:pathLst>
              <a:path extrusionOk="0" h="2920" w="2919">
                <a:moveTo>
                  <a:pt x="1475" y="1"/>
                </a:moveTo>
                <a:lnTo>
                  <a:pt x="1168" y="31"/>
                </a:lnTo>
                <a:lnTo>
                  <a:pt x="891" y="124"/>
                </a:lnTo>
                <a:lnTo>
                  <a:pt x="645" y="246"/>
                </a:lnTo>
                <a:lnTo>
                  <a:pt x="430" y="431"/>
                </a:lnTo>
                <a:lnTo>
                  <a:pt x="246" y="646"/>
                </a:lnTo>
                <a:lnTo>
                  <a:pt x="123" y="892"/>
                </a:lnTo>
                <a:lnTo>
                  <a:pt x="31" y="1168"/>
                </a:lnTo>
                <a:lnTo>
                  <a:pt x="0" y="1476"/>
                </a:lnTo>
                <a:lnTo>
                  <a:pt x="31" y="1752"/>
                </a:lnTo>
                <a:lnTo>
                  <a:pt x="123" y="2029"/>
                </a:lnTo>
                <a:lnTo>
                  <a:pt x="246" y="2274"/>
                </a:lnTo>
                <a:lnTo>
                  <a:pt x="430" y="2489"/>
                </a:lnTo>
                <a:lnTo>
                  <a:pt x="645" y="2674"/>
                </a:lnTo>
                <a:lnTo>
                  <a:pt x="891" y="2797"/>
                </a:lnTo>
                <a:lnTo>
                  <a:pt x="1168" y="2889"/>
                </a:lnTo>
                <a:lnTo>
                  <a:pt x="1475" y="2920"/>
                </a:lnTo>
                <a:lnTo>
                  <a:pt x="1751" y="2889"/>
                </a:lnTo>
                <a:lnTo>
                  <a:pt x="2028" y="2797"/>
                </a:lnTo>
                <a:lnTo>
                  <a:pt x="2274" y="2674"/>
                </a:lnTo>
                <a:lnTo>
                  <a:pt x="2489" y="2489"/>
                </a:lnTo>
                <a:lnTo>
                  <a:pt x="2673" y="2274"/>
                </a:lnTo>
                <a:lnTo>
                  <a:pt x="2796" y="2029"/>
                </a:lnTo>
                <a:lnTo>
                  <a:pt x="2888" y="1752"/>
                </a:lnTo>
                <a:lnTo>
                  <a:pt x="2919" y="1476"/>
                </a:lnTo>
                <a:lnTo>
                  <a:pt x="2888" y="1168"/>
                </a:lnTo>
                <a:lnTo>
                  <a:pt x="2796" y="892"/>
                </a:lnTo>
                <a:lnTo>
                  <a:pt x="2673" y="646"/>
                </a:lnTo>
                <a:lnTo>
                  <a:pt x="2489" y="431"/>
                </a:lnTo>
                <a:lnTo>
                  <a:pt x="2274" y="246"/>
                </a:lnTo>
                <a:lnTo>
                  <a:pt x="2028" y="124"/>
                </a:lnTo>
                <a:lnTo>
                  <a:pt x="1751" y="31"/>
                </a:lnTo>
                <a:lnTo>
                  <a:pt x="1475" y="1"/>
                </a:lnTo>
                <a:close/>
              </a:path>
            </a:pathLst>
          </a:custGeom>
          <a:solidFill>
            <a:srgbClr val="131C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5"/>
          <p:cNvSpPr/>
          <p:nvPr/>
        </p:nvSpPr>
        <p:spPr>
          <a:xfrm>
            <a:off x="3272687" y="4401653"/>
            <a:ext cx="234221" cy="234301"/>
          </a:xfrm>
          <a:custGeom>
            <a:rect b="b" l="l" r="r" t="t"/>
            <a:pathLst>
              <a:path extrusionOk="0" h="2920" w="2919">
                <a:moveTo>
                  <a:pt x="1475" y="1"/>
                </a:moveTo>
                <a:lnTo>
                  <a:pt x="1168" y="31"/>
                </a:lnTo>
                <a:lnTo>
                  <a:pt x="891" y="124"/>
                </a:lnTo>
                <a:lnTo>
                  <a:pt x="645" y="246"/>
                </a:lnTo>
                <a:lnTo>
                  <a:pt x="430" y="431"/>
                </a:lnTo>
                <a:lnTo>
                  <a:pt x="246" y="646"/>
                </a:lnTo>
                <a:lnTo>
                  <a:pt x="123" y="892"/>
                </a:lnTo>
                <a:lnTo>
                  <a:pt x="31" y="1168"/>
                </a:lnTo>
                <a:lnTo>
                  <a:pt x="0" y="1476"/>
                </a:lnTo>
                <a:lnTo>
                  <a:pt x="31" y="1752"/>
                </a:lnTo>
                <a:lnTo>
                  <a:pt x="123" y="2029"/>
                </a:lnTo>
                <a:lnTo>
                  <a:pt x="246" y="2274"/>
                </a:lnTo>
                <a:lnTo>
                  <a:pt x="430" y="2489"/>
                </a:lnTo>
                <a:lnTo>
                  <a:pt x="645" y="2674"/>
                </a:lnTo>
                <a:lnTo>
                  <a:pt x="891" y="2797"/>
                </a:lnTo>
                <a:lnTo>
                  <a:pt x="1168" y="2889"/>
                </a:lnTo>
                <a:lnTo>
                  <a:pt x="1475" y="2920"/>
                </a:lnTo>
                <a:lnTo>
                  <a:pt x="1751" y="2889"/>
                </a:lnTo>
                <a:lnTo>
                  <a:pt x="2028" y="2797"/>
                </a:lnTo>
                <a:lnTo>
                  <a:pt x="2274" y="2674"/>
                </a:lnTo>
                <a:lnTo>
                  <a:pt x="2489" y="2489"/>
                </a:lnTo>
                <a:lnTo>
                  <a:pt x="2673" y="2274"/>
                </a:lnTo>
                <a:lnTo>
                  <a:pt x="2796" y="2029"/>
                </a:lnTo>
                <a:lnTo>
                  <a:pt x="2888" y="1752"/>
                </a:lnTo>
                <a:lnTo>
                  <a:pt x="2919" y="1476"/>
                </a:lnTo>
                <a:lnTo>
                  <a:pt x="2888" y="1168"/>
                </a:lnTo>
                <a:lnTo>
                  <a:pt x="2796" y="892"/>
                </a:lnTo>
                <a:lnTo>
                  <a:pt x="2673" y="646"/>
                </a:lnTo>
                <a:lnTo>
                  <a:pt x="2489" y="431"/>
                </a:lnTo>
                <a:lnTo>
                  <a:pt x="2274" y="246"/>
                </a:lnTo>
                <a:lnTo>
                  <a:pt x="2028" y="124"/>
                </a:lnTo>
                <a:lnTo>
                  <a:pt x="1751" y="31"/>
                </a:lnTo>
                <a:lnTo>
                  <a:pt x="1475" y="1"/>
                </a:lnTo>
                <a:close/>
              </a:path>
            </a:pathLst>
          </a:custGeom>
          <a:solidFill>
            <a:srgbClr val="131C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5"/>
          <p:cNvSpPr/>
          <p:nvPr/>
        </p:nvSpPr>
        <p:spPr>
          <a:xfrm>
            <a:off x="3280069" y="4409035"/>
            <a:ext cx="219456" cy="219537"/>
          </a:xfrm>
          <a:custGeom>
            <a:rect b="b" l="l" r="r" t="t"/>
            <a:pathLst>
              <a:path extrusionOk="0" h="2736" w="2735">
                <a:moveTo>
                  <a:pt x="1383" y="1"/>
                </a:moveTo>
                <a:lnTo>
                  <a:pt x="1106" y="32"/>
                </a:lnTo>
                <a:lnTo>
                  <a:pt x="830" y="124"/>
                </a:lnTo>
                <a:lnTo>
                  <a:pt x="615" y="247"/>
                </a:lnTo>
                <a:lnTo>
                  <a:pt x="400" y="400"/>
                </a:lnTo>
                <a:lnTo>
                  <a:pt x="246" y="615"/>
                </a:lnTo>
                <a:lnTo>
                  <a:pt x="123" y="830"/>
                </a:lnTo>
                <a:lnTo>
                  <a:pt x="31" y="1107"/>
                </a:lnTo>
                <a:lnTo>
                  <a:pt x="0" y="1384"/>
                </a:lnTo>
                <a:lnTo>
                  <a:pt x="31" y="1660"/>
                </a:lnTo>
                <a:lnTo>
                  <a:pt x="123" y="1906"/>
                </a:lnTo>
                <a:lnTo>
                  <a:pt x="246" y="2152"/>
                </a:lnTo>
                <a:lnTo>
                  <a:pt x="400" y="2336"/>
                </a:lnTo>
                <a:lnTo>
                  <a:pt x="615" y="2520"/>
                </a:lnTo>
                <a:lnTo>
                  <a:pt x="830" y="2643"/>
                </a:lnTo>
                <a:lnTo>
                  <a:pt x="1106" y="2705"/>
                </a:lnTo>
                <a:lnTo>
                  <a:pt x="1383" y="2735"/>
                </a:lnTo>
                <a:lnTo>
                  <a:pt x="1659" y="2705"/>
                </a:lnTo>
                <a:lnTo>
                  <a:pt x="1905" y="2643"/>
                </a:lnTo>
                <a:lnTo>
                  <a:pt x="2151" y="2520"/>
                </a:lnTo>
                <a:lnTo>
                  <a:pt x="2335" y="2336"/>
                </a:lnTo>
                <a:lnTo>
                  <a:pt x="2520" y="2152"/>
                </a:lnTo>
                <a:lnTo>
                  <a:pt x="2643" y="1906"/>
                </a:lnTo>
                <a:lnTo>
                  <a:pt x="2704" y="1660"/>
                </a:lnTo>
                <a:lnTo>
                  <a:pt x="2735" y="1384"/>
                </a:lnTo>
                <a:lnTo>
                  <a:pt x="2704" y="1107"/>
                </a:lnTo>
                <a:lnTo>
                  <a:pt x="2643" y="830"/>
                </a:lnTo>
                <a:lnTo>
                  <a:pt x="2520" y="615"/>
                </a:lnTo>
                <a:lnTo>
                  <a:pt x="2335" y="400"/>
                </a:lnTo>
                <a:lnTo>
                  <a:pt x="2151" y="247"/>
                </a:lnTo>
                <a:lnTo>
                  <a:pt x="1905" y="124"/>
                </a:lnTo>
                <a:lnTo>
                  <a:pt x="1659" y="32"/>
                </a:lnTo>
                <a:lnTo>
                  <a:pt x="1383"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5"/>
          <p:cNvSpPr/>
          <p:nvPr/>
        </p:nvSpPr>
        <p:spPr>
          <a:xfrm>
            <a:off x="3317059" y="4446025"/>
            <a:ext cx="145475" cy="145555"/>
          </a:xfrm>
          <a:custGeom>
            <a:rect b="b" l="l" r="r" t="t"/>
            <a:pathLst>
              <a:path extrusionOk="0" h="1814" w="1813">
                <a:moveTo>
                  <a:pt x="92" y="1"/>
                </a:moveTo>
                <a:lnTo>
                  <a:pt x="31" y="31"/>
                </a:lnTo>
                <a:lnTo>
                  <a:pt x="0" y="93"/>
                </a:lnTo>
                <a:lnTo>
                  <a:pt x="31" y="154"/>
                </a:lnTo>
                <a:lnTo>
                  <a:pt x="1659" y="1783"/>
                </a:lnTo>
                <a:lnTo>
                  <a:pt x="1721" y="1814"/>
                </a:lnTo>
                <a:lnTo>
                  <a:pt x="1782" y="1783"/>
                </a:lnTo>
                <a:lnTo>
                  <a:pt x="1813" y="1721"/>
                </a:lnTo>
                <a:lnTo>
                  <a:pt x="1782" y="1660"/>
                </a:lnTo>
                <a:lnTo>
                  <a:pt x="154" y="31"/>
                </a:lnTo>
                <a:lnTo>
                  <a:pt x="92" y="1"/>
                </a:lnTo>
                <a:close/>
              </a:path>
            </a:pathLst>
          </a:custGeom>
          <a:solidFill>
            <a:srgbClr val="3C3F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5"/>
          <p:cNvSpPr/>
          <p:nvPr/>
        </p:nvSpPr>
        <p:spPr>
          <a:xfrm>
            <a:off x="3317059" y="4446025"/>
            <a:ext cx="145475" cy="145555"/>
          </a:xfrm>
          <a:custGeom>
            <a:rect b="b" l="l" r="r" t="t"/>
            <a:pathLst>
              <a:path extrusionOk="0" h="1814" w="1813">
                <a:moveTo>
                  <a:pt x="1721" y="1"/>
                </a:moveTo>
                <a:lnTo>
                  <a:pt x="1659" y="31"/>
                </a:lnTo>
                <a:lnTo>
                  <a:pt x="31" y="1660"/>
                </a:lnTo>
                <a:lnTo>
                  <a:pt x="0" y="1721"/>
                </a:lnTo>
                <a:lnTo>
                  <a:pt x="31" y="1783"/>
                </a:lnTo>
                <a:lnTo>
                  <a:pt x="92" y="1814"/>
                </a:lnTo>
                <a:lnTo>
                  <a:pt x="154" y="1783"/>
                </a:lnTo>
                <a:lnTo>
                  <a:pt x="1782" y="154"/>
                </a:lnTo>
                <a:lnTo>
                  <a:pt x="1813" y="93"/>
                </a:lnTo>
                <a:lnTo>
                  <a:pt x="1782" y="31"/>
                </a:lnTo>
                <a:lnTo>
                  <a:pt x="1721" y="1"/>
                </a:lnTo>
                <a:close/>
              </a:path>
            </a:pathLst>
          </a:custGeom>
          <a:solidFill>
            <a:srgbClr val="3C3F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5"/>
          <p:cNvSpPr/>
          <p:nvPr/>
        </p:nvSpPr>
        <p:spPr>
          <a:xfrm>
            <a:off x="3292345" y="4512623"/>
            <a:ext cx="197310" cy="14844"/>
          </a:xfrm>
          <a:custGeom>
            <a:rect b="b" l="l" r="r" t="t"/>
            <a:pathLst>
              <a:path extrusionOk="0" h="185" w="2459">
                <a:moveTo>
                  <a:pt x="62" y="0"/>
                </a:moveTo>
                <a:lnTo>
                  <a:pt x="1" y="31"/>
                </a:lnTo>
                <a:lnTo>
                  <a:pt x="1" y="93"/>
                </a:lnTo>
                <a:lnTo>
                  <a:pt x="1" y="154"/>
                </a:lnTo>
                <a:lnTo>
                  <a:pt x="62" y="185"/>
                </a:lnTo>
                <a:lnTo>
                  <a:pt x="2367" y="185"/>
                </a:lnTo>
                <a:lnTo>
                  <a:pt x="2428" y="154"/>
                </a:lnTo>
                <a:lnTo>
                  <a:pt x="2459" y="93"/>
                </a:lnTo>
                <a:lnTo>
                  <a:pt x="2428" y="31"/>
                </a:lnTo>
                <a:lnTo>
                  <a:pt x="2367" y="0"/>
                </a:lnTo>
                <a:close/>
              </a:path>
            </a:pathLst>
          </a:custGeom>
          <a:solidFill>
            <a:srgbClr val="3C3F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5"/>
          <p:cNvSpPr/>
          <p:nvPr/>
        </p:nvSpPr>
        <p:spPr>
          <a:xfrm>
            <a:off x="3383576" y="4418904"/>
            <a:ext cx="14925" cy="199798"/>
          </a:xfrm>
          <a:custGeom>
            <a:rect b="b" l="l" r="r" t="t"/>
            <a:pathLst>
              <a:path extrusionOk="0" h="2490" w="186">
                <a:moveTo>
                  <a:pt x="93" y="1"/>
                </a:moveTo>
                <a:lnTo>
                  <a:pt x="31" y="31"/>
                </a:lnTo>
                <a:lnTo>
                  <a:pt x="1" y="93"/>
                </a:lnTo>
                <a:lnTo>
                  <a:pt x="1" y="2397"/>
                </a:lnTo>
                <a:lnTo>
                  <a:pt x="31" y="2459"/>
                </a:lnTo>
                <a:lnTo>
                  <a:pt x="93" y="2490"/>
                </a:lnTo>
                <a:lnTo>
                  <a:pt x="154" y="2459"/>
                </a:lnTo>
                <a:lnTo>
                  <a:pt x="185" y="2397"/>
                </a:lnTo>
                <a:lnTo>
                  <a:pt x="185" y="93"/>
                </a:lnTo>
                <a:lnTo>
                  <a:pt x="154" y="31"/>
                </a:lnTo>
                <a:lnTo>
                  <a:pt x="93" y="1"/>
                </a:lnTo>
                <a:close/>
              </a:path>
            </a:pathLst>
          </a:custGeom>
          <a:solidFill>
            <a:srgbClr val="3C3F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5"/>
          <p:cNvSpPr/>
          <p:nvPr/>
        </p:nvSpPr>
        <p:spPr>
          <a:xfrm>
            <a:off x="3351561" y="4480527"/>
            <a:ext cx="76469" cy="76549"/>
          </a:xfrm>
          <a:custGeom>
            <a:rect b="b" l="l" r="r" t="t"/>
            <a:pathLst>
              <a:path extrusionOk="0" h="954" w="953">
                <a:moveTo>
                  <a:pt x="492" y="1"/>
                </a:moveTo>
                <a:lnTo>
                  <a:pt x="400" y="32"/>
                </a:lnTo>
                <a:lnTo>
                  <a:pt x="308" y="32"/>
                </a:lnTo>
                <a:lnTo>
                  <a:pt x="154" y="155"/>
                </a:lnTo>
                <a:lnTo>
                  <a:pt x="62" y="308"/>
                </a:lnTo>
                <a:lnTo>
                  <a:pt x="31" y="400"/>
                </a:lnTo>
                <a:lnTo>
                  <a:pt x="0" y="493"/>
                </a:lnTo>
                <a:lnTo>
                  <a:pt x="31" y="585"/>
                </a:lnTo>
                <a:lnTo>
                  <a:pt x="62" y="677"/>
                </a:lnTo>
                <a:lnTo>
                  <a:pt x="154" y="831"/>
                </a:lnTo>
                <a:lnTo>
                  <a:pt x="308" y="923"/>
                </a:lnTo>
                <a:lnTo>
                  <a:pt x="400" y="953"/>
                </a:lnTo>
                <a:lnTo>
                  <a:pt x="584" y="953"/>
                </a:lnTo>
                <a:lnTo>
                  <a:pt x="676" y="923"/>
                </a:lnTo>
                <a:lnTo>
                  <a:pt x="830" y="831"/>
                </a:lnTo>
                <a:lnTo>
                  <a:pt x="922" y="677"/>
                </a:lnTo>
                <a:lnTo>
                  <a:pt x="953" y="585"/>
                </a:lnTo>
                <a:lnTo>
                  <a:pt x="953" y="493"/>
                </a:lnTo>
                <a:lnTo>
                  <a:pt x="953" y="400"/>
                </a:lnTo>
                <a:lnTo>
                  <a:pt x="922" y="308"/>
                </a:lnTo>
                <a:lnTo>
                  <a:pt x="830" y="155"/>
                </a:lnTo>
                <a:lnTo>
                  <a:pt x="676" y="32"/>
                </a:lnTo>
                <a:lnTo>
                  <a:pt x="584" y="32"/>
                </a:lnTo>
                <a:lnTo>
                  <a:pt x="492" y="1"/>
                </a:lnTo>
                <a:close/>
              </a:path>
            </a:pathLst>
          </a:custGeom>
          <a:solidFill>
            <a:srgbClr val="B3B6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5"/>
          <p:cNvSpPr/>
          <p:nvPr/>
        </p:nvSpPr>
        <p:spPr>
          <a:xfrm>
            <a:off x="3358943" y="4487990"/>
            <a:ext cx="64192" cy="64112"/>
          </a:xfrm>
          <a:custGeom>
            <a:rect b="b" l="l" r="r" t="t"/>
            <a:pathLst>
              <a:path extrusionOk="0" h="799" w="800">
                <a:moveTo>
                  <a:pt x="400" y="0"/>
                </a:moveTo>
                <a:lnTo>
                  <a:pt x="246" y="31"/>
                </a:lnTo>
                <a:lnTo>
                  <a:pt x="123" y="123"/>
                </a:lnTo>
                <a:lnTo>
                  <a:pt x="31" y="246"/>
                </a:lnTo>
                <a:lnTo>
                  <a:pt x="0" y="400"/>
                </a:lnTo>
                <a:lnTo>
                  <a:pt x="31" y="553"/>
                </a:lnTo>
                <a:lnTo>
                  <a:pt x="123" y="676"/>
                </a:lnTo>
                <a:lnTo>
                  <a:pt x="246" y="738"/>
                </a:lnTo>
                <a:lnTo>
                  <a:pt x="400" y="799"/>
                </a:lnTo>
                <a:lnTo>
                  <a:pt x="554" y="738"/>
                </a:lnTo>
                <a:lnTo>
                  <a:pt x="676" y="676"/>
                </a:lnTo>
                <a:lnTo>
                  <a:pt x="769" y="553"/>
                </a:lnTo>
                <a:lnTo>
                  <a:pt x="799" y="400"/>
                </a:lnTo>
                <a:lnTo>
                  <a:pt x="769" y="246"/>
                </a:lnTo>
                <a:lnTo>
                  <a:pt x="676" y="123"/>
                </a:lnTo>
                <a:lnTo>
                  <a:pt x="554" y="31"/>
                </a:lnTo>
                <a:lnTo>
                  <a:pt x="400" y="0"/>
                </a:lnTo>
                <a:close/>
              </a:path>
            </a:pathLst>
          </a:custGeom>
          <a:solidFill>
            <a:srgbClr val="CED3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5"/>
          <p:cNvSpPr/>
          <p:nvPr/>
        </p:nvSpPr>
        <p:spPr>
          <a:xfrm>
            <a:off x="4086224" y="4315397"/>
            <a:ext cx="404410" cy="286056"/>
          </a:xfrm>
          <a:custGeom>
            <a:rect b="b" l="l" r="r" t="t"/>
            <a:pathLst>
              <a:path extrusionOk="0" h="3565" w="5040">
                <a:moveTo>
                  <a:pt x="2520" y="0"/>
                </a:moveTo>
                <a:lnTo>
                  <a:pt x="2274" y="31"/>
                </a:lnTo>
                <a:lnTo>
                  <a:pt x="1998" y="62"/>
                </a:lnTo>
                <a:lnTo>
                  <a:pt x="1783" y="123"/>
                </a:lnTo>
                <a:lnTo>
                  <a:pt x="1537" y="215"/>
                </a:lnTo>
                <a:lnTo>
                  <a:pt x="1322" y="308"/>
                </a:lnTo>
                <a:lnTo>
                  <a:pt x="1107" y="430"/>
                </a:lnTo>
                <a:lnTo>
                  <a:pt x="922" y="584"/>
                </a:lnTo>
                <a:lnTo>
                  <a:pt x="738" y="738"/>
                </a:lnTo>
                <a:lnTo>
                  <a:pt x="554" y="922"/>
                </a:lnTo>
                <a:lnTo>
                  <a:pt x="431" y="1137"/>
                </a:lnTo>
                <a:lnTo>
                  <a:pt x="308" y="1321"/>
                </a:lnTo>
                <a:lnTo>
                  <a:pt x="185" y="1567"/>
                </a:lnTo>
                <a:lnTo>
                  <a:pt x="93" y="1782"/>
                </a:lnTo>
                <a:lnTo>
                  <a:pt x="31" y="2028"/>
                </a:lnTo>
                <a:lnTo>
                  <a:pt x="1" y="2274"/>
                </a:lnTo>
                <a:lnTo>
                  <a:pt x="1" y="2551"/>
                </a:lnTo>
                <a:lnTo>
                  <a:pt x="1" y="2796"/>
                </a:lnTo>
                <a:lnTo>
                  <a:pt x="31" y="3073"/>
                </a:lnTo>
                <a:lnTo>
                  <a:pt x="123" y="3319"/>
                </a:lnTo>
                <a:lnTo>
                  <a:pt x="216" y="3564"/>
                </a:lnTo>
                <a:lnTo>
                  <a:pt x="4824" y="3564"/>
                </a:lnTo>
                <a:lnTo>
                  <a:pt x="4917" y="3319"/>
                </a:lnTo>
                <a:lnTo>
                  <a:pt x="5009" y="3073"/>
                </a:lnTo>
                <a:lnTo>
                  <a:pt x="5040" y="2796"/>
                </a:lnTo>
                <a:lnTo>
                  <a:pt x="5040" y="2551"/>
                </a:lnTo>
                <a:lnTo>
                  <a:pt x="5040" y="2274"/>
                </a:lnTo>
                <a:lnTo>
                  <a:pt x="5009" y="2028"/>
                </a:lnTo>
                <a:lnTo>
                  <a:pt x="4947" y="1782"/>
                </a:lnTo>
                <a:lnTo>
                  <a:pt x="4855" y="1567"/>
                </a:lnTo>
                <a:lnTo>
                  <a:pt x="4732" y="1321"/>
                </a:lnTo>
                <a:lnTo>
                  <a:pt x="4609" y="1137"/>
                </a:lnTo>
                <a:lnTo>
                  <a:pt x="4486" y="922"/>
                </a:lnTo>
                <a:lnTo>
                  <a:pt x="4302" y="738"/>
                </a:lnTo>
                <a:lnTo>
                  <a:pt x="4118" y="584"/>
                </a:lnTo>
                <a:lnTo>
                  <a:pt x="3933" y="430"/>
                </a:lnTo>
                <a:lnTo>
                  <a:pt x="3718" y="308"/>
                </a:lnTo>
                <a:lnTo>
                  <a:pt x="3503" y="215"/>
                </a:lnTo>
                <a:lnTo>
                  <a:pt x="3257" y="123"/>
                </a:lnTo>
                <a:lnTo>
                  <a:pt x="3042" y="62"/>
                </a:lnTo>
                <a:lnTo>
                  <a:pt x="2766" y="31"/>
                </a:lnTo>
                <a:lnTo>
                  <a:pt x="2520" y="0"/>
                </a:lnTo>
                <a:close/>
              </a:path>
            </a:pathLst>
          </a:custGeom>
          <a:solidFill>
            <a:srgbClr val="131C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5"/>
          <p:cNvSpPr/>
          <p:nvPr/>
        </p:nvSpPr>
        <p:spPr>
          <a:xfrm>
            <a:off x="4098581" y="4330161"/>
            <a:ext cx="379696" cy="377288"/>
          </a:xfrm>
          <a:custGeom>
            <a:rect b="b" l="l" r="r" t="t"/>
            <a:pathLst>
              <a:path extrusionOk="0" h="4702" w="4732">
                <a:moveTo>
                  <a:pt x="2120" y="1"/>
                </a:moveTo>
                <a:lnTo>
                  <a:pt x="1905" y="31"/>
                </a:lnTo>
                <a:lnTo>
                  <a:pt x="1659" y="93"/>
                </a:lnTo>
                <a:lnTo>
                  <a:pt x="1444" y="185"/>
                </a:lnTo>
                <a:lnTo>
                  <a:pt x="1229" y="277"/>
                </a:lnTo>
                <a:lnTo>
                  <a:pt x="1045" y="400"/>
                </a:lnTo>
                <a:lnTo>
                  <a:pt x="860" y="523"/>
                </a:lnTo>
                <a:lnTo>
                  <a:pt x="707" y="677"/>
                </a:lnTo>
                <a:lnTo>
                  <a:pt x="553" y="861"/>
                </a:lnTo>
                <a:lnTo>
                  <a:pt x="400" y="1045"/>
                </a:lnTo>
                <a:lnTo>
                  <a:pt x="277" y="1230"/>
                </a:lnTo>
                <a:lnTo>
                  <a:pt x="185" y="1445"/>
                </a:lnTo>
                <a:lnTo>
                  <a:pt x="123" y="1660"/>
                </a:lnTo>
                <a:lnTo>
                  <a:pt x="62" y="1875"/>
                </a:lnTo>
                <a:lnTo>
                  <a:pt x="31" y="2121"/>
                </a:lnTo>
                <a:lnTo>
                  <a:pt x="0" y="2367"/>
                </a:lnTo>
                <a:lnTo>
                  <a:pt x="31" y="2612"/>
                </a:lnTo>
                <a:lnTo>
                  <a:pt x="62" y="2827"/>
                </a:lnTo>
                <a:lnTo>
                  <a:pt x="123" y="3073"/>
                </a:lnTo>
                <a:lnTo>
                  <a:pt x="185" y="3288"/>
                </a:lnTo>
                <a:lnTo>
                  <a:pt x="277" y="3473"/>
                </a:lnTo>
                <a:lnTo>
                  <a:pt x="400" y="3688"/>
                </a:lnTo>
                <a:lnTo>
                  <a:pt x="553" y="3872"/>
                </a:lnTo>
                <a:lnTo>
                  <a:pt x="707" y="4026"/>
                </a:lnTo>
                <a:lnTo>
                  <a:pt x="860" y="4179"/>
                </a:lnTo>
                <a:lnTo>
                  <a:pt x="1045" y="4302"/>
                </a:lnTo>
                <a:lnTo>
                  <a:pt x="1229" y="4425"/>
                </a:lnTo>
                <a:lnTo>
                  <a:pt x="1444" y="4517"/>
                </a:lnTo>
                <a:lnTo>
                  <a:pt x="1659" y="4610"/>
                </a:lnTo>
                <a:lnTo>
                  <a:pt x="1905" y="4671"/>
                </a:lnTo>
                <a:lnTo>
                  <a:pt x="2120" y="4702"/>
                </a:lnTo>
                <a:lnTo>
                  <a:pt x="2612" y="4702"/>
                </a:lnTo>
                <a:lnTo>
                  <a:pt x="2827" y="4671"/>
                </a:lnTo>
                <a:lnTo>
                  <a:pt x="3073" y="4610"/>
                </a:lnTo>
                <a:lnTo>
                  <a:pt x="3288" y="4517"/>
                </a:lnTo>
                <a:lnTo>
                  <a:pt x="3503" y="4425"/>
                </a:lnTo>
                <a:lnTo>
                  <a:pt x="3687" y="4302"/>
                </a:lnTo>
                <a:lnTo>
                  <a:pt x="3872" y="4179"/>
                </a:lnTo>
                <a:lnTo>
                  <a:pt x="4025" y="4026"/>
                </a:lnTo>
                <a:lnTo>
                  <a:pt x="4179" y="3872"/>
                </a:lnTo>
                <a:lnTo>
                  <a:pt x="4332" y="3688"/>
                </a:lnTo>
                <a:lnTo>
                  <a:pt x="4455" y="3473"/>
                </a:lnTo>
                <a:lnTo>
                  <a:pt x="4548" y="3288"/>
                </a:lnTo>
                <a:lnTo>
                  <a:pt x="4609" y="3073"/>
                </a:lnTo>
                <a:lnTo>
                  <a:pt x="4670" y="2827"/>
                </a:lnTo>
                <a:lnTo>
                  <a:pt x="4701" y="2612"/>
                </a:lnTo>
                <a:lnTo>
                  <a:pt x="4732" y="2367"/>
                </a:lnTo>
                <a:lnTo>
                  <a:pt x="4701" y="2121"/>
                </a:lnTo>
                <a:lnTo>
                  <a:pt x="4670" y="1875"/>
                </a:lnTo>
                <a:lnTo>
                  <a:pt x="4609" y="1660"/>
                </a:lnTo>
                <a:lnTo>
                  <a:pt x="4548" y="1445"/>
                </a:lnTo>
                <a:lnTo>
                  <a:pt x="4455" y="1230"/>
                </a:lnTo>
                <a:lnTo>
                  <a:pt x="4332" y="1045"/>
                </a:lnTo>
                <a:lnTo>
                  <a:pt x="4179" y="861"/>
                </a:lnTo>
                <a:lnTo>
                  <a:pt x="4025" y="677"/>
                </a:lnTo>
                <a:lnTo>
                  <a:pt x="3872" y="523"/>
                </a:lnTo>
                <a:lnTo>
                  <a:pt x="3687" y="400"/>
                </a:lnTo>
                <a:lnTo>
                  <a:pt x="3503" y="277"/>
                </a:lnTo>
                <a:lnTo>
                  <a:pt x="3288" y="185"/>
                </a:lnTo>
                <a:lnTo>
                  <a:pt x="3073" y="93"/>
                </a:lnTo>
                <a:lnTo>
                  <a:pt x="2827" y="31"/>
                </a:lnTo>
                <a:lnTo>
                  <a:pt x="2612" y="1"/>
                </a:lnTo>
                <a:close/>
              </a:path>
            </a:pathLst>
          </a:custGeom>
          <a:solidFill>
            <a:srgbClr val="3C3F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5"/>
          <p:cNvSpPr/>
          <p:nvPr/>
        </p:nvSpPr>
        <p:spPr>
          <a:xfrm>
            <a:off x="4172481" y="4401653"/>
            <a:ext cx="231894" cy="234301"/>
          </a:xfrm>
          <a:custGeom>
            <a:rect b="b" l="l" r="r" t="t"/>
            <a:pathLst>
              <a:path extrusionOk="0" h="2920" w="2890">
                <a:moveTo>
                  <a:pt x="1445" y="1"/>
                </a:moveTo>
                <a:lnTo>
                  <a:pt x="1138" y="31"/>
                </a:lnTo>
                <a:lnTo>
                  <a:pt x="892" y="124"/>
                </a:lnTo>
                <a:lnTo>
                  <a:pt x="615" y="246"/>
                </a:lnTo>
                <a:lnTo>
                  <a:pt x="400" y="431"/>
                </a:lnTo>
                <a:lnTo>
                  <a:pt x="247" y="646"/>
                </a:lnTo>
                <a:lnTo>
                  <a:pt x="93" y="892"/>
                </a:lnTo>
                <a:lnTo>
                  <a:pt x="32" y="1168"/>
                </a:lnTo>
                <a:lnTo>
                  <a:pt x="1" y="1476"/>
                </a:lnTo>
                <a:lnTo>
                  <a:pt x="32" y="1752"/>
                </a:lnTo>
                <a:lnTo>
                  <a:pt x="93" y="2029"/>
                </a:lnTo>
                <a:lnTo>
                  <a:pt x="247" y="2274"/>
                </a:lnTo>
                <a:lnTo>
                  <a:pt x="400" y="2489"/>
                </a:lnTo>
                <a:lnTo>
                  <a:pt x="615" y="2674"/>
                </a:lnTo>
                <a:lnTo>
                  <a:pt x="892" y="2797"/>
                </a:lnTo>
                <a:lnTo>
                  <a:pt x="1138" y="2889"/>
                </a:lnTo>
                <a:lnTo>
                  <a:pt x="1445" y="2920"/>
                </a:lnTo>
                <a:lnTo>
                  <a:pt x="1752" y="2889"/>
                </a:lnTo>
                <a:lnTo>
                  <a:pt x="1998" y="2797"/>
                </a:lnTo>
                <a:lnTo>
                  <a:pt x="2275" y="2674"/>
                </a:lnTo>
                <a:lnTo>
                  <a:pt x="2490" y="2489"/>
                </a:lnTo>
                <a:lnTo>
                  <a:pt x="2643" y="2274"/>
                </a:lnTo>
                <a:lnTo>
                  <a:pt x="2797" y="2029"/>
                </a:lnTo>
                <a:lnTo>
                  <a:pt x="2858" y="1752"/>
                </a:lnTo>
                <a:lnTo>
                  <a:pt x="2889" y="1476"/>
                </a:lnTo>
                <a:lnTo>
                  <a:pt x="2858" y="1168"/>
                </a:lnTo>
                <a:lnTo>
                  <a:pt x="2797" y="892"/>
                </a:lnTo>
                <a:lnTo>
                  <a:pt x="2643" y="646"/>
                </a:lnTo>
                <a:lnTo>
                  <a:pt x="2490" y="431"/>
                </a:lnTo>
                <a:lnTo>
                  <a:pt x="2275" y="246"/>
                </a:lnTo>
                <a:lnTo>
                  <a:pt x="1998" y="124"/>
                </a:lnTo>
                <a:lnTo>
                  <a:pt x="1752" y="31"/>
                </a:lnTo>
                <a:lnTo>
                  <a:pt x="1445" y="1"/>
                </a:lnTo>
                <a:close/>
              </a:path>
            </a:pathLst>
          </a:custGeom>
          <a:solidFill>
            <a:srgbClr val="131C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5"/>
          <p:cNvSpPr/>
          <p:nvPr/>
        </p:nvSpPr>
        <p:spPr>
          <a:xfrm>
            <a:off x="4172481" y="4401653"/>
            <a:ext cx="231894" cy="234301"/>
          </a:xfrm>
          <a:custGeom>
            <a:rect b="b" l="l" r="r" t="t"/>
            <a:pathLst>
              <a:path extrusionOk="0" h="2920" w="2890">
                <a:moveTo>
                  <a:pt x="1445" y="1"/>
                </a:moveTo>
                <a:lnTo>
                  <a:pt x="1138" y="31"/>
                </a:lnTo>
                <a:lnTo>
                  <a:pt x="892" y="124"/>
                </a:lnTo>
                <a:lnTo>
                  <a:pt x="615" y="246"/>
                </a:lnTo>
                <a:lnTo>
                  <a:pt x="400" y="431"/>
                </a:lnTo>
                <a:lnTo>
                  <a:pt x="247" y="646"/>
                </a:lnTo>
                <a:lnTo>
                  <a:pt x="93" y="892"/>
                </a:lnTo>
                <a:lnTo>
                  <a:pt x="32" y="1168"/>
                </a:lnTo>
                <a:lnTo>
                  <a:pt x="1" y="1476"/>
                </a:lnTo>
                <a:lnTo>
                  <a:pt x="32" y="1752"/>
                </a:lnTo>
                <a:lnTo>
                  <a:pt x="93" y="2029"/>
                </a:lnTo>
                <a:lnTo>
                  <a:pt x="247" y="2274"/>
                </a:lnTo>
                <a:lnTo>
                  <a:pt x="400" y="2489"/>
                </a:lnTo>
                <a:lnTo>
                  <a:pt x="615" y="2674"/>
                </a:lnTo>
                <a:lnTo>
                  <a:pt x="892" y="2797"/>
                </a:lnTo>
                <a:lnTo>
                  <a:pt x="1138" y="2889"/>
                </a:lnTo>
                <a:lnTo>
                  <a:pt x="1445" y="2920"/>
                </a:lnTo>
                <a:lnTo>
                  <a:pt x="1752" y="2889"/>
                </a:lnTo>
                <a:lnTo>
                  <a:pt x="1998" y="2797"/>
                </a:lnTo>
                <a:lnTo>
                  <a:pt x="2275" y="2674"/>
                </a:lnTo>
                <a:lnTo>
                  <a:pt x="2490" y="2489"/>
                </a:lnTo>
                <a:lnTo>
                  <a:pt x="2643" y="2274"/>
                </a:lnTo>
                <a:lnTo>
                  <a:pt x="2797" y="2029"/>
                </a:lnTo>
                <a:lnTo>
                  <a:pt x="2858" y="1752"/>
                </a:lnTo>
                <a:lnTo>
                  <a:pt x="2889" y="1476"/>
                </a:lnTo>
                <a:lnTo>
                  <a:pt x="2858" y="1168"/>
                </a:lnTo>
                <a:lnTo>
                  <a:pt x="2797" y="892"/>
                </a:lnTo>
                <a:lnTo>
                  <a:pt x="2643" y="646"/>
                </a:lnTo>
                <a:lnTo>
                  <a:pt x="2490" y="431"/>
                </a:lnTo>
                <a:lnTo>
                  <a:pt x="2275" y="246"/>
                </a:lnTo>
                <a:lnTo>
                  <a:pt x="1998" y="124"/>
                </a:lnTo>
                <a:lnTo>
                  <a:pt x="1752" y="31"/>
                </a:lnTo>
                <a:lnTo>
                  <a:pt x="1445" y="1"/>
                </a:lnTo>
                <a:close/>
              </a:path>
            </a:pathLst>
          </a:custGeom>
          <a:solidFill>
            <a:srgbClr val="131C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5"/>
          <p:cNvSpPr/>
          <p:nvPr/>
        </p:nvSpPr>
        <p:spPr>
          <a:xfrm>
            <a:off x="4172481" y="4401653"/>
            <a:ext cx="231894" cy="234301"/>
          </a:xfrm>
          <a:custGeom>
            <a:rect b="b" l="l" r="r" t="t"/>
            <a:pathLst>
              <a:path extrusionOk="0" h="2920" w="2890">
                <a:moveTo>
                  <a:pt x="1445" y="1"/>
                </a:moveTo>
                <a:lnTo>
                  <a:pt x="1138" y="31"/>
                </a:lnTo>
                <a:lnTo>
                  <a:pt x="892" y="124"/>
                </a:lnTo>
                <a:lnTo>
                  <a:pt x="615" y="246"/>
                </a:lnTo>
                <a:lnTo>
                  <a:pt x="400" y="431"/>
                </a:lnTo>
                <a:lnTo>
                  <a:pt x="247" y="646"/>
                </a:lnTo>
                <a:lnTo>
                  <a:pt x="93" y="892"/>
                </a:lnTo>
                <a:lnTo>
                  <a:pt x="32" y="1168"/>
                </a:lnTo>
                <a:lnTo>
                  <a:pt x="1" y="1476"/>
                </a:lnTo>
                <a:lnTo>
                  <a:pt x="32" y="1752"/>
                </a:lnTo>
                <a:lnTo>
                  <a:pt x="93" y="2029"/>
                </a:lnTo>
                <a:lnTo>
                  <a:pt x="247" y="2274"/>
                </a:lnTo>
                <a:lnTo>
                  <a:pt x="400" y="2489"/>
                </a:lnTo>
                <a:lnTo>
                  <a:pt x="615" y="2674"/>
                </a:lnTo>
                <a:lnTo>
                  <a:pt x="892" y="2797"/>
                </a:lnTo>
                <a:lnTo>
                  <a:pt x="1138" y="2889"/>
                </a:lnTo>
                <a:lnTo>
                  <a:pt x="1445" y="2920"/>
                </a:lnTo>
                <a:lnTo>
                  <a:pt x="1752" y="2889"/>
                </a:lnTo>
                <a:lnTo>
                  <a:pt x="1998" y="2797"/>
                </a:lnTo>
                <a:lnTo>
                  <a:pt x="2275" y="2674"/>
                </a:lnTo>
                <a:lnTo>
                  <a:pt x="2490" y="2489"/>
                </a:lnTo>
                <a:lnTo>
                  <a:pt x="2643" y="2274"/>
                </a:lnTo>
                <a:lnTo>
                  <a:pt x="2797" y="2029"/>
                </a:lnTo>
                <a:lnTo>
                  <a:pt x="2858" y="1752"/>
                </a:lnTo>
                <a:lnTo>
                  <a:pt x="2889" y="1476"/>
                </a:lnTo>
                <a:lnTo>
                  <a:pt x="2858" y="1168"/>
                </a:lnTo>
                <a:lnTo>
                  <a:pt x="2797" y="892"/>
                </a:lnTo>
                <a:lnTo>
                  <a:pt x="2643" y="646"/>
                </a:lnTo>
                <a:lnTo>
                  <a:pt x="2490" y="431"/>
                </a:lnTo>
                <a:lnTo>
                  <a:pt x="2275" y="246"/>
                </a:lnTo>
                <a:lnTo>
                  <a:pt x="1998" y="124"/>
                </a:lnTo>
                <a:lnTo>
                  <a:pt x="1752" y="31"/>
                </a:lnTo>
                <a:lnTo>
                  <a:pt x="1445" y="1"/>
                </a:lnTo>
                <a:close/>
              </a:path>
            </a:pathLst>
          </a:custGeom>
          <a:solidFill>
            <a:srgbClr val="131C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5"/>
          <p:cNvSpPr/>
          <p:nvPr/>
        </p:nvSpPr>
        <p:spPr>
          <a:xfrm>
            <a:off x="4179943" y="4409035"/>
            <a:ext cx="216969" cy="219537"/>
          </a:xfrm>
          <a:custGeom>
            <a:rect b="b" l="l" r="r" t="t"/>
            <a:pathLst>
              <a:path extrusionOk="0" h="2736" w="2704">
                <a:moveTo>
                  <a:pt x="1352" y="1"/>
                </a:moveTo>
                <a:lnTo>
                  <a:pt x="1076" y="32"/>
                </a:lnTo>
                <a:lnTo>
                  <a:pt x="830" y="124"/>
                </a:lnTo>
                <a:lnTo>
                  <a:pt x="584" y="247"/>
                </a:lnTo>
                <a:lnTo>
                  <a:pt x="400" y="400"/>
                </a:lnTo>
                <a:lnTo>
                  <a:pt x="215" y="615"/>
                </a:lnTo>
                <a:lnTo>
                  <a:pt x="92" y="830"/>
                </a:lnTo>
                <a:lnTo>
                  <a:pt x="0" y="1107"/>
                </a:lnTo>
                <a:lnTo>
                  <a:pt x="0" y="1384"/>
                </a:lnTo>
                <a:lnTo>
                  <a:pt x="0" y="1660"/>
                </a:lnTo>
                <a:lnTo>
                  <a:pt x="92" y="1906"/>
                </a:lnTo>
                <a:lnTo>
                  <a:pt x="215" y="2152"/>
                </a:lnTo>
                <a:lnTo>
                  <a:pt x="400" y="2336"/>
                </a:lnTo>
                <a:lnTo>
                  <a:pt x="584" y="2520"/>
                </a:lnTo>
                <a:lnTo>
                  <a:pt x="830" y="2643"/>
                </a:lnTo>
                <a:lnTo>
                  <a:pt x="1076" y="2705"/>
                </a:lnTo>
                <a:lnTo>
                  <a:pt x="1352" y="2735"/>
                </a:lnTo>
                <a:lnTo>
                  <a:pt x="1629" y="2705"/>
                </a:lnTo>
                <a:lnTo>
                  <a:pt x="1874" y="2643"/>
                </a:lnTo>
                <a:lnTo>
                  <a:pt x="2120" y="2520"/>
                </a:lnTo>
                <a:lnTo>
                  <a:pt x="2305" y="2336"/>
                </a:lnTo>
                <a:lnTo>
                  <a:pt x="2489" y="2152"/>
                </a:lnTo>
                <a:lnTo>
                  <a:pt x="2612" y="1906"/>
                </a:lnTo>
                <a:lnTo>
                  <a:pt x="2704" y="1660"/>
                </a:lnTo>
                <a:lnTo>
                  <a:pt x="2704" y="1384"/>
                </a:lnTo>
                <a:lnTo>
                  <a:pt x="2704" y="1107"/>
                </a:lnTo>
                <a:lnTo>
                  <a:pt x="2612" y="830"/>
                </a:lnTo>
                <a:lnTo>
                  <a:pt x="2489" y="615"/>
                </a:lnTo>
                <a:lnTo>
                  <a:pt x="2305" y="400"/>
                </a:lnTo>
                <a:lnTo>
                  <a:pt x="2120" y="247"/>
                </a:lnTo>
                <a:lnTo>
                  <a:pt x="1874" y="124"/>
                </a:lnTo>
                <a:lnTo>
                  <a:pt x="1629" y="32"/>
                </a:lnTo>
                <a:lnTo>
                  <a:pt x="1352"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5"/>
          <p:cNvSpPr/>
          <p:nvPr/>
        </p:nvSpPr>
        <p:spPr>
          <a:xfrm>
            <a:off x="4216853" y="4446025"/>
            <a:ext cx="143148" cy="145555"/>
          </a:xfrm>
          <a:custGeom>
            <a:rect b="b" l="l" r="r" t="t"/>
            <a:pathLst>
              <a:path extrusionOk="0" h="1814" w="1784">
                <a:moveTo>
                  <a:pt x="93" y="1"/>
                </a:moveTo>
                <a:lnTo>
                  <a:pt x="32" y="31"/>
                </a:lnTo>
                <a:lnTo>
                  <a:pt x="1" y="93"/>
                </a:lnTo>
                <a:lnTo>
                  <a:pt x="32" y="154"/>
                </a:lnTo>
                <a:lnTo>
                  <a:pt x="1629" y="1783"/>
                </a:lnTo>
                <a:lnTo>
                  <a:pt x="1691" y="1814"/>
                </a:lnTo>
                <a:lnTo>
                  <a:pt x="1752" y="1783"/>
                </a:lnTo>
                <a:lnTo>
                  <a:pt x="1783" y="1721"/>
                </a:lnTo>
                <a:lnTo>
                  <a:pt x="1752" y="1660"/>
                </a:lnTo>
                <a:lnTo>
                  <a:pt x="155" y="31"/>
                </a:lnTo>
                <a:lnTo>
                  <a:pt x="93" y="1"/>
                </a:lnTo>
                <a:close/>
              </a:path>
            </a:pathLst>
          </a:custGeom>
          <a:solidFill>
            <a:srgbClr val="3C3F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5"/>
          <p:cNvSpPr/>
          <p:nvPr/>
        </p:nvSpPr>
        <p:spPr>
          <a:xfrm>
            <a:off x="4216853" y="4446025"/>
            <a:ext cx="143148" cy="145555"/>
          </a:xfrm>
          <a:custGeom>
            <a:rect b="b" l="l" r="r" t="t"/>
            <a:pathLst>
              <a:path extrusionOk="0" h="1814" w="1784">
                <a:moveTo>
                  <a:pt x="1691" y="1"/>
                </a:moveTo>
                <a:lnTo>
                  <a:pt x="1629" y="31"/>
                </a:lnTo>
                <a:lnTo>
                  <a:pt x="32" y="1660"/>
                </a:lnTo>
                <a:lnTo>
                  <a:pt x="1" y="1721"/>
                </a:lnTo>
                <a:lnTo>
                  <a:pt x="32" y="1783"/>
                </a:lnTo>
                <a:lnTo>
                  <a:pt x="93" y="1814"/>
                </a:lnTo>
                <a:lnTo>
                  <a:pt x="155" y="1783"/>
                </a:lnTo>
                <a:lnTo>
                  <a:pt x="1752" y="154"/>
                </a:lnTo>
                <a:lnTo>
                  <a:pt x="1783" y="93"/>
                </a:lnTo>
                <a:lnTo>
                  <a:pt x="1752" y="31"/>
                </a:lnTo>
                <a:lnTo>
                  <a:pt x="1691" y="1"/>
                </a:lnTo>
                <a:close/>
              </a:path>
            </a:pathLst>
          </a:custGeom>
          <a:solidFill>
            <a:srgbClr val="3C3F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5"/>
          <p:cNvSpPr/>
          <p:nvPr/>
        </p:nvSpPr>
        <p:spPr>
          <a:xfrm>
            <a:off x="4189812" y="4512623"/>
            <a:ext cx="197310" cy="14844"/>
          </a:xfrm>
          <a:custGeom>
            <a:rect b="b" l="l" r="r" t="t"/>
            <a:pathLst>
              <a:path extrusionOk="0" h="185" w="2459">
                <a:moveTo>
                  <a:pt x="92" y="0"/>
                </a:moveTo>
                <a:lnTo>
                  <a:pt x="31" y="31"/>
                </a:lnTo>
                <a:lnTo>
                  <a:pt x="0" y="93"/>
                </a:lnTo>
                <a:lnTo>
                  <a:pt x="31" y="154"/>
                </a:lnTo>
                <a:lnTo>
                  <a:pt x="92" y="185"/>
                </a:lnTo>
                <a:lnTo>
                  <a:pt x="2366" y="185"/>
                </a:lnTo>
                <a:lnTo>
                  <a:pt x="2427" y="154"/>
                </a:lnTo>
                <a:lnTo>
                  <a:pt x="2458" y="93"/>
                </a:lnTo>
                <a:lnTo>
                  <a:pt x="2427" y="31"/>
                </a:lnTo>
                <a:lnTo>
                  <a:pt x="2366" y="0"/>
                </a:lnTo>
                <a:close/>
              </a:path>
            </a:pathLst>
          </a:custGeom>
          <a:solidFill>
            <a:srgbClr val="3C3F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5"/>
          <p:cNvSpPr/>
          <p:nvPr/>
        </p:nvSpPr>
        <p:spPr>
          <a:xfrm>
            <a:off x="4280963" y="4418904"/>
            <a:ext cx="14925" cy="199798"/>
          </a:xfrm>
          <a:custGeom>
            <a:rect b="b" l="l" r="r" t="t"/>
            <a:pathLst>
              <a:path extrusionOk="0" h="2490" w="186">
                <a:moveTo>
                  <a:pt x="93" y="1"/>
                </a:moveTo>
                <a:lnTo>
                  <a:pt x="32" y="31"/>
                </a:lnTo>
                <a:lnTo>
                  <a:pt x="1" y="93"/>
                </a:lnTo>
                <a:lnTo>
                  <a:pt x="1" y="2397"/>
                </a:lnTo>
                <a:lnTo>
                  <a:pt x="32" y="2459"/>
                </a:lnTo>
                <a:lnTo>
                  <a:pt x="93" y="2490"/>
                </a:lnTo>
                <a:lnTo>
                  <a:pt x="154" y="2459"/>
                </a:lnTo>
                <a:lnTo>
                  <a:pt x="185" y="2397"/>
                </a:lnTo>
                <a:lnTo>
                  <a:pt x="185" y="93"/>
                </a:lnTo>
                <a:lnTo>
                  <a:pt x="154" y="31"/>
                </a:lnTo>
                <a:lnTo>
                  <a:pt x="93" y="1"/>
                </a:lnTo>
                <a:close/>
              </a:path>
            </a:pathLst>
          </a:custGeom>
          <a:solidFill>
            <a:srgbClr val="3C3F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5"/>
          <p:cNvSpPr/>
          <p:nvPr/>
        </p:nvSpPr>
        <p:spPr>
          <a:xfrm>
            <a:off x="4251435" y="4480527"/>
            <a:ext cx="73981" cy="76549"/>
          </a:xfrm>
          <a:custGeom>
            <a:rect b="b" l="l" r="r" t="t"/>
            <a:pathLst>
              <a:path extrusionOk="0" h="954" w="922">
                <a:moveTo>
                  <a:pt x="461" y="1"/>
                </a:moveTo>
                <a:lnTo>
                  <a:pt x="369" y="32"/>
                </a:lnTo>
                <a:lnTo>
                  <a:pt x="277" y="32"/>
                </a:lnTo>
                <a:lnTo>
                  <a:pt x="123" y="155"/>
                </a:lnTo>
                <a:lnTo>
                  <a:pt x="31" y="308"/>
                </a:lnTo>
                <a:lnTo>
                  <a:pt x="0" y="400"/>
                </a:lnTo>
                <a:lnTo>
                  <a:pt x="0" y="493"/>
                </a:lnTo>
                <a:lnTo>
                  <a:pt x="0" y="585"/>
                </a:lnTo>
                <a:lnTo>
                  <a:pt x="31" y="677"/>
                </a:lnTo>
                <a:lnTo>
                  <a:pt x="123" y="831"/>
                </a:lnTo>
                <a:lnTo>
                  <a:pt x="277" y="923"/>
                </a:lnTo>
                <a:lnTo>
                  <a:pt x="369" y="953"/>
                </a:lnTo>
                <a:lnTo>
                  <a:pt x="553" y="953"/>
                </a:lnTo>
                <a:lnTo>
                  <a:pt x="645" y="923"/>
                </a:lnTo>
                <a:lnTo>
                  <a:pt x="799" y="831"/>
                </a:lnTo>
                <a:lnTo>
                  <a:pt x="891" y="677"/>
                </a:lnTo>
                <a:lnTo>
                  <a:pt x="922" y="585"/>
                </a:lnTo>
                <a:lnTo>
                  <a:pt x="922" y="493"/>
                </a:lnTo>
                <a:lnTo>
                  <a:pt x="922" y="400"/>
                </a:lnTo>
                <a:lnTo>
                  <a:pt x="891" y="308"/>
                </a:lnTo>
                <a:lnTo>
                  <a:pt x="799" y="155"/>
                </a:lnTo>
                <a:lnTo>
                  <a:pt x="645" y="32"/>
                </a:lnTo>
                <a:lnTo>
                  <a:pt x="553" y="32"/>
                </a:lnTo>
                <a:lnTo>
                  <a:pt x="461" y="1"/>
                </a:lnTo>
                <a:close/>
              </a:path>
            </a:pathLst>
          </a:custGeom>
          <a:solidFill>
            <a:srgbClr val="B3B6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5"/>
          <p:cNvSpPr/>
          <p:nvPr/>
        </p:nvSpPr>
        <p:spPr>
          <a:xfrm>
            <a:off x="4256330" y="4487990"/>
            <a:ext cx="64192" cy="64112"/>
          </a:xfrm>
          <a:custGeom>
            <a:rect b="b" l="l" r="r" t="t"/>
            <a:pathLst>
              <a:path extrusionOk="0" h="799" w="800">
                <a:moveTo>
                  <a:pt x="400" y="0"/>
                </a:moveTo>
                <a:lnTo>
                  <a:pt x="246" y="31"/>
                </a:lnTo>
                <a:lnTo>
                  <a:pt x="124" y="123"/>
                </a:lnTo>
                <a:lnTo>
                  <a:pt x="31" y="246"/>
                </a:lnTo>
                <a:lnTo>
                  <a:pt x="1" y="400"/>
                </a:lnTo>
                <a:lnTo>
                  <a:pt x="31" y="553"/>
                </a:lnTo>
                <a:lnTo>
                  <a:pt x="124" y="676"/>
                </a:lnTo>
                <a:lnTo>
                  <a:pt x="246" y="738"/>
                </a:lnTo>
                <a:lnTo>
                  <a:pt x="400" y="799"/>
                </a:lnTo>
                <a:lnTo>
                  <a:pt x="554" y="738"/>
                </a:lnTo>
                <a:lnTo>
                  <a:pt x="677" y="676"/>
                </a:lnTo>
                <a:lnTo>
                  <a:pt x="769" y="553"/>
                </a:lnTo>
                <a:lnTo>
                  <a:pt x="799" y="400"/>
                </a:lnTo>
                <a:lnTo>
                  <a:pt x="769" y="246"/>
                </a:lnTo>
                <a:lnTo>
                  <a:pt x="677" y="123"/>
                </a:lnTo>
                <a:lnTo>
                  <a:pt x="554" y="31"/>
                </a:lnTo>
                <a:lnTo>
                  <a:pt x="400" y="0"/>
                </a:lnTo>
                <a:close/>
              </a:path>
            </a:pathLst>
          </a:custGeom>
          <a:solidFill>
            <a:srgbClr val="CED3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5"/>
          <p:cNvSpPr/>
          <p:nvPr/>
        </p:nvSpPr>
        <p:spPr>
          <a:xfrm>
            <a:off x="3985124" y="4108302"/>
            <a:ext cx="9950" cy="421661"/>
          </a:xfrm>
          <a:custGeom>
            <a:rect b="b" l="l" r="r" t="t"/>
            <a:pathLst>
              <a:path extrusionOk="0" h="5255" w="124">
                <a:moveTo>
                  <a:pt x="1" y="0"/>
                </a:moveTo>
                <a:lnTo>
                  <a:pt x="1" y="5254"/>
                </a:lnTo>
                <a:lnTo>
                  <a:pt x="124" y="5254"/>
                </a:lnTo>
                <a:lnTo>
                  <a:pt x="124" y="0"/>
                </a:lnTo>
                <a:close/>
              </a:path>
            </a:pathLst>
          </a:custGeom>
          <a:solidFill>
            <a:srgbClr val="8287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5"/>
          <p:cNvSpPr/>
          <p:nvPr/>
        </p:nvSpPr>
        <p:spPr>
          <a:xfrm>
            <a:off x="4569420" y="4288276"/>
            <a:ext cx="69167" cy="69087"/>
          </a:xfrm>
          <a:custGeom>
            <a:rect b="b" l="l" r="r" t="t"/>
            <a:pathLst>
              <a:path extrusionOk="0" h="861" w="862">
                <a:moveTo>
                  <a:pt x="185" y="0"/>
                </a:moveTo>
                <a:lnTo>
                  <a:pt x="124" y="31"/>
                </a:lnTo>
                <a:lnTo>
                  <a:pt x="62" y="92"/>
                </a:lnTo>
                <a:lnTo>
                  <a:pt x="1" y="154"/>
                </a:lnTo>
                <a:lnTo>
                  <a:pt x="1" y="215"/>
                </a:lnTo>
                <a:lnTo>
                  <a:pt x="1" y="338"/>
                </a:lnTo>
                <a:lnTo>
                  <a:pt x="62" y="492"/>
                </a:lnTo>
                <a:lnTo>
                  <a:pt x="185" y="646"/>
                </a:lnTo>
                <a:lnTo>
                  <a:pt x="277" y="738"/>
                </a:lnTo>
                <a:lnTo>
                  <a:pt x="369" y="799"/>
                </a:lnTo>
                <a:lnTo>
                  <a:pt x="492" y="830"/>
                </a:lnTo>
                <a:lnTo>
                  <a:pt x="615" y="861"/>
                </a:lnTo>
                <a:lnTo>
                  <a:pt x="861" y="861"/>
                </a:lnTo>
                <a:lnTo>
                  <a:pt x="800" y="738"/>
                </a:lnTo>
                <a:lnTo>
                  <a:pt x="646" y="553"/>
                </a:lnTo>
                <a:lnTo>
                  <a:pt x="462" y="308"/>
                </a:lnTo>
                <a:lnTo>
                  <a:pt x="185" y="0"/>
                </a:lnTo>
                <a:close/>
              </a:path>
            </a:pathLst>
          </a:custGeom>
          <a:solidFill>
            <a:srgbClr val="E56E1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5"/>
          <p:cNvSpPr/>
          <p:nvPr/>
        </p:nvSpPr>
        <p:spPr>
          <a:xfrm>
            <a:off x="4613792" y="4367151"/>
            <a:ext cx="44453" cy="46940"/>
          </a:xfrm>
          <a:custGeom>
            <a:rect b="b" l="l" r="r" t="t"/>
            <a:pathLst>
              <a:path extrusionOk="0" h="585" w="554">
                <a:moveTo>
                  <a:pt x="185" y="1"/>
                </a:moveTo>
                <a:lnTo>
                  <a:pt x="93" y="31"/>
                </a:lnTo>
                <a:lnTo>
                  <a:pt x="32" y="93"/>
                </a:lnTo>
                <a:lnTo>
                  <a:pt x="1" y="154"/>
                </a:lnTo>
                <a:lnTo>
                  <a:pt x="32" y="246"/>
                </a:lnTo>
                <a:lnTo>
                  <a:pt x="93" y="369"/>
                </a:lnTo>
                <a:lnTo>
                  <a:pt x="154" y="461"/>
                </a:lnTo>
                <a:lnTo>
                  <a:pt x="247" y="523"/>
                </a:lnTo>
                <a:lnTo>
                  <a:pt x="339" y="584"/>
                </a:lnTo>
                <a:lnTo>
                  <a:pt x="554" y="584"/>
                </a:lnTo>
                <a:lnTo>
                  <a:pt x="462" y="277"/>
                </a:lnTo>
                <a:lnTo>
                  <a:pt x="370" y="1"/>
                </a:lnTo>
                <a:close/>
              </a:path>
            </a:pathLst>
          </a:custGeom>
          <a:solidFill>
            <a:srgbClr val="E56E1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5"/>
          <p:cNvSpPr/>
          <p:nvPr/>
        </p:nvSpPr>
        <p:spPr>
          <a:xfrm>
            <a:off x="3430436" y="4184689"/>
            <a:ext cx="554779" cy="39558"/>
          </a:xfrm>
          <a:custGeom>
            <a:rect b="b" l="l" r="r" t="t"/>
            <a:pathLst>
              <a:path extrusionOk="0" h="493" w="6914">
                <a:moveTo>
                  <a:pt x="154" y="1"/>
                </a:moveTo>
                <a:lnTo>
                  <a:pt x="93" y="32"/>
                </a:lnTo>
                <a:lnTo>
                  <a:pt x="62" y="62"/>
                </a:lnTo>
                <a:lnTo>
                  <a:pt x="31" y="93"/>
                </a:lnTo>
                <a:lnTo>
                  <a:pt x="0" y="154"/>
                </a:lnTo>
                <a:lnTo>
                  <a:pt x="0" y="247"/>
                </a:lnTo>
                <a:lnTo>
                  <a:pt x="31" y="339"/>
                </a:lnTo>
                <a:lnTo>
                  <a:pt x="93" y="431"/>
                </a:lnTo>
                <a:lnTo>
                  <a:pt x="154" y="462"/>
                </a:lnTo>
                <a:lnTo>
                  <a:pt x="246" y="492"/>
                </a:lnTo>
                <a:lnTo>
                  <a:pt x="6914" y="492"/>
                </a:lnTo>
                <a:lnTo>
                  <a:pt x="6914"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5"/>
          <p:cNvSpPr/>
          <p:nvPr/>
        </p:nvSpPr>
        <p:spPr>
          <a:xfrm>
            <a:off x="4093606" y="1287844"/>
            <a:ext cx="377288" cy="281161"/>
          </a:xfrm>
          <a:custGeom>
            <a:rect b="b" l="l" r="r" t="t"/>
            <a:pathLst>
              <a:path extrusionOk="0" h="3504" w="4702">
                <a:moveTo>
                  <a:pt x="1" y="1"/>
                </a:moveTo>
                <a:lnTo>
                  <a:pt x="1" y="1169"/>
                </a:lnTo>
                <a:lnTo>
                  <a:pt x="1" y="1384"/>
                </a:lnTo>
                <a:lnTo>
                  <a:pt x="31" y="1629"/>
                </a:lnTo>
                <a:lnTo>
                  <a:pt x="93" y="1845"/>
                </a:lnTo>
                <a:lnTo>
                  <a:pt x="185" y="2090"/>
                </a:lnTo>
                <a:lnTo>
                  <a:pt x="277" y="2275"/>
                </a:lnTo>
                <a:lnTo>
                  <a:pt x="400" y="2490"/>
                </a:lnTo>
                <a:lnTo>
                  <a:pt x="523" y="2643"/>
                </a:lnTo>
                <a:lnTo>
                  <a:pt x="677" y="2828"/>
                </a:lnTo>
                <a:lnTo>
                  <a:pt x="830" y="2981"/>
                </a:lnTo>
                <a:lnTo>
                  <a:pt x="1015" y="3104"/>
                </a:lnTo>
                <a:lnTo>
                  <a:pt x="1230" y="3227"/>
                </a:lnTo>
                <a:lnTo>
                  <a:pt x="1414" y="3319"/>
                </a:lnTo>
                <a:lnTo>
                  <a:pt x="1629" y="3412"/>
                </a:lnTo>
                <a:lnTo>
                  <a:pt x="1875" y="3473"/>
                </a:lnTo>
                <a:lnTo>
                  <a:pt x="2090" y="3504"/>
                </a:lnTo>
                <a:lnTo>
                  <a:pt x="2582" y="3504"/>
                </a:lnTo>
                <a:lnTo>
                  <a:pt x="2827" y="3473"/>
                </a:lnTo>
                <a:lnTo>
                  <a:pt x="3043" y="3412"/>
                </a:lnTo>
                <a:lnTo>
                  <a:pt x="3258" y="3319"/>
                </a:lnTo>
                <a:lnTo>
                  <a:pt x="3473" y="3227"/>
                </a:lnTo>
                <a:lnTo>
                  <a:pt x="3657" y="3104"/>
                </a:lnTo>
                <a:lnTo>
                  <a:pt x="3841" y="2981"/>
                </a:lnTo>
                <a:lnTo>
                  <a:pt x="4026" y="2828"/>
                </a:lnTo>
                <a:lnTo>
                  <a:pt x="4179" y="2643"/>
                </a:lnTo>
                <a:lnTo>
                  <a:pt x="4302" y="2490"/>
                </a:lnTo>
                <a:lnTo>
                  <a:pt x="4425" y="2275"/>
                </a:lnTo>
                <a:lnTo>
                  <a:pt x="4517" y="2090"/>
                </a:lnTo>
                <a:lnTo>
                  <a:pt x="4610" y="1845"/>
                </a:lnTo>
                <a:lnTo>
                  <a:pt x="4671" y="1629"/>
                </a:lnTo>
                <a:lnTo>
                  <a:pt x="4702" y="1384"/>
                </a:lnTo>
                <a:lnTo>
                  <a:pt x="4702" y="1169"/>
                </a:lnTo>
                <a:lnTo>
                  <a:pt x="4702" y="1"/>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5"/>
          <p:cNvSpPr/>
          <p:nvPr/>
        </p:nvSpPr>
        <p:spPr>
          <a:xfrm>
            <a:off x="4049234" y="1268186"/>
            <a:ext cx="466034" cy="39478"/>
          </a:xfrm>
          <a:custGeom>
            <a:rect b="b" l="l" r="r" t="t"/>
            <a:pathLst>
              <a:path extrusionOk="0" h="492" w="5808">
                <a:moveTo>
                  <a:pt x="246" y="0"/>
                </a:moveTo>
                <a:lnTo>
                  <a:pt x="124" y="31"/>
                </a:lnTo>
                <a:lnTo>
                  <a:pt x="62" y="92"/>
                </a:lnTo>
                <a:lnTo>
                  <a:pt x="1" y="154"/>
                </a:lnTo>
                <a:lnTo>
                  <a:pt x="1" y="246"/>
                </a:lnTo>
                <a:lnTo>
                  <a:pt x="1" y="338"/>
                </a:lnTo>
                <a:lnTo>
                  <a:pt x="62" y="430"/>
                </a:lnTo>
                <a:lnTo>
                  <a:pt x="124" y="492"/>
                </a:lnTo>
                <a:lnTo>
                  <a:pt x="5654" y="492"/>
                </a:lnTo>
                <a:lnTo>
                  <a:pt x="5746" y="430"/>
                </a:lnTo>
                <a:lnTo>
                  <a:pt x="5777" y="338"/>
                </a:lnTo>
                <a:lnTo>
                  <a:pt x="5808" y="246"/>
                </a:lnTo>
                <a:lnTo>
                  <a:pt x="5777" y="154"/>
                </a:lnTo>
                <a:lnTo>
                  <a:pt x="5746" y="92"/>
                </a:lnTo>
                <a:lnTo>
                  <a:pt x="5654" y="31"/>
                </a:lnTo>
                <a:lnTo>
                  <a:pt x="5562"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5"/>
          <p:cNvSpPr/>
          <p:nvPr/>
        </p:nvSpPr>
        <p:spPr>
          <a:xfrm>
            <a:off x="4137978" y="1102975"/>
            <a:ext cx="56810" cy="214562"/>
          </a:xfrm>
          <a:custGeom>
            <a:rect b="b" l="l" r="r" t="t"/>
            <a:pathLst>
              <a:path extrusionOk="0" h="2674" w="708">
                <a:moveTo>
                  <a:pt x="216" y="1"/>
                </a:moveTo>
                <a:lnTo>
                  <a:pt x="93" y="93"/>
                </a:lnTo>
                <a:lnTo>
                  <a:pt x="32" y="216"/>
                </a:lnTo>
                <a:lnTo>
                  <a:pt x="1" y="339"/>
                </a:lnTo>
                <a:lnTo>
                  <a:pt x="1" y="2305"/>
                </a:lnTo>
                <a:lnTo>
                  <a:pt x="32" y="2459"/>
                </a:lnTo>
                <a:lnTo>
                  <a:pt x="93" y="2582"/>
                </a:lnTo>
                <a:lnTo>
                  <a:pt x="216" y="2643"/>
                </a:lnTo>
                <a:lnTo>
                  <a:pt x="369" y="2674"/>
                </a:lnTo>
                <a:lnTo>
                  <a:pt x="492" y="2643"/>
                </a:lnTo>
                <a:lnTo>
                  <a:pt x="615" y="2582"/>
                </a:lnTo>
                <a:lnTo>
                  <a:pt x="677" y="2459"/>
                </a:lnTo>
                <a:lnTo>
                  <a:pt x="707" y="2305"/>
                </a:lnTo>
                <a:lnTo>
                  <a:pt x="707" y="339"/>
                </a:lnTo>
                <a:lnTo>
                  <a:pt x="677" y="216"/>
                </a:lnTo>
                <a:lnTo>
                  <a:pt x="615" y="93"/>
                </a:lnTo>
                <a:lnTo>
                  <a:pt x="492" y="1"/>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5"/>
          <p:cNvSpPr/>
          <p:nvPr/>
        </p:nvSpPr>
        <p:spPr>
          <a:xfrm>
            <a:off x="4369707" y="1102975"/>
            <a:ext cx="59297" cy="214562"/>
          </a:xfrm>
          <a:custGeom>
            <a:rect b="b" l="l" r="r" t="t"/>
            <a:pathLst>
              <a:path extrusionOk="0" h="2674" w="739">
                <a:moveTo>
                  <a:pt x="247" y="1"/>
                </a:moveTo>
                <a:lnTo>
                  <a:pt x="124" y="93"/>
                </a:lnTo>
                <a:lnTo>
                  <a:pt x="32" y="216"/>
                </a:lnTo>
                <a:lnTo>
                  <a:pt x="1" y="339"/>
                </a:lnTo>
                <a:lnTo>
                  <a:pt x="1" y="2305"/>
                </a:lnTo>
                <a:lnTo>
                  <a:pt x="32" y="2459"/>
                </a:lnTo>
                <a:lnTo>
                  <a:pt x="124" y="2582"/>
                </a:lnTo>
                <a:lnTo>
                  <a:pt x="247" y="2643"/>
                </a:lnTo>
                <a:lnTo>
                  <a:pt x="370" y="2674"/>
                </a:lnTo>
                <a:lnTo>
                  <a:pt x="523" y="2643"/>
                </a:lnTo>
                <a:lnTo>
                  <a:pt x="616" y="2582"/>
                </a:lnTo>
                <a:lnTo>
                  <a:pt x="708" y="2459"/>
                </a:lnTo>
                <a:lnTo>
                  <a:pt x="738" y="2305"/>
                </a:lnTo>
                <a:lnTo>
                  <a:pt x="738" y="339"/>
                </a:lnTo>
                <a:lnTo>
                  <a:pt x="708" y="216"/>
                </a:lnTo>
                <a:lnTo>
                  <a:pt x="616" y="93"/>
                </a:lnTo>
                <a:lnTo>
                  <a:pt x="523" y="1"/>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5"/>
          <p:cNvSpPr/>
          <p:nvPr/>
        </p:nvSpPr>
        <p:spPr>
          <a:xfrm>
            <a:off x="457200" y="1305176"/>
            <a:ext cx="3841169" cy="2879653"/>
          </a:xfrm>
          <a:custGeom>
            <a:rect b="b" l="l" r="r" t="t"/>
            <a:pathLst>
              <a:path extrusionOk="0" h="35888" w="47871">
                <a:moveTo>
                  <a:pt x="47594" y="0"/>
                </a:moveTo>
                <a:lnTo>
                  <a:pt x="47502" y="62"/>
                </a:lnTo>
                <a:lnTo>
                  <a:pt x="47472" y="123"/>
                </a:lnTo>
                <a:lnTo>
                  <a:pt x="47441" y="215"/>
                </a:lnTo>
                <a:lnTo>
                  <a:pt x="47441" y="4455"/>
                </a:lnTo>
                <a:lnTo>
                  <a:pt x="47441" y="4978"/>
                </a:lnTo>
                <a:lnTo>
                  <a:pt x="47410" y="5469"/>
                </a:lnTo>
                <a:lnTo>
                  <a:pt x="47349" y="5992"/>
                </a:lnTo>
                <a:lnTo>
                  <a:pt x="47256" y="6483"/>
                </a:lnTo>
                <a:lnTo>
                  <a:pt x="47134" y="6975"/>
                </a:lnTo>
                <a:lnTo>
                  <a:pt x="46980" y="7466"/>
                </a:lnTo>
                <a:lnTo>
                  <a:pt x="46826" y="7927"/>
                </a:lnTo>
                <a:lnTo>
                  <a:pt x="46642" y="8388"/>
                </a:lnTo>
                <a:lnTo>
                  <a:pt x="46458" y="8849"/>
                </a:lnTo>
                <a:lnTo>
                  <a:pt x="46212" y="9279"/>
                </a:lnTo>
                <a:lnTo>
                  <a:pt x="45966" y="9709"/>
                </a:lnTo>
                <a:lnTo>
                  <a:pt x="45720" y="10109"/>
                </a:lnTo>
                <a:lnTo>
                  <a:pt x="45444" y="10508"/>
                </a:lnTo>
                <a:lnTo>
                  <a:pt x="45136" y="10908"/>
                </a:lnTo>
                <a:lnTo>
                  <a:pt x="44798" y="11276"/>
                </a:lnTo>
                <a:lnTo>
                  <a:pt x="44460" y="11614"/>
                </a:lnTo>
                <a:lnTo>
                  <a:pt x="44122" y="11952"/>
                </a:lnTo>
                <a:lnTo>
                  <a:pt x="43754" y="12290"/>
                </a:lnTo>
                <a:lnTo>
                  <a:pt x="43354" y="12598"/>
                </a:lnTo>
                <a:lnTo>
                  <a:pt x="42955" y="12874"/>
                </a:lnTo>
                <a:lnTo>
                  <a:pt x="42555" y="13120"/>
                </a:lnTo>
                <a:lnTo>
                  <a:pt x="42125" y="13366"/>
                </a:lnTo>
                <a:lnTo>
                  <a:pt x="41695" y="13612"/>
                </a:lnTo>
                <a:lnTo>
                  <a:pt x="41234" y="13796"/>
                </a:lnTo>
                <a:lnTo>
                  <a:pt x="40773" y="13980"/>
                </a:lnTo>
                <a:lnTo>
                  <a:pt x="40312" y="14165"/>
                </a:lnTo>
                <a:lnTo>
                  <a:pt x="39821" y="14288"/>
                </a:lnTo>
                <a:lnTo>
                  <a:pt x="39329" y="14410"/>
                </a:lnTo>
                <a:lnTo>
                  <a:pt x="38838" y="14503"/>
                </a:lnTo>
                <a:lnTo>
                  <a:pt x="38315" y="14564"/>
                </a:lnTo>
                <a:lnTo>
                  <a:pt x="37793" y="14595"/>
                </a:lnTo>
                <a:lnTo>
                  <a:pt x="10631" y="14595"/>
                </a:lnTo>
                <a:lnTo>
                  <a:pt x="10109" y="14626"/>
                </a:lnTo>
                <a:lnTo>
                  <a:pt x="9556" y="14656"/>
                </a:lnTo>
                <a:lnTo>
                  <a:pt x="9034" y="14718"/>
                </a:lnTo>
                <a:lnTo>
                  <a:pt x="8511" y="14810"/>
                </a:lnTo>
                <a:lnTo>
                  <a:pt x="7989" y="14933"/>
                </a:lnTo>
                <a:lnTo>
                  <a:pt x="7497" y="15086"/>
                </a:lnTo>
                <a:lnTo>
                  <a:pt x="7006" y="15240"/>
                </a:lnTo>
                <a:lnTo>
                  <a:pt x="6514" y="15455"/>
                </a:lnTo>
                <a:lnTo>
                  <a:pt x="6022" y="15670"/>
                </a:lnTo>
                <a:lnTo>
                  <a:pt x="5592" y="15885"/>
                </a:lnTo>
                <a:lnTo>
                  <a:pt x="5131" y="16162"/>
                </a:lnTo>
                <a:lnTo>
                  <a:pt x="4701" y="16438"/>
                </a:lnTo>
                <a:lnTo>
                  <a:pt x="4271" y="16715"/>
                </a:lnTo>
                <a:lnTo>
                  <a:pt x="3872" y="17053"/>
                </a:lnTo>
                <a:lnTo>
                  <a:pt x="3503" y="17360"/>
                </a:lnTo>
                <a:lnTo>
                  <a:pt x="3134" y="17729"/>
                </a:lnTo>
                <a:lnTo>
                  <a:pt x="2766" y="18098"/>
                </a:lnTo>
                <a:lnTo>
                  <a:pt x="2428" y="18497"/>
                </a:lnTo>
                <a:lnTo>
                  <a:pt x="2120" y="18896"/>
                </a:lnTo>
                <a:lnTo>
                  <a:pt x="1813" y="19296"/>
                </a:lnTo>
                <a:lnTo>
                  <a:pt x="1537" y="19726"/>
                </a:lnTo>
                <a:lnTo>
                  <a:pt x="1291" y="20187"/>
                </a:lnTo>
                <a:lnTo>
                  <a:pt x="1045" y="20648"/>
                </a:lnTo>
                <a:lnTo>
                  <a:pt x="861" y="21109"/>
                </a:lnTo>
                <a:lnTo>
                  <a:pt x="645" y="21600"/>
                </a:lnTo>
                <a:lnTo>
                  <a:pt x="492" y="22092"/>
                </a:lnTo>
                <a:lnTo>
                  <a:pt x="338" y="22584"/>
                </a:lnTo>
                <a:lnTo>
                  <a:pt x="215" y="23106"/>
                </a:lnTo>
                <a:lnTo>
                  <a:pt x="123" y="23628"/>
                </a:lnTo>
                <a:lnTo>
                  <a:pt x="62" y="24151"/>
                </a:lnTo>
                <a:lnTo>
                  <a:pt x="31" y="24704"/>
                </a:lnTo>
                <a:lnTo>
                  <a:pt x="0" y="25257"/>
                </a:lnTo>
                <a:lnTo>
                  <a:pt x="31" y="25779"/>
                </a:lnTo>
                <a:lnTo>
                  <a:pt x="62" y="26332"/>
                </a:lnTo>
                <a:lnTo>
                  <a:pt x="123" y="26854"/>
                </a:lnTo>
                <a:lnTo>
                  <a:pt x="215" y="27377"/>
                </a:lnTo>
                <a:lnTo>
                  <a:pt x="338" y="27899"/>
                </a:lnTo>
                <a:lnTo>
                  <a:pt x="492" y="28391"/>
                </a:lnTo>
                <a:lnTo>
                  <a:pt x="645" y="28882"/>
                </a:lnTo>
                <a:lnTo>
                  <a:pt x="861" y="29374"/>
                </a:lnTo>
                <a:lnTo>
                  <a:pt x="1045" y="29866"/>
                </a:lnTo>
                <a:lnTo>
                  <a:pt x="1291" y="30296"/>
                </a:lnTo>
                <a:lnTo>
                  <a:pt x="1537" y="30757"/>
                </a:lnTo>
                <a:lnTo>
                  <a:pt x="1813" y="31187"/>
                </a:lnTo>
                <a:lnTo>
                  <a:pt x="2120" y="31617"/>
                </a:lnTo>
                <a:lnTo>
                  <a:pt x="2428" y="32016"/>
                </a:lnTo>
                <a:lnTo>
                  <a:pt x="2766" y="32385"/>
                </a:lnTo>
                <a:lnTo>
                  <a:pt x="3134" y="32754"/>
                </a:lnTo>
                <a:lnTo>
                  <a:pt x="3503" y="33122"/>
                </a:lnTo>
                <a:lnTo>
                  <a:pt x="3872" y="33460"/>
                </a:lnTo>
                <a:lnTo>
                  <a:pt x="4271" y="33768"/>
                </a:lnTo>
                <a:lnTo>
                  <a:pt x="4701" y="34075"/>
                </a:lnTo>
                <a:lnTo>
                  <a:pt x="5131" y="34352"/>
                </a:lnTo>
                <a:lnTo>
                  <a:pt x="5592" y="34597"/>
                </a:lnTo>
                <a:lnTo>
                  <a:pt x="6022" y="34843"/>
                </a:lnTo>
                <a:lnTo>
                  <a:pt x="6514" y="35058"/>
                </a:lnTo>
                <a:lnTo>
                  <a:pt x="7006" y="35243"/>
                </a:lnTo>
                <a:lnTo>
                  <a:pt x="7497" y="35396"/>
                </a:lnTo>
                <a:lnTo>
                  <a:pt x="7989" y="35550"/>
                </a:lnTo>
                <a:lnTo>
                  <a:pt x="8511" y="35673"/>
                </a:lnTo>
                <a:lnTo>
                  <a:pt x="9034" y="35765"/>
                </a:lnTo>
                <a:lnTo>
                  <a:pt x="9556" y="35826"/>
                </a:lnTo>
                <a:lnTo>
                  <a:pt x="10109" y="35857"/>
                </a:lnTo>
                <a:lnTo>
                  <a:pt x="10631" y="35888"/>
                </a:lnTo>
                <a:lnTo>
                  <a:pt x="34536" y="35888"/>
                </a:lnTo>
                <a:lnTo>
                  <a:pt x="34597" y="35857"/>
                </a:lnTo>
                <a:lnTo>
                  <a:pt x="34690" y="35826"/>
                </a:lnTo>
                <a:lnTo>
                  <a:pt x="34720" y="35765"/>
                </a:lnTo>
                <a:lnTo>
                  <a:pt x="34751" y="35673"/>
                </a:lnTo>
                <a:lnTo>
                  <a:pt x="34720" y="35581"/>
                </a:lnTo>
                <a:lnTo>
                  <a:pt x="34690" y="35519"/>
                </a:lnTo>
                <a:lnTo>
                  <a:pt x="34597" y="35458"/>
                </a:lnTo>
                <a:lnTo>
                  <a:pt x="10631" y="35458"/>
                </a:lnTo>
                <a:lnTo>
                  <a:pt x="10109" y="35427"/>
                </a:lnTo>
                <a:lnTo>
                  <a:pt x="9617" y="35396"/>
                </a:lnTo>
                <a:lnTo>
                  <a:pt x="9095" y="35335"/>
                </a:lnTo>
                <a:lnTo>
                  <a:pt x="8603" y="35243"/>
                </a:lnTo>
                <a:lnTo>
                  <a:pt x="8112" y="35120"/>
                </a:lnTo>
                <a:lnTo>
                  <a:pt x="7620" y="34997"/>
                </a:lnTo>
                <a:lnTo>
                  <a:pt x="7129" y="34843"/>
                </a:lnTo>
                <a:lnTo>
                  <a:pt x="6668" y="34659"/>
                </a:lnTo>
                <a:lnTo>
                  <a:pt x="6238" y="34444"/>
                </a:lnTo>
                <a:lnTo>
                  <a:pt x="5777" y="34229"/>
                </a:lnTo>
                <a:lnTo>
                  <a:pt x="5347" y="33983"/>
                </a:lnTo>
                <a:lnTo>
                  <a:pt x="4947" y="33706"/>
                </a:lnTo>
                <a:lnTo>
                  <a:pt x="4548" y="33430"/>
                </a:lnTo>
                <a:lnTo>
                  <a:pt x="4148" y="33122"/>
                </a:lnTo>
                <a:lnTo>
                  <a:pt x="3779" y="32785"/>
                </a:lnTo>
                <a:lnTo>
                  <a:pt x="3442" y="32447"/>
                </a:lnTo>
                <a:lnTo>
                  <a:pt x="3104" y="32109"/>
                </a:lnTo>
                <a:lnTo>
                  <a:pt x="2766" y="31740"/>
                </a:lnTo>
                <a:lnTo>
                  <a:pt x="2458" y="31340"/>
                </a:lnTo>
                <a:lnTo>
                  <a:pt x="2182" y="30941"/>
                </a:lnTo>
                <a:lnTo>
                  <a:pt x="1905" y="30542"/>
                </a:lnTo>
                <a:lnTo>
                  <a:pt x="1659" y="30111"/>
                </a:lnTo>
                <a:lnTo>
                  <a:pt x="1444" y="29650"/>
                </a:lnTo>
                <a:lnTo>
                  <a:pt x="1229" y="29220"/>
                </a:lnTo>
                <a:lnTo>
                  <a:pt x="1045" y="28759"/>
                </a:lnTo>
                <a:lnTo>
                  <a:pt x="891" y="28268"/>
                </a:lnTo>
                <a:lnTo>
                  <a:pt x="768" y="27807"/>
                </a:lnTo>
                <a:lnTo>
                  <a:pt x="645" y="27285"/>
                </a:lnTo>
                <a:lnTo>
                  <a:pt x="553" y="26793"/>
                </a:lnTo>
                <a:lnTo>
                  <a:pt x="492" y="26301"/>
                </a:lnTo>
                <a:lnTo>
                  <a:pt x="461" y="25779"/>
                </a:lnTo>
                <a:lnTo>
                  <a:pt x="430" y="25257"/>
                </a:lnTo>
                <a:lnTo>
                  <a:pt x="461" y="24734"/>
                </a:lnTo>
                <a:lnTo>
                  <a:pt x="492" y="24212"/>
                </a:lnTo>
                <a:lnTo>
                  <a:pt x="553" y="23690"/>
                </a:lnTo>
                <a:lnTo>
                  <a:pt x="645" y="23198"/>
                </a:lnTo>
                <a:lnTo>
                  <a:pt x="768" y="22706"/>
                </a:lnTo>
                <a:lnTo>
                  <a:pt x="891" y="22215"/>
                </a:lnTo>
                <a:lnTo>
                  <a:pt x="1045" y="21723"/>
                </a:lnTo>
                <a:lnTo>
                  <a:pt x="1229" y="21262"/>
                </a:lnTo>
                <a:lnTo>
                  <a:pt x="1444" y="20832"/>
                </a:lnTo>
                <a:lnTo>
                  <a:pt x="1659" y="20371"/>
                </a:lnTo>
                <a:lnTo>
                  <a:pt x="1905" y="19941"/>
                </a:lnTo>
                <a:lnTo>
                  <a:pt x="2182" y="19542"/>
                </a:lnTo>
                <a:lnTo>
                  <a:pt x="2458" y="19142"/>
                </a:lnTo>
                <a:lnTo>
                  <a:pt x="2766" y="18743"/>
                </a:lnTo>
                <a:lnTo>
                  <a:pt x="3104" y="18374"/>
                </a:lnTo>
                <a:lnTo>
                  <a:pt x="3442" y="18036"/>
                </a:lnTo>
                <a:lnTo>
                  <a:pt x="3779" y="17698"/>
                </a:lnTo>
                <a:lnTo>
                  <a:pt x="4148" y="17360"/>
                </a:lnTo>
                <a:lnTo>
                  <a:pt x="4548" y="17053"/>
                </a:lnTo>
                <a:lnTo>
                  <a:pt x="4947" y="16776"/>
                </a:lnTo>
                <a:lnTo>
                  <a:pt x="5347" y="16531"/>
                </a:lnTo>
                <a:lnTo>
                  <a:pt x="5777" y="16285"/>
                </a:lnTo>
                <a:lnTo>
                  <a:pt x="6238" y="16039"/>
                </a:lnTo>
                <a:lnTo>
                  <a:pt x="6668" y="15855"/>
                </a:lnTo>
                <a:lnTo>
                  <a:pt x="7129" y="15670"/>
                </a:lnTo>
                <a:lnTo>
                  <a:pt x="7620" y="15486"/>
                </a:lnTo>
                <a:lnTo>
                  <a:pt x="8112" y="15363"/>
                </a:lnTo>
                <a:lnTo>
                  <a:pt x="8603" y="15240"/>
                </a:lnTo>
                <a:lnTo>
                  <a:pt x="9095" y="15148"/>
                </a:lnTo>
                <a:lnTo>
                  <a:pt x="9617" y="15086"/>
                </a:lnTo>
                <a:lnTo>
                  <a:pt x="10109" y="15056"/>
                </a:lnTo>
                <a:lnTo>
                  <a:pt x="10631" y="15025"/>
                </a:lnTo>
                <a:lnTo>
                  <a:pt x="37824" y="15025"/>
                </a:lnTo>
                <a:lnTo>
                  <a:pt x="38377" y="14994"/>
                </a:lnTo>
                <a:lnTo>
                  <a:pt x="38899" y="14902"/>
                </a:lnTo>
                <a:lnTo>
                  <a:pt x="39421" y="14810"/>
                </a:lnTo>
                <a:lnTo>
                  <a:pt x="39944" y="14718"/>
                </a:lnTo>
                <a:lnTo>
                  <a:pt x="40435" y="14564"/>
                </a:lnTo>
                <a:lnTo>
                  <a:pt x="40927" y="14380"/>
                </a:lnTo>
                <a:lnTo>
                  <a:pt x="41419" y="14195"/>
                </a:lnTo>
                <a:lnTo>
                  <a:pt x="41879" y="13980"/>
                </a:lnTo>
                <a:lnTo>
                  <a:pt x="42340" y="13765"/>
                </a:lnTo>
                <a:lnTo>
                  <a:pt x="42770" y="13489"/>
                </a:lnTo>
                <a:lnTo>
                  <a:pt x="43201" y="13212"/>
                </a:lnTo>
                <a:lnTo>
                  <a:pt x="43631" y="12936"/>
                </a:lnTo>
                <a:lnTo>
                  <a:pt x="44030" y="12628"/>
                </a:lnTo>
                <a:lnTo>
                  <a:pt x="44399" y="12290"/>
                </a:lnTo>
                <a:lnTo>
                  <a:pt x="44768" y="11922"/>
                </a:lnTo>
                <a:lnTo>
                  <a:pt x="45136" y="11553"/>
                </a:lnTo>
                <a:lnTo>
                  <a:pt x="45444" y="11184"/>
                </a:lnTo>
                <a:lnTo>
                  <a:pt x="45782" y="10785"/>
                </a:lnTo>
                <a:lnTo>
                  <a:pt x="46058" y="10355"/>
                </a:lnTo>
                <a:lnTo>
                  <a:pt x="46335" y="9925"/>
                </a:lnTo>
                <a:lnTo>
                  <a:pt x="46611" y="9494"/>
                </a:lnTo>
                <a:lnTo>
                  <a:pt x="46826" y="9033"/>
                </a:lnTo>
                <a:lnTo>
                  <a:pt x="47041" y="8573"/>
                </a:lnTo>
                <a:lnTo>
                  <a:pt x="47226" y="8081"/>
                </a:lnTo>
                <a:lnTo>
                  <a:pt x="47410" y="7589"/>
                </a:lnTo>
                <a:lnTo>
                  <a:pt x="47533" y="7098"/>
                </a:lnTo>
                <a:lnTo>
                  <a:pt x="47656" y="6575"/>
                </a:lnTo>
                <a:lnTo>
                  <a:pt x="47748" y="6053"/>
                </a:lnTo>
                <a:lnTo>
                  <a:pt x="47840" y="5531"/>
                </a:lnTo>
                <a:lnTo>
                  <a:pt x="47871" y="4978"/>
                </a:lnTo>
                <a:lnTo>
                  <a:pt x="47871" y="4455"/>
                </a:lnTo>
                <a:lnTo>
                  <a:pt x="47871" y="215"/>
                </a:lnTo>
                <a:lnTo>
                  <a:pt x="47871" y="123"/>
                </a:lnTo>
                <a:lnTo>
                  <a:pt x="47809" y="62"/>
                </a:lnTo>
                <a:lnTo>
                  <a:pt x="47748"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5"/>
          <p:cNvSpPr txBox="1"/>
          <p:nvPr/>
        </p:nvSpPr>
        <p:spPr>
          <a:xfrm>
            <a:off x="4415162" y="1420473"/>
            <a:ext cx="2416256" cy="252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b="1" i="0" lang="en-NL" sz="1400" u="none" cap="none" strike="noStrike">
                <a:solidFill>
                  <a:srgbClr val="59BD2F"/>
                </a:solidFill>
                <a:latin typeface="Fira Sans"/>
                <a:ea typeface="Fira Sans"/>
                <a:cs typeface="Fira Sans"/>
                <a:sym typeface="Fira Sans"/>
              </a:rPr>
              <a:t>Business Challenge </a:t>
            </a:r>
            <a:endParaRPr b="1" i="0" sz="1400" u="none" cap="none" strike="noStrike">
              <a:solidFill>
                <a:srgbClr val="59BD2F"/>
              </a:solidFill>
              <a:latin typeface="Fira Sans"/>
              <a:ea typeface="Fira Sans"/>
              <a:cs typeface="Fira Sans"/>
              <a:sym typeface="Fira Sans"/>
            </a:endParaRPr>
          </a:p>
        </p:txBody>
      </p:sp>
      <p:sp>
        <p:nvSpPr>
          <p:cNvPr id="712" name="Google Shape;712;p5"/>
          <p:cNvSpPr txBox="1"/>
          <p:nvPr/>
        </p:nvSpPr>
        <p:spPr>
          <a:xfrm>
            <a:off x="5066240" y="1916243"/>
            <a:ext cx="3620560" cy="371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NL" sz="1200" u="none" cap="none" strike="noStrike">
                <a:solidFill>
                  <a:srgbClr val="000000"/>
                </a:solidFill>
                <a:latin typeface="Roboto"/>
                <a:ea typeface="Roboto"/>
                <a:cs typeface="Roboto"/>
                <a:sym typeface="Roboto"/>
              </a:rPr>
              <a:t>Spain's growing EV adoption is increasing demand for charging infrastructure. EcoCharge seeks to identify the most attractive locations for expanding its charging network. </a:t>
            </a:r>
            <a:endParaRPr b="0" i="0" sz="1200" u="none" cap="none" strike="noStrike">
              <a:solidFill>
                <a:srgbClr val="000000"/>
              </a:solidFill>
              <a:latin typeface="Roboto"/>
              <a:ea typeface="Roboto"/>
              <a:cs typeface="Roboto"/>
              <a:sym typeface="Roboto"/>
            </a:endParaRPr>
          </a:p>
        </p:txBody>
      </p:sp>
      <p:sp>
        <p:nvSpPr>
          <p:cNvPr id="713" name="Google Shape;713;p5"/>
          <p:cNvSpPr txBox="1"/>
          <p:nvPr/>
        </p:nvSpPr>
        <p:spPr>
          <a:xfrm>
            <a:off x="4521694" y="2893265"/>
            <a:ext cx="2274163" cy="252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1" i="0" lang="en-NL" sz="1400" u="none" cap="none" strike="noStrike">
                <a:solidFill>
                  <a:srgbClr val="FD8714"/>
                </a:solidFill>
                <a:latin typeface="Fira Sans"/>
                <a:ea typeface="Fira Sans"/>
                <a:cs typeface="Fira Sans"/>
                <a:sym typeface="Fira Sans"/>
              </a:rPr>
              <a:t>Business Objective</a:t>
            </a:r>
            <a:endParaRPr b="1" i="0" sz="1400" u="none" cap="none" strike="noStrike">
              <a:solidFill>
                <a:srgbClr val="FD8714"/>
              </a:solidFill>
              <a:latin typeface="Fira Sans"/>
              <a:ea typeface="Fira Sans"/>
              <a:cs typeface="Fira Sans"/>
              <a:sym typeface="Fira Sans"/>
            </a:endParaRPr>
          </a:p>
        </p:txBody>
      </p:sp>
      <p:sp>
        <p:nvSpPr>
          <p:cNvPr id="714" name="Google Shape;714;p5"/>
          <p:cNvSpPr txBox="1"/>
          <p:nvPr/>
        </p:nvSpPr>
        <p:spPr>
          <a:xfrm>
            <a:off x="5083946" y="3252397"/>
            <a:ext cx="3736019" cy="43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NL" sz="1200" u="none" cap="none" strike="noStrike">
                <a:solidFill>
                  <a:srgbClr val="000000"/>
                </a:solidFill>
                <a:latin typeface="Roboto"/>
                <a:ea typeface="Roboto"/>
                <a:cs typeface="Roboto"/>
                <a:sym typeface="Roboto"/>
              </a:rPr>
              <a:t>Determine where EcoCharge should expand its charging network to maximize accessibility and support future demand.</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6"/>
          <p:cNvSpPr txBox="1"/>
          <p:nvPr/>
        </p:nvSpPr>
        <p:spPr>
          <a:xfrm>
            <a:off x="681498" y="506488"/>
            <a:ext cx="7401934" cy="42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NL" sz="1400" u="none" cap="none" strike="noStrike">
                <a:solidFill>
                  <a:schemeClr val="dk1"/>
                </a:solidFill>
                <a:latin typeface="Fira Sans"/>
                <a:ea typeface="Fira Sans"/>
                <a:cs typeface="Fira Sans"/>
                <a:sym typeface="Fira Sans"/>
              </a:rPr>
              <a:t>Data Collection Approach</a:t>
            </a:r>
            <a:endParaRPr b="1" i="0" sz="1400" u="none" cap="none" strike="noStrike">
              <a:solidFill>
                <a:schemeClr val="dk1"/>
              </a:solidFill>
              <a:latin typeface="Fira Sans"/>
              <a:ea typeface="Fira Sans"/>
              <a:cs typeface="Fira Sans"/>
              <a:sym typeface="Fira Sans"/>
            </a:endParaRPr>
          </a:p>
        </p:txBody>
      </p:sp>
      <p:graphicFrame>
        <p:nvGraphicFramePr>
          <p:cNvPr id="720" name="Google Shape;720;p6"/>
          <p:cNvGraphicFramePr/>
          <p:nvPr/>
        </p:nvGraphicFramePr>
        <p:xfrm>
          <a:off x="757825" y="1192523"/>
          <a:ext cx="3000000" cy="3000000"/>
        </p:xfrm>
        <a:graphic>
          <a:graphicData uri="http://schemas.openxmlformats.org/drawingml/2006/table">
            <a:tbl>
              <a:tblPr bandRow="1" firstRow="1">
                <a:noFill/>
                <a:tableStyleId>{F8B5742F-8C98-4ED9-9080-875768ADD48E}</a:tableStyleId>
              </a:tblPr>
              <a:tblGrid>
                <a:gridCol w="3911725"/>
                <a:gridCol w="3911725"/>
              </a:tblGrid>
              <a:tr h="132075">
                <a:tc>
                  <a:txBody>
                    <a:bodyPr/>
                    <a:lstStyle/>
                    <a:p>
                      <a:pPr indent="0" lvl="0" marL="0" marR="0" rtl="0" algn="l">
                        <a:lnSpc>
                          <a:spcPct val="100000"/>
                        </a:lnSpc>
                        <a:spcBef>
                          <a:spcPts val="0"/>
                        </a:spcBef>
                        <a:spcAft>
                          <a:spcPts val="0"/>
                        </a:spcAft>
                        <a:buClr>
                          <a:srgbClr val="000000"/>
                        </a:buClr>
                        <a:buSzPts val="1400"/>
                        <a:buFont typeface="Arial"/>
                        <a:buNone/>
                      </a:pPr>
                      <a:r>
                        <a:rPr b="1" lang="en-NL" sz="1400" u="none" cap="none" strike="noStrike">
                          <a:solidFill>
                            <a:schemeClr val="accent5"/>
                          </a:solidFill>
                          <a:latin typeface="Roboto"/>
                          <a:ea typeface="Roboto"/>
                          <a:cs typeface="Roboto"/>
                          <a:sym typeface="Roboto"/>
                        </a:rPr>
                        <a:t>                    </a:t>
                      </a:r>
                      <a:r>
                        <a:rPr b="1" i="0" lang="en-NL" sz="1400" u="none" cap="none" strike="noStrike">
                          <a:solidFill>
                            <a:schemeClr val="accent6"/>
                          </a:solidFill>
                          <a:latin typeface="Roboto"/>
                          <a:ea typeface="Roboto"/>
                          <a:cs typeface="Roboto"/>
                          <a:sym typeface="Roboto"/>
                        </a:rPr>
                        <a:t>Eurostat Statistics API</a:t>
                      </a:r>
                      <a:endParaRPr b="1" i="0" sz="1400" u="none" cap="none" strike="noStrike">
                        <a:solidFill>
                          <a:schemeClr val="accent6"/>
                        </a:solidFill>
                        <a:latin typeface="Roboto"/>
                        <a:ea typeface="Roboto"/>
                        <a:cs typeface="Roboto"/>
                        <a:sym typeface="Roboto"/>
                      </a:endParaRPr>
                    </a:p>
                    <a:p>
                      <a:pPr indent="0" lvl="0" marL="0" marR="0" rtl="0" algn="l">
                        <a:lnSpc>
                          <a:spcPct val="100000"/>
                        </a:lnSpc>
                        <a:spcBef>
                          <a:spcPts val="0"/>
                        </a:spcBef>
                        <a:spcAft>
                          <a:spcPts val="0"/>
                        </a:spcAft>
                        <a:buNone/>
                      </a:pPr>
                      <a:r>
                        <a:t/>
                      </a:r>
                      <a:endParaRPr sz="1400" u="none" cap="none" strike="noStrike">
                        <a:latin typeface="Roboto"/>
                        <a:ea typeface="Roboto"/>
                        <a:cs typeface="Roboto"/>
                        <a:sym typeface="Roboto"/>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5"/>
                        </a:buClr>
                        <a:buSzPts val="1100"/>
                        <a:buFont typeface="Arial"/>
                        <a:buNone/>
                      </a:pPr>
                      <a:r>
                        <a:rPr b="0" i="0" lang="en-NL" sz="1100" u="none" cap="none" strike="noStrike">
                          <a:solidFill>
                            <a:schemeClr val="accent6"/>
                          </a:solidFill>
                          <a:latin typeface="Roboto"/>
                          <a:ea typeface="Roboto"/>
                          <a:cs typeface="Roboto"/>
                          <a:sym typeface="Roboto"/>
                        </a:rPr>
                        <a:t>Official EU data on EV adoption, vehicle registrations, and alternative fuel trends. Used to assess market demand and EV growth patterns.</a:t>
                      </a:r>
                      <a:br>
                        <a:rPr lang="en-NL" sz="1200" u="none" cap="none" strike="noStrike">
                          <a:latin typeface="Roboto"/>
                          <a:ea typeface="Roboto"/>
                          <a:cs typeface="Roboto"/>
                          <a:sym typeface="Roboto"/>
                        </a:rPr>
                      </a:br>
                      <a:r>
                        <a:rPr i="1" lang="en-NL" sz="1000" u="sng" cap="none" strike="noStrike">
                          <a:solidFill>
                            <a:schemeClr val="accent6"/>
                          </a:solidFill>
                          <a:latin typeface="Roboto"/>
                          <a:ea typeface="Roboto"/>
                          <a:cs typeface="Roboto"/>
                          <a:sym typeface="Roboto"/>
                          <a:hlinkClick r:id="rId3">
                            <a:extLst>
                              <a:ext uri="{A12FA001-AC4F-418D-AE19-62706E023703}">
                                <ahyp:hlinkClr val="tx"/>
                              </a:ext>
                            </a:extLst>
                          </a:hlinkClick>
                        </a:rPr>
                        <a:t>Endpoint URL</a:t>
                      </a:r>
                      <a:br>
                        <a:rPr i="1" lang="en-NL" sz="1000" u="none" cap="none" strike="noStrike">
                          <a:solidFill>
                            <a:schemeClr val="accent6"/>
                          </a:solidFill>
                          <a:latin typeface="Roboto"/>
                          <a:ea typeface="Roboto"/>
                          <a:cs typeface="Roboto"/>
                          <a:sym typeface="Roboto"/>
                        </a:rPr>
                      </a:br>
                      <a:r>
                        <a:rPr i="1" lang="en-NL" sz="1000" u="none" cap="none" strike="noStrike">
                          <a:solidFill>
                            <a:schemeClr val="accent6"/>
                          </a:solidFill>
                          <a:latin typeface="Roboto"/>
                          <a:ea typeface="Roboto"/>
                          <a:cs typeface="Roboto"/>
                          <a:sym typeface="Roboto"/>
                        </a:rPr>
                        <a:t>*No API key required</a:t>
                      </a:r>
                      <a:endParaRPr/>
                    </a:p>
                    <a:p>
                      <a:pPr indent="0" lvl="0" marL="0" marR="0" rtl="0" algn="l">
                        <a:lnSpc>
                          <a:spcPct val="100000"/>
                        </a:lnSpc>
                        <a:spcBef>
                          <a:spcPts val="0"/>
                        </a:spcBef>
                        <a:spcAft>
                          <a:spcPts val="0"/>
                        </a:spcAft>
                        <a:buClr>
                          <a:schemeClr val="accent5"/>
                        </a:buClr>
                        <a:buSzPts val="1000"/>
                        <a:buFont typeface="Arial"/>
                        <a:buNone/>
                      </a:pPr>
                      <a:r>
                        <a:t/>
                      </a:r>
                      <a:endParaRPr i="1" sz="1000" u="none" cap="none" strike="noStrike">
                        <a:solidFill>
                          <a:schemeClr val="accent6"/>
                        </a:solidFill>
                        <a:latin typeface="Roboto"/>
                        <a:ea typeface="Roboto"/>
                        <a:cs typeface="Roboto"/>
                        <a:sym typeface="Roboto"/>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NL" sz="1400" u="none" cap="none" strike="noStrike">
                          <a:solidFill>
                            <a:schemeClr val="accent2"/>
                          </a:solidFill>
                          <a:latin typeface="Roboto"/>
                          <a:ea typeface="Roboto"/>
                          <a:cs typeface="Roboto"/>
                          <a:sym typeface="Roboto"/>
                        </a:rPr>
                        <a:t>                      </a:t>
                      </a:r>
                      <a:endParaRPr/>
                    </a:p>
                    <a:p>
                      <a:pPr indent="0" lvl="0" marL="0" marR="0" rtl="0" algn="l">
                        <a:lnSpc>
                          <a:spcPct val="100000"/>
                        </a:lnSpc>
                        <a:spcBef>
                          <a:spcPts val="0"/>
                        </a:spcBef>
                        <a:spcAft>
                          <a:spcPts val="0"/>
                        </a:spcAft>
                        <a:buClr>
                          <a:srgbClr val="000000"/>
                        </a:buClr>
                        <a:buSzPts val="1400"/>
                        <a:buFont typeface="Arial"/>
                        <a:buNone/>
                      </a:pPr>
                      <a:r>
                        <a:rPr b="1" lang="en-NL" sz="1400" u="none" cap="none" strike="noStrike">
                          <a:solidFill>
                            <a:schemeClr val="accent2"/>
                          </a:solidFill>
                          <a:latin typeface="Roboto"/>
                          <a:ea typeface="Roboto"/>
                          <a:cs typeface="Roboto"/>
                          <a:sym typeface="Roboto"/>
                        </a:rPr>
                        <a:t>                    Open Charge Map</a:t>
                      </a:r>
                      <a:endParaRPr/>
                    </a:p>
                    <a:p>
                      <a:pPr indent="0" lvl="0" marL="0" marR="0" rtl="0" algn="l">
                        <a:lnSpc>
                          <a:spcPct val="100000"/>
                        </a:lnSpc>
                        <a:spcBef>
                          <a:spcPts val="0"/>
                        </a:spcBef>
                        <a:spcAft>
                          <a:spcPts val="0"/>
                        </a:spcAft>
                        <a:buNone/>
                      </a:pPr>
                      <a:r>
                        <a:t/>
                      </a:r>
                      <a:endParaRPr sz="1400" u="none" cap="none" strike="noStrike">
                        <a:latin typeface="Roboto"/>
                        <a:ea typeface="Roboto"/>
                        <a:cs typeface="Roboto"/>
                        <a:sym typeface="Roboto"/>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NL" sz="1100" u="none" cap="none" strike="noStrike">
                          <a:solidFill>
                            <a:schemeClr val="accent2"/>
                          </a:solidFill>
                          <a:latin typeface="Roboto"/>
                          <a:ea typeface="Roboto"/>
                          <a:cs typeface="Roboto"/>
                          <a:sym typeface="Roboto"/>
                        </a:rPr>
                        <a:t>Charging station location and infrastructure data. Used to evaluate Spain’s current charging network and identify expansion opportunities.</a:t>
                      </a:r>
                      <a:br>
                        <a:rPr b="0" i="0" lang="en-NL" sz="1200" u="none" cap="none" strike="noStrike">
                          <a:solidFill>
                            <a:schemeClr val="accent2"/>
                          </a:solidFill>
                          <a:latin typeface="Roboto"/>
                          <a:ea typeface="Roboto"/>
                          <a:cs typeface="Roboto"/>
                          <a:sym typeface="Roboto"/>
                        </a:rPr>
                      </a:br>
                      <a:r>
                        <a:rPr b="0" i="1" lang="en-NL" sz="1000" u="sng" cap="none" strike="noStrike">
                          <a:solidFill>
                            <a:schemeClr val="accent2"/>
                          </a:solidFill>
                          <a:latin typeface="Roboto"/>
                          <a:ea typeface="Roboto"/>
                          <a:cs typeface="Roboto"/>
                          <a:sym typeface="Roboto"/>
                          <a:hlinkClick r:id="rId4">
                            <a:extLst>
                              <a:ext uri="{A12FA001-AC4F-418D-AE19-62706E023703}">
                                <ahyp:hlinkClr val="tx"/>
                              </a:ext>
                            </a:extLst>
                          </a:hlinkClick>
                        </a:rPr>
                        <a:t>Endpoint URL</a:t>
                      </a:r>
                      <a:br>
                        <a:rPr b="0" i="0" lang="en-NL" sz="1200" u="none" cap="none" strike="noStrike">
                          <a:solidFill>
                            <a:schemeClr val="accent2"/>
                          </a:solidFill>
                          <a:latin typeface="Roboto"/>
                          <a:ea typeface="Roboto"/>
                          <a:cs typeface="Roboto"/>
                          <a:sym typeface="Roboto"/>
                        </a:rPr>
                      </a:br>
                      <a:r>
                        <a:rPr b="0" i="1" lang="en-NL" sz="1000" u="none" cap="none" strike="noStrike">
                          <a:solidFill>
                            <a:schemeClr val="accent2"/>
                          </a:solidFill>
                          <a:latin typeface="Roboto"/>
                          <a:ea typeface="Roboto"/>
                          <a:cs typeface="Roboto"/>
                          <a:sym typeface="Roboto"/>
                        </a:rPr>
                        <a:t>*API key required</a:t>
                      </a:r>
                      <a:endParaRPr/>
                    </a:p>
                    <a:p>
                      <a:pPr indent="0" lvl="0" marL="0" marR="0" rtl="0" algn="l">
                        <a:lnSpc>
                          <a:spcPct val="100000"/>
                        </a:lnSpc>
                        <a:spcBef>
                          <a:spcPts val="0"/>
                        </a:spcBef>
                        <a:spcAft>
                          <a:spcPts val="0"/>
                        </a:spcAft>
                        <a:buNone/>
                      </a:pPr>
                      <a:r>
                        <a:t/>
                      </a:r>
                      <a:endParaRPr b="0" i="1" sz="1000" u="none" cap="none" strike="noStrike">
                        <a:solidFill>
                          <a:schemeClr val="accent2"/>
                        </a:solidFill>
                        <a:latin typeface="Roboto"/>
                        <a:ea typeface="Roboto"/>
                        <a:cs typeface="Roboto"/>
                        <a:sym typeface="Roboto"/>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172900">
                <a:tc>
                  <a:txBody>
                    <a:bodyPr/>
                    <a:lstStyle/>
                    <a:p>
                      <a:pPr indent="0" lvl="0" marL="0" marR="0" rtl="0" algn="l">
                        <a:lnSpc>
                          <a:spcPct val="100000"/>
                        </a:lnSpc>
                        <a:spcBef>
                          <a:spcPts val="0"/>
                        </a:spcBef>
                        <a:spcAft>
                          <a:spcPts val="0"/>
                        </a:spcAft>
                        <a:buNone/>
                      </a:pPr>
                      <a:r>
                        <a:rPr lang="en-NL" sz="1400" u="none" cap="none" strike="noStrike">
                          <a:latin typeface="Roboto"/>
                          <a:ea typeface="Roboto"/>
                          <a:cs typeface="Roboto"/>
                          <a:sym typeface="Roboto"/>
                        </a:rPr>
                        <a:t>                   </a:t>
                      </a:r>
                      <a:r>
                        <a:rPr b="1" i="0" lang="en-NL" sz="1400" u="none" cap="none" strike="noStrike">
                          <a:solidFill>
                            <a:srgbClr val="00798C"/>
                          </a:solidFill>
                          <a:latin typeface="Roboto"/>
                          <a:ea typeface="Roboto"/>
                          <a:cs typeface="Roboto"/>
                          <a:sym typeface="Roboto"/>
                        </a:rPr>
                        <a:t>Web scraping</a:t>
                      </a:r>
                      <a:endParaRPr b="1" i="0" sz="1400" u="none" cap="none" strike="noStrike">
                        <a:solidFill>
                          <a:srgbClr val="00798C"/>
                        </a:solidFill>
                        <a:latin typeface="Roboto"/>
                        <a:ea typeface="Roboto"/>
                        <a:cs typeface="Roboto"/>
                        <a:sym typeface="Roboto"/>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NL" sz="1000" u="none" cap="none" strike="noStrike">
                          <a:solidFill>
                            <a:srgbClr val="00798C"/>
                          </a:solidFill>
                        </a:rPr>
                        <a:t>We captured recent market developments that helped validate our analysis. We'll share the key finding from this web-scraped article in the next section</a:t>
                      </a:r>
                      <a:endParaRPr sz="1000" u="none" cap="none" strike="noStrike">
                        <a:solidFill>
                          <a:srgbClr val="00798C"/>
                        </a:solidFill>
                      </a:endParaRPr>
                    </a:p>
                    <a:p>
                      <a:pPr indent="0" lvl="0" marL="0" marR="0" rtl="0" algn="l">
                        <a:lnSpc>
                          <a:spcPct val="100000"/>
                        </a:lnSpc>
                        <a:spcBef>
                          <a:spcPts val="0"/>
                        </a:spcBef>
                        <a:spcAft>
                          <a:spcPts val="0"/>
                        </a:spcAft>
                        <a:buNone/>
                      </a:pPr>
                      <a:r>
                        <a:rPr i="1" lang="en-NL" sz="1000" u="none" cap="none" strike="noStrike">
                          <a:solidFill>
                            <a:srgbClr val="00798C"/>
                          </a:solidFill>
                          <a:latin typeface="Roboto"/>
                          <a:ea typeface="Roboto"/>
                          <a:cs typeface="Roboto"/>
                          <a:sym typeface="Roboto"/>
                        </a:rPr>
                        <a:t>Python Requests + BeautifulSoup</a:t>
                      </a:r>
                      <a:endParaRPr i="1" sz="1000" u="none" cap="none" strike="noStrike">
                        <a:solidFill>
                          <a:srgbClr val="00798C"/>
                        </a:solidFill>
                        <a:latin typeface="Roboto"/>
                        <a:ea typeface="Roboto"/>
                        <a:cs typeface="Roboto"/>
                        <a:sym typeface="Roboto"/>
                      </a:endParaRPr>
                    </a:p>
                    <a:p>
                      <a:pPr indent="0" lvl="0" marL="0" marR="0" rtl="0" algn="l">
                        <a:lnSpc>
                          <a:spcPct val="100000"/>
                        </a:lnSpc>
                        <a:spcBef>
                          <a:spcPts val="0"/>
                        </a:spcBef>
                        <a:spcAft>
                          <a:spcPts val="0"/>
                        </a:spcAft>
                        <a:buNone/>
                      </a:pPr>
                      <a:r>
                        <a:rPr b="0" i="1" lang="en-NL" sz="1000" u="sng" cap="none" strike="noStrike">
                          <a:solidFill>
                            <a:srgbClr val="00798C"/>
                          </a:solidFill>
                          <a:latin typeface="Roboto"/>
                          <a:ea typeface="Roboto"/>
                          <a:cs typeface="Roboto"/>
                          <a:sym typeface="Roboto"/>
                          <a:hlinkClick r:id="rId5">
                            <a:extLst>
                              <a:ext uri="{A12FA001-AC4F-418D-AE19-62706E023703}">
                                <ahyp:hlinkClr val="tx"/>
                              </a:ext>
                            </a:extLst>
                          </a:hlinkClick>
                        </a:rPr>
                        <a:t>Article</a:t>
                      </a:r>
                      <a:br>
                        <a:rPr b="0" i="1" lang="en-NL" sz="1000" u="none" cap="none" strike="noStrike">
                          <a:solidFill>
                            <a:schemeClr val="dk1"/>
                          </a:solidFill>
                          <a:latin typeface="Roboto"/>
                          <a:ea typeface="Roboto"/>
                          <a:cs typeface="Roboto"/>
                          <a:sym typeface="Roboto"/>
                        </a:rPr>
                      </a:br>
                      <a:endParaRPr b="0" i="1" sz="1000" u="none" cap="none" strike="noStrike">
                        <a:solidFill>
                          <a:schemeClr val="dk1"/>
                        </a:solidFill>
                        <a:latin typeface="Roboto"/>
                        <a:ea typeface="Roboto"/>
                        <a:cs typeface="Roboto"/>
                        <a:sym typeface="Roboto"/>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cxnSp>
        <p:nvCxnSpPr>
          <p:cNvPr id="721" name="Google Shape;721;p6"/>
          <p:cNvCxnSpPr/>
          <p:nvPr/>
        </p:nvCxnSpPr>
        <p:spPr>
          <a:xfrm>
            <a:off x="757825" y="1098838"/>
            <a:ext cx="7692727" cy="0"/>
          </a:xfrm>
          <a:prstGeom prst="straightConnector1">
            <a:avLst/>
          </a:prstGeom>
          <a:noFill/>
          <a:ln cap="flat" cmpd="sng" w="19050">
            <a:solidFill>
              <a:schemeClr val="accent4"/>
            </a:solidFill>
            <a:prstDash val="solid"/>
            <a:round/>
            <a:headEnd len="sm" w="sm" type="none"/>
            <a:tailEnd len="sm" w="sm" type="none"/>
          </a:ln>
        </p:spPr>
      </p:cxnSp>
      <p:sp>
        <p:nvSpPr>
          <p:cNvPr id="722" name="Google Shape;722;p6"/>
          <p:cNvSpPr/>
          <p:nvPr/>
        </p:nvSpPr>
        <p:spPr>
          <a:xfrm>
            <a:off x="906546" y="1310151"/>
            <a:ext cx="692400" cy="692400"/>
          </a:xfrm>
          <a:prstGeom prst="ellipse">
            <a:avLst/>
          </a:prstGeom>
          <a:solidFill>
            <a:schemeClr val="lt1"/>
          </a:solidFill>
          <a:ln cap="flat" cmpd="sng" w="25400">
            <a:solidFill>
              <a:schemeClr val="accent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NL" sz="2000" u="none" cap="none" strike="noStrike">
                <a:solidFill>
                  <a:schemeClr val="accent6"/>
                </a:solidFill>
                <a:latin typeface="Fira Sans"/>
                <a:ea typeface="Fira Sans"/>
                <a:cs typeface="Fira Sans"/>
                <a:sym typeface="Fira Sans"/>
              </a:rPr>
              <a:t>01</a:t>
            </a:r>
            <a:endParaRPr b="1" i="0" sz="2000" u="none" cap="none" strike="noStrike">
              <a:solidFill>
                <a:schemeClr val="accent6"/>
              </a:solidFill>
              <a:latin typeface="Fira Sans"/>
              <a:ea typeface="Fira Sans"/>
              <a:cs typeface="Fira Sans"/>
              <a:sym typeface="Fira Sans"/>
            </a:endParaRPr>
          </a:p>
        </p:txBody>
      </p:sp>
      <p:sp>
        <p:nvSpPr>
          <p:cNvPr id="723" name="Google Shape;723;p6"/>
          <p:cNvSpPr/>
          <p:nvPr/>
        </p:nvSpPr>
        <p:spPr>
          <a:xfrm>
            <a:off x="906546" y="2448550"/>
            <a:ext cx="692400" cy="692400"/>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NL" sz="2000" u="none" cap="none" strike="noStrike">
                <a:solidFill>
                  <a:schemeClr val="accent2"/>
                </a:solidFill>
                <a:latin typeface="Fira Sans"/>
                <a:ea typeface="Fira Sans"/>
                <a:cs typeface="Fira Sans"/>
                <a:sym typeface="Fira Sans"/>
              </a:rPr>
              <a:t>02</a:t>
            </a:r>
            <a:endParaRPr b="1" i="0" sz="2000" u="none" cap="none" strike="noStrike">
              <a:solidFill>
                <a:schemeClr val="accent2"/>
              </a:solidFill>
              <a:latin typeface="Fira Sans"/>
              <a:ea typeface="Fira Sans"/>
              <a:cs typeface="Fira Sans"/>
              <a:sym typeface="Fira Sans"/>
            </a:endParaRPr>
          </a:p>
        </p:txBody>
      </p:sp>
      <p:sp>
        <p:nvSpPr>
          <p:cNvPr id="724" name="Google Shape;724;p6"/>
          <p:cNvSpPr/>
          <p:nvPr/>
        </p:nvSpPr>
        <p:spPr>
          <a:xfrm>
            <a:off x="906546" y="3518731"/>
            <a:ext cx="692400" cy="692400"/>
          </a:xfrm>
          <a:prstGeom prst="ellipse">
            <a:avLst/>
          </a:prstGeom>
          <a:solidFill>
            <a:schemeClr val="lt1"/>
          </a:solidFill>
          <a:ln cap="flat" cmpd="sng" w="25400">
            <a:solidFill>
              <a:srgbClr val="00798C"/>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NL" sz="2000" u="none" cap="none" strike="noStrike">
                <a:solidFill>
                  <a:srgbClr val="00798C"/>
                </a:solidFill>
                <a:latin typeface="Fira Sans"/>
                <a:ea typeface="Fira Sans"/>
                <a:cs typeface="Fira Sans"/>
                <a:sym typeface="Fira Sans"/>
              </a:rPr>
              <a:t>03</a:t>
            </a:r>
            <a:endParaRPr b="1" i="0" sz="2000" u="none" cap="none" strike="noStrike">
              <a:solidFill>
                <a:srgbClr val="00798C"/>
              </a:solidFill>
              <a:latin typeface="Fira Sans"/>
              <a:ea typeface="Fira Sans"/>
              <a:cs typeface="Fira Sans"/>
              <a:sym typeface="Fir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7"/>
          <p:cNvSpPr txBox="1"/>
          <p:nvPr>
            <p:ph type="title"/>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lang="en-NL"/>
              <a:t>Preparing Data for Analysis</a:t>
            </a:r>
            <a:endParaRPr/>
          </a:p>
        </p:txBody>
      </p:sp>
      <p:grpSp>
        <p:nvGrpSpPr>
          <p:cNvPr id="730" name="Google Shape;730;p7"/>
          <p:cNvGrpSpPr/>
          <p:nvPr/>
        </p:nvGrpSpPr>
        <p:grpSpPr>
          <a:xfrm>
            <a:off x="343325" y="812421"/>
            <a:ext cx="8498141" cy="4102904"/>
            <a:chOff x="1530952" y="1478925"/>
            <a:chExt cx="6072864" cy="2836841"/>
          </a:xfrm>
        </p:grpSpPr>
        <p:sp>
          <p:nvSpPr>
            <p:cNvPr id="731" name="Google Shape;731;p7"/>
            <p:cNvSpPr/>
            <p:nvPr/>
          </p:nvSpPr>
          <p:spPr>
            <a:xfrm>
              <a:off x="1530952" y="1478925"/>
              <a:ext cx="2982725" cy="1347192"/>
            </a:xfrm>
            <a:custGeom>
              <a:rect b="b" l="l" r="r" t="t"/>
              <a:pathLst>
                <a:path extrusionOk="0" h="63360" w="140281">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7"/>
            <p:cNvSpPr/>
            <p:nvPr/>
          </p:nvSpPr>
          <p:spPr>
            <a:xfrm>
              <a:off x="1530952" y="2968574"/>
              <a:ext cx="2982725" cy="1347192"/>
            </a:xfrm>
            <a:custGeom>
              <a:rect b="b" l="l" r="r" t="t"/>
              <a:pathLst>
                <a:path extrusionOk="0" h="63360" w="140281">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00798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7"/>
            <p:cNvSpPr/>
            <p:nvPr/>
          </p:nvSpPr>
          <p:spPr>
            <a:xfrm>
              <a:off x="4621091" y="1478925"/>
              <a:ext cx="2982725" cy="1347192"/>
            </a:xfrm>
            <a:custGeom>
              <a:rect b="b" l="l" r="r" t="t"/>
              <a:pathLst>
                <a:path extrusionOk="0" h="63360" w="140281">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7"/>
            <p:cNvSpPr/>
            <p:nvPr/>
          </p:nvSpPr>
          <p:spPr>
            <a:xfrm>
              <a:off x="4621091" y="2968574"/>
              <a:ext cx="2982725" cy="1347192"/>
            </a:xfrm>
            <a:custGeom>
              <a:rect b="b" l="l" r="r" t="t"/>
              <a:pathLst>
                <a:path extrusionOk="0" h="63360" w="140281">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5" name="Google Shape;735;p7"/>
          <p:cNvSpPr txBox="1"/>
          <p:nvPr/>
        </p:nvSpPr>
        <p:spPr>
          <a:xfrm>
            <a:off x="589786" y="3336126"/>
            <a:ext cx="3203784" cy="7032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chemeClr val="lt1"/>
              </a:buClr>
              <a:buSzPts val="1200"/>
              <a:buFont typeface="Noto Sans Symbols"/>
              <a:buChar char="✔"/>
            </a:pPr>
            <a:r>
              <a:rPr b="0" i="0" lang="en-NL" sz="1200" u="none" cap="none" strike="noStrike">
                <a:solidFill>
                  <a:schemeClr val="lt1"/>
                </a:solidFill>
                <a:latin typeface="Roboto"/>
                <a:ea typeface="Roboto"/>
                <a:cs typeface="Roboto"/>
                <a:sym typeface="Roboto"/>
              </a:rPr>
              <a:t>Removed duplicates and irrelevant columns</a:t>
            </a:r>
            <a:endParaRPr b="0" i="0" sz="1200" u="none" cap="none" strike="noStrike">
              <a:solidFill>
                <a:schemeClr val="lt1"/>
              </a:solidFill>
              <a:latin typeface="Roboto"/>
              <a:ea typeface="Roboto"/>
              <a:cs typeface="Roboto"/>
              <a:sym typeface="Roboto"/>
            </a:endParaRPr>
          </a:p>
          <a:p>
            <a:pPr indent="-171450" lvl="0" marL="171450" marR="0" rtl="0" algn="l">
              <a:lnSpc>
                <a:spcPct val="100000"/>
              </a:lnSpc>
              <a:spcBef>
                <a:spcPts val="0"/>
              </a:spcBef>
              <a:spcAft>
                <a:spcPts val="0"/>
              </a:spcAft>
              <a:buClr>
                <a:schemeClr val="lt1"/>
              </a:buClr>
              <a:buSzPts val="1200"/>
              <a:buFont typeface="Noto Sans Symbols"/>
              <a:buChar char="✔"/>
            </a:pPr>
            <a:r>
              <a:rPr b="0" i="0" lang="en-NL" sz="1200" u="none" cap="none" strike="noStrike">
                <a:solidFill>
                  <a:schemeClr val="lt1"/>
                </a:solidFill>
                <a:latin typeface="Roboto"/>
                <a:ea typeface="Roboto"/>
                <a:cs typeface="Roboto"/>
                <a:sym typeface="Roboto"/>
              </a:rPr>
              <a:t>Handled missing values and standardized formats</a:t>
            </a:r>
            <a:endParaRPr b="0" i="0" sz="1200" u="none" cap="none" strike="noStrike">
              <a:solidFill>
                <a:schemeClr val="lt1"/>
              </a:solidFill>
              <a:latin typeface="Roboto"/>
              <a:ea typeface="Roboto"/>
              <a:cs typeface="Roboto"/>
              <a:sym typeface="Roboto"/>
            </a:endParaRPr>
          </a:p>
          <a:p>
            <a:pPr indent="-171450" lvl="0" marL="171450" marR="0" rtl="0" algn="l">
              <a:lnSpc>
                <a:spcPct val="100000"/>
              </a:lnSpc>
              <a:spcBef>
                <a:spcPts val="0"/>
              </a:spcBef>
              <a:spcAft>
                <a:spcPts val="0"/>
              </a:spcAft>
              <a:buClr>
                <a:schemeClr val="lt1"/>
              </a:buClr>
              <a:buSzPts val="1200"/>
              <a:buFont typeface="Noto Sans Symbols"/>
              <a:buChar char="✔"/>
            </a:pPr>
            <a:r>
              <a:rPr b="0" i="0" lang="en-NL" sz="1200" u="none" cap="none" strike="noStrike">
                <a:solidFill>
                  <a:schemeClr val="lt1"/>
                </a:solidFill>
                <a:latin typeface="Roboto"/>
                <a:ea typeface="Roboto"/>
                <a:cs typeface="Roboto"/>
                <a:sym typeface="Roboto"/>
              </a:rPr>
              <a:t>Verified country codes, locations, and data consistency</a:t>
            </a:r>
            <a:endParaRPr b="0" i="0" sz="1200" u="none" cap="none" strike="noStrike">
              <a:solidFill>
                <a:schemeClr val="lt1"/>
              </a:solidFill>
              <a:latin typeface="Roboto"/>
              <a:ea typeface="Roboto"/>
              <a:cs typeface="Roboto"/>
              <a:sym typeface="Roboto"/>
            </a:endParaRPr>
          </a:p>
        </p:txBody>
      </p:sp>
      <p:sp>
        <p:nvSpPr>
          <p:cNvPr id="736" name="Google Shape;736;p7"/>
          <p:cNvSpPr txBox="1"/>
          <p:nvPr/>
        </p:nvSpPr>
        <p:spPr>
          <a:xfrm>
            <a:off x="593190" y="1277414"/>
            <a:ext cx="3585334" cy="1294335"/>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chemeClr val="lt1"/>
              </a:buClr>
              <a:buSzPts val="1200"/>
              <a:buFont typeface="Noto Sans Symbols"/>
              <a:buChar char="✔"/>
            </a:pPr>
            <a:r>
              <a:rPr b="0" i="0" lang="en-NL" sz="1200" u="none" cap="none" strike="noStrike">
                <a:solidFill>
                  <a:schemeClr val="lt1"/>
                </a:solidFill>
                <a:latin typeface="Roboto"/>
                <a:ea typeface="Roboto"/>
                <a:cs typeface="Roboto"/>
                <a:sym typeface="Roboto"/>
              </a:rPr>
              <a:t>Retrieved EV market data from Eurostat</a:t>
            </a:r>
            <a:endParaRPr b="0" i="0" sz="1200" u="none" cap="none" strike="noStrike">
              <a:solidFill>
                <a:schemeClr val="lt1"/>
              </a:solidFill>
              <a:latin typeface="Roboto"/>
              <a:ea typeface="Roboto"/>
              <a:cs typeface="Roboto"/>
              <a:sym typeface="Roboto"/>
            </a:endParaRPr>
          </a:p>
          <a:p>
            <a:pPr indent="-171450" lvl="0" marL="171450" marR="0" rtl="0" algn="l">
              <a:lnSpc>
                <a:spcPct val="100000"/>
              </a:lnSpc>
              <a:spcBef>
                <a:spcPts val="0"/>
              </a:spcBef>
              <a:spcAft>
                <a:spcPts val="0"/>
              </a:spcAft>
              <a:buClr>
                <a:schemeClr val="lt1"/>
              </a:buClr>
              <a:buSzPts val="1200"/>
              <a:buFont typeface="Noto Sans Symbols"/>
              <a:buChar char="✔"/>
            </a:pPr>
            <a:r>
              <a:rPr b="0" i="0" lang="en-NL" sz="1200" u="none" cap="none" strike="noStrike">
                <a:solidFill>
                  <a:schemeClr val="lt1"/>
                </a:solidFill>
                <a:latin typeface="Roboto"/>
                <a:ea typeface="Roboto"/>
                <a:cs typeface="Roboto"/>
                <a:sym typeface="Roboto"/>
              </a:rPr>
              <a:t>Retrieved charging station data from Open Charge Map</a:t>
            </a:r>
            <a:endParaRPr b="0" i="0" sz="1200" u="none" cap="none" strike="noStrike">
              <a:solidFill>
                <a:schemeClr val="lt1"/>
              </a:solidFill>
              <a:latin typeface="Roboto"/>
              <a:ea typeface="Roboto"/>
              <a:cs typeface="Roboto"/>
              <a:sym typeface="Roboto"/>
            </a:endParaRPr>
          </a:p>
          <a:p>
            <a:pPr indent="-171450" lvl="0" marL="171450" marR="0" rtl="0" algn="l">
              <a:lnSpc>
                <a:spcPct val="100000"/>
              </a:lnSpc>
              <a:spcBef>
                <a:spcPts val="0"/>
              </a:spcBef>
              <a:spcAft>
                <a:spcPts val="0"/>
              </a:spcAft>
              <a:buClr>
                <a:schemeClr val="lt1"/>
              </a:buClr>
              <a:buSzPts val="1200"/>
              <a:buFont typeface="Noto Sans Symbols"/>
              <a:buChar char="✔"/>
            </a:pPr>
            <a:r>
              <a:rPr b="0" i="0" lang="en-NL" sz="1200" u="none" cap="none" strike="noStrike">
                <a:solidFill>
                  <a:schemeClr val="lt1"/>
                </a:solidFill>
                <a:latin typeface="Roboto"/>
                <a:ea typeface="Roboto"/>
                <a:cs typeface="Roboto"/>
                <a:sym typeface="Roboto"/>
              </a:rPr>
              <a:t>Converted API responses into Pandas DataFrames</a:t>
            </a:r>
            <a:endParaRPr b="0" i="0" sz="1200" u="none" cap="none" strike="noStrike">
              <a:solidFill>
                <a:schemeClr val="lt1"/>
              </a:solidFill>
              <a:latin typeface="Roboto"/>
              <a:ea typeface="Roboto"/>
              <a:cs typeface="Roboto"/>
              <a:sym typeface="Roboto"/>
            </a:endParaRPr>
          </a:p>
        </p:txBody>
      </p:sp>
      <p:sp>
        <p:nvSpPr>
          <p:cNvPr id="737" name="Google Shape;737;p7"/>
          <p:cNvSpPr txBox="1"/>
          <p:nvPr/>
        </p:nvSpPr>
        <p:spPr>
          <a:xfrm>
            <a:off x="536912" y="3183580"/>
            <a:ext cx="2682183" cy="198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NL" sz="1400" u="none" cap="none" strike="noStrike">
                <a:solidFill>
                  <a:srgbClr val="FFFFFF"/>
                </a:solidFill>
                <a:latin typeface="Fira Sans"/>
                <a:ea typeface="Fira Sans"/>
                <a:cs typeface="Fira Sans"/>
                <a:sym typeface="Fira Sans"/>
              </a:rPr>
              <a:t>Data Cleaning &amp; Validation</a:t>
            </a:r>
            <a:endParaRPr b="1" i="0" sz="1400" u="none" cap="none" strike="noStrike">
              <a:solidFill>
                <a:srgbClr val="FFFFFF"/>
              </a:solidFill>
              <a:latin typeface="Fira Sans"/>
              <a:ea typeface="Fira Sans"/>
              <a:cs typeface="Fira Sans"/>
              <a:sym typeface="Fira Sans"/>
            </a:endParaRPr>
          </a:p>
        </p:txBody>
      </p:sp>
      <p:sp>
        <p:nvSpPr>
          <p:cNvPr id="738" name="Google Shape;738;p7"/>
          <p:cNvSpPr txBox="1"/>
          <p:nvPr/>
        </p:nvSpPr>
        <p:spPr>
          <a:xfrm>
            <a:off x="589787" y="1079714"/>
            <a:ext cx="2160300" cy="197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NL" sz="1400" u="none" cap="none" strike="noStrike">
                <a:solidFill>
                  <a:srgbClr val="FFFFFF"/>
                </a:solidFill>
                <a:latin typeface="Fira Sans"/>
                <a:ea typeface="Fira Sans"/>
                <a:cs typeface="Fira Sans"/>
                <a:sym typeface="Fira Sans"/>
              </a:rPr>
              <a:t>Data Extraction</a:t>
            </a:r>
            <a:endParaRPr b="1" i="0" sz="1400" u="none" cap="none" strike="noStrike">
              <a:solidFill>
                <a:srgbClr val="FFFFFF"/>
              </a:solidFill>
              <a:latin typeface="Fira Sans"/>
              <a:ea typeface="Fira Sans"/>
              <a:cs typeface="Fira Sans"/>
              <a:sym typeface="Fira Sans"/>
            </a:endParaRPr>
          </a:p>
        </p:txBody>
      </p:sp>
      <p:sp>
        <p:nvSpPr>
          <p:cNvPr id="739" name="Google Shape;739;p7"/>
          <p:cNvSpPr txBox="1"/>
          <p:nvPr/>
        </p:nvSpPr>
        <p:spPr>
          <a:xfrm>
            <a:off x="5214041" y="1277413"/>
            <a:ext cx="3336769" cy="496999"/>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chemeClr val="lt1"/>
              </a:buClr>
              <a:buSzPts val="1200"/>
              <a:buFont typeface="Noto Sans Symbols"/>
              <a:buChar char="✔"/>
            </a:pPr>
            <a:r>
              <a:rPr b="0" i="0" lang="en-NL" sz="1200" u="none" cap="none" strike="noStrike">
                <a:solidFill>
                  <a:schemeClr val="lt1"/>
                </a:solidFill>
                <a:latin typeface="Roboto"/>
                <a:ea typeface="Roboto"/>
                <a:cs typeface="Roboto"/>
                <a:sym typeface="Roboto"/>
              </a:rPr>
              <a:t>Flattened nested JSON structures using json_normalize()</a:t>
            </a:r>
            <a:endParaRPr b="0" i="0" sz="1200" u="none" cap="none" strike="noStrike">
              <a:solidFill>
                <a:schemeClr val="lt1"/>
              </a:solidFill>
              <a:latin typeface="Roboto"/>
              <a:ea typeface="Roboto"/>
              <a:cs typeface="Roboto"/>
              <a:sym typeface="Roboto"/>
            </a:endParaRPr>
          </a:p>
          <a:p>
            <a:pPr indent="0" lvl="2" marL="0" marR="0" rtl="0" algn="l">
              <a:lnSpc>
                <a:spcPct val="100000"/>
              </a:lnSpc>
              <a:spcBef>
                <a:spcPts val="0"/>
              </a:spcBef>
              <a:spcAft>
                <a:spcPts val="0"/>
              </a:spcAft>
              <a:buNone/>
            </a:pPr>
            <a:r>
              <a:t/>
            </a:r>
            <a:endParaRPr b="0" i="0" sz="1200" u="none" cap="none" strike="noStrike">
              <a:solidFill>
                <a:schemeClr val="lt1"/>
              </a:solidFill>
              <a:latin typeface="Roboto"/>
              <a:ea typeface="Roboto"/>
              <a:cs typeface="Roboto"/>
              <a:sym typeface="Roboto"/>
            </a:endParaRPr>
          </a:p>
        </p:txBody>
      </p:sp>
      <p:sp>
        <p:nvSpPr>
          <p:cNvPr id="740" name="Google Shape;740;p7"/>
          <p:cNvSpPr txBox="1"/>
          <p:nvPr/>
        </p:nvSpPr>
        <p:spPr>
          <a:xfrm>
            <a:off x="5214041" y="1079714"/>
            <a:ext cx="3336769" cy="197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b="1" i="0" lang="en-NL" sz="1400" u="none" cap="none" strike="noStrike">
                <a:solidFill>
                  <a:schemeClr val="lt1"/>
                </a:solidFill>
                <a:latin typeface="Fira Sans"/>
                <a:ea typeface="Fira Sans"/>
                <a:cs typeface="Fira Sans"/>
                <a:sym typeface="Fira Sans"/>
              </a:rPr>
              <a:t>Data Transformation &amp; Enrichment</a:t>
            </a:r>
            <a:endParaRPr b="1" i="0" sz="1400" u="none" cap="none" strike="noStrike">
              <a:solidFill>
                <a:schemeClr val="lt1"/>
              </a:solidFill>
              <a:latin typeface="Fira Sans"/>
              <a:ea typeface="Fira Sans"/>
              <a:cs typeface="Fira Sans"/>
              <a:sym typeface="Fira Sans"/>
            </a:endParaRPr>
          </a:p>
        </p:txBody>
      </p:sp>
      <p:grpSp>
        <p:nvGrpSpPr>
          <p:cNvPr id="741" name="Google Shape;741;p7"/>
          <p:cNvGrpSpPr/>
          <p:nvPr/>
        </p:nvGrpSpPr>
        <p:grpSpPr>
          <a:xfrm>
            <a:off x="3871750" y="2240200"/>
            <a:ext cx="1342291" cy="1195501"/>
            <a:chOff x="3871750" y="2240200"/>
            <a:chExt cx="1342291" cy="1195501"/>
          </a:xfrm>
        </p:grpSpPr>
        <p:sp>
          <p:nvSpPr>
            <p:cNvPr id="742" name="Google Shape;742;p7"/>
            <p:cNvSpPr/>
            <p:nvPr/>
          </p:nvSpPr>
          <p:spPr>
            <a:xfrm>
              <a:off x="4060524" y="3227916"/>
              <a:ext cx="118000" cy="123904"/>
            </a:xfrm>
            <a:custGeom>
              <a:rect b="b" l="l" r="r" t="t"/>
              <a:pathLst>
                <a:path extrusionOk="0" h="5813" w="5536">
                  <a:moveTo>
                    <a:pt x="2922" y="1"/>
                  </a:moveTo>
                  <a:lnTo>
                    <a:pt x="2614" y="32"/>
                  </a:lnTo>
                  <a:lnTo>
                    <a:pt x="2337" y="62"/>
                  </a:lnTo>
                  <a:lnTo>
                    <a:pt x="2061" y="155"/>
                  </a:lnTo>
                  <a:lnTo>
                    <a:pt x="1784" y="247"/>
                  </a:lnTo>
                  <a:lnTo>
                    <a:pt x="1538" y="370"/>
                  </a:lnTo>
                  <a:lnTo>
                    <a:pt x="1292" y="524"/>
                  </a:lnTo>
                  <a:lnTo>
                    <a:pt x="1077" y="677"/>
                  </a:lnTo>
                  <a:lnTo>
                    <a:pt x="861" y="862"/>
                  </a:lnTo>
                  <a:lnTo>
                    <a:pt x="677" y="1077"/>
                  </a:lnTo>
                  <a:lnTo>
                    <a:pt x="492" y="1292"/>
                  </a:lnTo>
                  <a:lnTo>
                    <a:pt x="369" y="1538"/>
                  </a:lnTo>
                  <a:lnTo>
                    <a:pt x="246" y="1784"/>
                  </a:lnTo>
                  <a:lnTo>
                    <a:pt x="154" y="2061"/>
                  </a:lnTo>
                  <a:lnTo>
                    <a:pt x="62" y="2338"/>
                  </a:lnTo>
                  <a:lnTo>
                    <a:pt x="31" y="2615"/>
                  </a:lnTo>
                  <a:lnTo>
                    <a:pt x="0" y="2922"/>
                  </a:lnTo>
                  <a:lnTo>
                    <a:pt x="31" y="3199"/>
                  </a:lnTo>
                  <a:lnTo>
                    <a:pt x="62" y="3506"/>
                  </a:lnTo>
                  <a:lnTo>
                    <a:pt x="154" y="3783"/>
                  </a:lnTo>
                  <a:lnTo>
                    <a:pt x="246" y="4029"/>
                  </a:lnTo>
                  <a:lnTo>
                    <a:pt x="369" y="4275"/>
                  </a:lnTo>
                  <a:lnTo>
                    <a:pt x="492" y="4521"/>
                  </a:lnTo>
                  <a:lnTo>
                    <a:pt x="677" y="4736"/>
                  </a:lnTo>
                  <a:lnTo>
                    <a:pt x="861" y="4951"/>
                  </a:lnTo>
                  <a:lnTo>
                    <a:pt x="1077" y="5136"/>
                  </a:lnTo>
                  <a:lnTo>
                    <a:pt x="1292" y="5320"/>
                  </a:lnTo>
                  <a:lnTo>
                    <a:pt x="1538" y="5443"/>
                  </a:lnTo>
                  <a:lnTo>
                    <a:pt x="1784" y="5566"/>
                  </a:lnTo>
                  <a:lnTo>
                    <a:pt x="2061" y="5689"/>
                  </a:lnTo>
                  <a:lnTo>
                    <a:pt x="2337" y="5751"/>
                  </a:lnTo>
                  <a:lnTo>
                    <a:pt x="2614" y="5782"/>
                  </a:lnTo>
                  <a:lnTo>
                    <a:pt x="2922" y="5812"/>
                  </a:lnTo>
                  <a:lnTo>
                    <a:pt x="3290" y="5782"/>
                  </a:lnTo>
                  <a:lnTo>
                    <a:pt x="3659" y="5689"/>
                  </a:lnTo>
                  <a:lnTo>
                    <a:pt x="4028" y="5597"/>
                  </a:lnTo>
                  <a:lnTo>
                    <a:pt x="4367" y="5413"/>
                  </a:lnTo>
                  <a:lnTo>
                    <a:pt x="4674" y="5197"/>
                  </a:lnTo>
                  <a:lnTo>
                    <a:pt x="4951" y="4951"/>
                  </a:lnTo>
                  <a:lnTo>
                    <a:pt x="5197" y="4675"/>
                  </a:lnTo>
                  <a:lnTo>
                    <a:pt x="5412" y="4367"/>
                  </a:lnTo>
                  <a:lnTo>
                    <a:pt x="5504" y="4183"/>
                  </a:lnTo>
                  <a:lnTo>
                    <a:pt x="5535" y="3998"/>
                  </a:lnTo>
                  <a:lnTo>
                    <a:pt x="5535" y="3844"/>
                  </a:lnTo>
                  <a:lnTo>
                    <a:pt x="5504" y="3660"/>
                  </a:lnTo>
                  <a:lnTo>
                    <a:pt x="5443" y="3506"/>
                  </a:lnTo>
                  <a:lnTo>
                    <a:pt x="5351" y="3353"/>
                  </a:lnTo>
                  <a:lnTo>
                    <a:pt x="5228" y="3199"/>
                  </a:lnTo>
                  <a:lnTo>
                    <a:pt x="5074" y="3107"/>
                  </a:lnTo>
                  <a:lnTo>
                    <a:pt x="4920" y="3014"/>
                  </a:lnTo>
                  <a:lnTo>
                    <a:pt x="4736" y="2984"/>
                  </a:lnTo>
                  <a:lnTo>
                    <a:pt x="4551" y="2984"/>
                  </a:lnTo>
                  <a:lnTo>
                    <a:pt x="4367" y="3014"/>
                  </a:lnTo>
                  <a:lnTo>
                    <a:pt x="4213" y="3076"/>
                  </a:lnTo>
                  <a:lnTo>
                    <a:pt x="4059" y="3168"/>
                  </a:lnTo>
                  <a:lnTo>
                    <a:pt x="3936" y="3291"/>
                  </a:lnTo>
                  <a:lnTo>
                    <a:pt x="3813" y="3445"/>
                  </a:lnTo>
                  <a:lnTo>
                    <a:pt x="3752" y="3537"/>
                  </a:lnTo>
                  <a:lnTo>
                    <a:pt x="3659" y="3660"/>
                  </a:lnTo>
                  <a:lnTo>
                    <a:pt x="3444" y="3814"/>
                  </a:lnTo>
                  <a:lnTo>
                    <a:pt x="3167" y="3937"/>
                  </a:lnTo>
                  <a:lnTo>
                    <a:pt x="3045" y="3937"/>
                  </a:lnTo>
                  <a:lnTo>
                    <a:pt x="2922" y="3967"/>
                  </a:lnTo>
                  <a:lnTo>
                    <a:pt x="2706" y="3937"/>
                  </a:lnTo>
                  <a:lnTo>
                    <a:pt x="2491" y="3875"/>
                  </a:lnTo>
                  <a:lnTo>
                    <a:pt x="2307" y="3783"/>
                  </a:lnTo>
                  <a:lnTo>
                    <a:pt x="2153" y="3660"/>
                  </a:lnTo>
                  <a:lnTo>
                    <a:pt x="2030" y="3506"/>
                  </a:lnTo>
                  <a:lnTo>
                    <a:pt x="1938" y="3322"/>
                  </a:lnTo>
                  <a:lnTo>
                    <a:pt x="1876" y="3107"/>
                  </a:lnTo>
                  <a:lnTo>
                    <a:pt x="1845" y="2922"/>
                  </a:lnTo>
                  <a:lnTo>
                    <a:pt x="1876" y="2707"/>
                  </a:lnTo>
                  <a:lnTo>
                    <a:pt x="1938" y="2492"/>
                  </a:lnTo>
                  <a:lnTo>
                    <a:pt x="2030" y="2338"/>
                  </a:lnTo>
                  <a:lnTo>
                    <a:pt x="2153" y="2153"/>
                  </a:lnTo>
                  <a:lnTo>
                    <a:pt x="2307" y="2030"/>
                  </a:lnTo>
                  <a:lnTo>
                    <a:pt x="2491" y="1938"/>
                  </a:lnTo>
                  <a:lnTo>
                    <a:pt x="2706" y="1877"/>
                  </a:lnTo>
                  <a:lnTo>
                    <a:pt x="2922" y="1846"/>
                  </a:lnTo>
                  <a:lnTo>
                    <a:pt x="3106" y="1846"/>
                  </a:lnTo>
                  <a:lnTo>
                    <a:pt x="3260" y="1784"/>
                  </a:lnTo>
                  <a:lnTo>
                    <a:pt x="3413" y="1692"/>
                  </a:lnTo>
                  <a:lnTo>
                    <a:pt x="3567" y="1600"/>
                  </a:lnTo>
                  <a:lnTo>
                    <a:pt x="3659" y="1446"/>
                  </a:lnTo>
                  <a:lnTo>
                    <a:pt x="3752" y="1292"/>
                  </a:lnTo>
                  <a:lnTo>
                    <a:pt x="3813" y="1139"/>
                  </a:lnTo>
                  <a:lnTo>
                    <a:pt x="3844" y="923"/>
                  </a:lnTo>
                  <a:lnTo>
                    <a:pt x="3813" y="739"/>
                  </a:lnTo>
                  <a:lnTo>
                    <a:pt x="3752" y="585"/>
                  </a:lnTo>
                  <a:lnTo>
                    <a:pt x="3659" y="431"/>
                  </a:lnTo>
                  <a:lnTo>
                    <a:pt x="3567" y="278"/>
                  </a:lnTo>
                  <a:lnTo>
                    <a:pt x="3413" y="185"/>
                  </a:lnTo>
                  <a:lnTo>
                    <a:pt x="3260" y="93"/>
                  </a:lnTo>
                  <a:lnTo>
                    <a:pt x="3106" y="32"/>
                  </a:lnTo>
                  <a:lnTo>
                    <a:pt x="2922"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7"/>
            <p:cNvSpPr/>
            <p:nvPr/>
          </p:nvSpPr>
          <p:spPr>
            <a:xfrm>
              <a:off x="3871750" y="2891700"/>
              <a:ext cx="1342291" cy="544001"/>
            </a:xfrm>
            <a:custGeom>
              <a:rect b="b" l="l" r="r" t="t"/>
              <a:pathLst>
                <a:path extrusionOk="0" h="25522" w="62974">
                  <a:moveTo>
                    <a:pt x="24569" y="13683"/>
                  </a:moveTo>
                  <a:lnTo>
                    <a:pt x="24815" y="13714"/>
                  </a:lnTo>
                  <a:lnTo>
                    <a:pt x="25061" y="13806"/>
                  </a:lnTo>
                  <a:lnTo>
                    <a:pt x="25245" y="13929"/>
                  </a:lnTo>
                  <a:lnTo>
                    <a:pt x="25430" y="14114"/>
                  </a:lnTo>
                  <a:lnTo>
                    <a:pt x="26690" y="15774"/>
                  </a:lnTo>
                  <a:lnTo>
                    <a:pt x="24323" y="15774"/>
                  </a:lnTo>
                  <a:lnTo>
                    <a:pt x="24108" y="15682"/>
                  </a:lnTo>
                  <a:lnTo>
                    <a:pt x="23923" y="15559"/>
                  </a:lnTo>
                  <a:lnTo>
                    <a:pt x="23739" y="15374"/>
                  </a:lnTo>
                  <a:lnTo>
                    <a:pt x="22478" y="13683"/>
                  </a:lnTo>
                  <a:close/>
                  <a:moveTo>
                    <a:pt x="31057" y="1845"/>
                  </a:moveTo>
                  <a:lnTo>
                    <a:pt x="31579" y="1876"/>
                  </a:lnTo>
                  <a:lnTo>
                    <a:pt x="32102" y="1937"/>
                  </a:lnTo>
                  <a:lnTo>
                    <a:pt x="32594" y="2029"/>
                  </a:lnTo>
                  <a:lnTo>
                    <a:pt x="33086" y="2152"/>
                  </a:lnTo>
                  <a:lnTo>
                    <a:pt x="33578" y="2337"/>
                  </a:lnTo>
                  <a:lnTo>
                    <a:pt x="34039" y="2521"/>
                  </a:lnTo>
                  <a:lnTo>
                    <a:pt x="34500" y="2767"/>
                  </a:lnTo>
                  <a:lnTo>
                    <a:pt x="34931" y="3013"/>
                  </a:lnTo>
                  <a:lnTo>
                    <a:pt x="42249" y="7902"/>
                  </a:lnTo>
                  <a:lnTo>
                    <a:pt x="26537" y="7902"/>
                  </a:lnTo>
                  <a:lnTo>
                    <a:pt x="26352" y="7933"/>
                  </a:lnTo>
                  <a:lnTo>
                    <a:pt x="26198" y="7964"/>
                  </a:lnTo>
                  <a:lnTo>
                    <a:pt x="26045" y="8056"/>
                  </a:lnTo>
                  <a:lnTo>
                    <a:pt x="25891" y="8179"/>
                  </a:lnTo>
                  <a:lnTo>
                    <a:pt x="25799" y="8302"/>
                  </a:lnTo>
                  <a:lnTo>
                    <a:pt x="25706" y="8456"/>
                  </a:lnTo>
                  <a:lnTo>
                    <a:pt x="25645" y="8640"/>
                  </a:lnTo>
                  <a:lnTo>
                    <a:pt x="25614" y="8825"/>
                  </a:lnTo>
                  <a:lnTo>
                    <a:pt x="25645" y="9009"/>
                  </a:lnTo>
                  <a:lnTo>
                    <a:pt x="25706" y="9194"/>
                  </a:lnTo>
                  <a:lnTo>
                    <a:pt x="25799" y="9348"/>
                  </a:lnTo>
                  <a:lnTo>
                    <a:pt x="25891" y="9471"/>
                  </a:lnTo>
                  <a:lnTo>
                    <a:pt x="26045" y="9594"/>
                  </a:lnTo>
                  <a:lnTo>
                    <a:pt x="26198" y="9686"/>
                  </a:lnTo>
                  <a:lnTo>
                    <a:pt x="26352" y="9717"/>
                  </a:lnTo>
                  <a:lnTo>
                    <a:pt x="26537" y="9747"/>
                  </a:lnTo>
                  <a:lnTo>
                    <a:pt x="47507" y="9747"/>
                  </a:lnTo>
                  <a:lnTo>
                    <a:pt x="48675" y="9778"/>
                  </a:lnTo>
                  <a:lnTo>
                    <a:pt x="49782" y="9840"/>
                  </a:lnTo>
                  <a:lnTo>
                    <a:pt x="50859" y="9901"/>
                  </a:lnTo>
                  <a:lnTo>
                    <a:pt x="52765" y="10055"/>
                  </a:lnTo>
                  <a:lnTo>
                    <a:pt x="54425" y="10270"/>
                  </a:lnTo>
                  <a:lnTo>
                    <a:pt x="55901" y="10485"/>
                  </a:lnTo>
                  <a:lnTo>
                    <a:pt x="57131" y="10762"/>
                  </a:lnTo>
                  <a:lnTo>
                    <a:pt x="58177" y="11039"/>
                  </a:lnTo>
                  <a:lnTo>
                    <a:pt x="59068" y="11315"/>
                  </a:lnTo>
                  <a:lnTo>
                    <a:pt x="59284" y="11377"/>
                  </a:lnTo>
                  <a:lnTo>
                    <a:pt x="59499" y="11500"/>
                  </a:lnTo>
                  <a:lnTo>
                    <a:pt x="59714" y="11623"/>
                  </a:lnTo>
                  <a:lnTo>
                    <a:pt x="59898" y="11746"/>
                  </a:lnTo>
                  <a:lnTo>
                    <a:pt x="60267" y="12053"/>
                  </a:lnTo>
                  <a:lnTo>
                    <a:pt x="60544" y="12422"/>
                  </a:lnTo>
                  <a:lnTo>
                    <a:pt x="60790" y="12822"/>
                  </a:lnTo>
                  <a:lnTo>
                    <a:pt x="60975" y="13253"/>
                  </a:lnTo>
                  <a:lnTo>
                    <a:pt x="61036" y="13468"/>
                  </a:lnTo>
                  <a:lnTo>
                    <a:pt x="61098" y="13683"/>
                  </a:lnTo>
                  <a:lnTo>
                    <a:pt x="61098" y="13929"/>
                  </a:lnTo>
                  <a:lnTo>
                    <a:pt x="61128" y="14175"/>
                  </a:lnTo>
                  <a:lnTo>
                    <a:pt x="61128" y="17096"/>
                  </a:lnTo>
                  <a:lnTo>
                    <a:pt x="61098" y="17281"/>
                  </a:lnTo>
                  <a:lnTo>
                    <a:pt x="61067" y="17465"/>
                  </a:lnTo>
                  <a:lnTo>
                    <a:pt x="61005" y="17619"/>
                  </a:lnTo>
                  <a:lnTo>
                    <a:pt x="60882" y="17773"/>
                  </a:lnTo>
                  <a:lnTo>
                    <a:pt x="60759" y="17896"/>
                  </a:lnTo>
                  <a:lnTo>
                    <a:pt x="60636" y="17988"/>
                  </a:lnTo>
                  <a:lnTo>
                    <a:pt x="60483" y="18080"/>
                  </a:lnTo>
                  <a:lnTo>
                    <a:pt x="60298" y="18111"/>
                  </a:lnTo>
                  <a:lnTo>
                    <a:pt x="59991" y="18203"/>
                  </a:lnTo>
                  <a:lnTo>
                    <a:pt x="59898" y="17527"/>
                  </a:lnTo>
                  <a:lnTo>
                    <a:pt x="59776" y="16912"/>
                  </a:lnTo>
                  <a:lnTo>
                    <a:pt x="59591" y="16297"/>
                  </a:lnTo>
                  <a:lnTo>
                    <a:pt x="59314" y="15712"/>
                  </a:lnTo>
                  <a:lnTo>
                    <a:pt x="59038" y="15159"/>
                  </a:lnTo>
                  <a:lnTo>
                    <a:pt x="58669" y="14636"/>
                  </a:lnTo>
                  <a:lnTo>
                    <a:pt x="58269" y="14144"/>
                  </a:lnTo>
                  <a:lnTo>
                    <a:pt x="57838" y="13683"/>
                  </a:lnTo>
                  <a:lnTo>
                    <a:pt x="57346" y="13283"/>
                  </a:lnTo>
                  <a:lnTo>
                    <a:pt x="56854" y="12914"/>
                  </a:lnTo>
                  <a:lnTo>
                    <a:pt x="56301" y="12607"/>
                  </a:lnTo>
                  <a:lnTo>
                    <a:pt x="55717" y="12330"/>
                  </a:lnTo>
                  <a:lnTo>
                    <a:pt x="55133" y="12115"/>
                  </a:lnTo>
                  <a:lnTo>
                    <a:pt x="54487" y="11961"/>
                  </a:lnTo>
                  <a:lnTo>
                    <a:pt x="53841" y="11869"/>
                  </a:lnTo>
                  <a:lnTo>
                    <a:pt x="53165" y="11838"/>
                  </a:lnTo>
                  <a:lnTo>
                    <a:pt x="52673" y="11869"/>
                  </a:lnTo>
                  <a:lnTo>
                    <a:pt x="52150" y="11930"/>
                  </a:lnTo>
                  <a:lnTo>
                    <a:pt x="51689" y="12023"/>
                  </a:lnTo>
                  <a:lnTo>
                    <a:pt x="51197" y="12146"/>
                  </a:lnTo>
                  <a:lnTo>
                    <a:pt x="50736" y="12299"/>
                  </a:lnTo>
                  <a:lnTo>
                    <a:pt x="50305" y="12484"/>
                  </a:lnTo>
                  <a:lnTo>
                    <a:pt x="49875" y="12699"/>
                  </a:lnTo>
                  <a:lnTo>
                    <a:pt x="49444" y="12945"/>
                  </a:lnTo>
                  <a:lnTo>
                    <a:pt x="49075" y="13222"/>
                  </a:lnTo>
                  <a:lnTo>
                    <a:pt x="48706" y="13529"/>
                  </a:lnTo>
                  <a:lnTo>
                    <a:pt x="48337" y="13837"/>
                  </a:lnTo>
                  <a:lnTo>
                    <a:pt x="48030" y="14206"/>
                  </a:lnTo>
                  <a:lnTo>
                    <a:pt x="47722" y="14575"/>
                  </a:lnTo>
                  <a:lnTo>
                    <a:pt x="47445" y="14944"/>
                  </a:lnTo>
                  <a:lnTo>
                    <a:pt x="47199" y="15374"/>
                  </a:lnTo>
                  <a:lnTo>
                    <a:pt x="46984" y="15774"/>
                  </a:lnTo>
                  <a:lnTo>
                    <a:pt x="28997" y="15774"/>
                  </a:lnTo>
                  <a:lnTo>
                    <a:pt x="26906" y="13007"/>
                  </a:lnTo>
                  <a:lnTo>
                    <a:pt x="26690" y="12730"/>
                  </a:lnTo>
                  <a:lnTo>
                    <a:pt x="26444" y="12515"/>
                  </a:lnTo>
                  <a:lnTo>
                    <a:pt x="26168" y="12330"/>
                  </a:lnTo>
                  <a:lnTo>
                    <a:pt x="25860" y="12146"/>
                  </a:lnTo>
                  <a:lnTo>
                    <a:pt x="25553" y="12023"/>
                  </a:lnTo>
                  <a:lnTo>
                    <a:pt x="25245" y="11930"/>
                  </a:lnTo>
                  <a:lnTo>
                    <a:pt x="24907" y="11869"/>
                  </a:lnTo>
                  <a:lnTo>
                    <a:pt x="24569" y="11838"/>
                  </a:lnTo>
                  <a:lnTo>
                    <a:pt x="20633" y="11838"/>
                  </a:lnTo>
                  <a:lnTo>
                    <a:pt x="20387" y="11869"/>
                  </a:lnTo>
                  <a:lnTo>
                    <a:pt x="20141" y="11992"/>
                  </a:lnTo>
                  <a:lnTo>
                    <a:pt x="19957" y="12146"/>
                  </a:lnTo>
                  <a:lnTo>
                    <a:pt x="19803" y="12361"/>
                  </a:lnTo>
                  <a:lnTo>
                    <a:pt x="19741" y="12607"/>
                  </a:lnTo>
                  <a:lnTo>
                    <a:pt x="19711" y="12853"/>
                  </a:lnTo>
                  <a:lnTo>
                    <a:pt x="19772" y="13099"/>
                  </a:lnTo>
                  <a:lnTo>
                    <a:pt x="19895" y="13314"/>
                  </a:lnTo>
                  <a:lnTo>
                    <a:pt x="22263" y="16481"/>
                  </a:lnTo>
                  <a:lnTo>
                    <a:pt x="22478" y="16727"/>
                  </a:lnTo>
                  <a:lnTo>
                    <a:pt x="22724" y="16973"/>
                  </a:lnTo>
                  <a:lnTo>
                    <a:pt x="23001" y="17158"/>
                  </a:lnTo>
                  <a:lnTo>
                    <a:pt x="23277" y="17311"/>
                  </a:lnTo>
                  <a:lnTo>
                    <a:pt x="23585" y="17465"/>
                  </a:lnTo>
                  <a:lnTo>
                    <a:pt x="23923" y="17557"/>
                  </a:lnTo>
                  <a:lnTo>
                    <a:pt x="24231" y="17619"/>
                  </a:lnTo>
                  <a:lnTo>
                    <a:pt x="46400" y="17619"/>
                  </a:lnTo>
                  <a:lnTo>
                    <a:pt x="46369" y="18142"/>
                  </a:lnTo>
                  <a:lnTo>
                    <a:pt x="46339" y="18695"/>
                  </a:lnTo>
                  <a:lnTo>
                    <a:pt x="46369" y="19218"/>
                  </a:lnTo>
                  <a:lnTo>
                    <a:pt x="46400" y="19740"/>
                  </a:lnTo>
                  <a:lnTo>
                    <a:pt x="18511" y="19740"/>
                  </a:lnTo>
                  <a:lnTo>
                    <a:pt x="18573" y="19218"/>
                  </a:lnTo>
                  <a:lnTo>
                    <a:pt x="18604" y="18695"/>
                  </a:lnTo>
                  <a:lnTo>
                    <a:pt x="18573" y="17988"/>
                  </a:lnTo>
                  <a:lnTo>
                    <a:pt x="18450" y="17311"/>
                  </a:lnTo>
                  <a:lnTo>
                    <a:pt x="18296" y="16666"/>
                  </a:lnTo>
                  <a:lnTo>
                    <a:pt x="18050" y="16020"/>
                  </a:lnTo>
                  <a:lnTo>
                    <a:pt x="17773" y="15436"/>
                  </a:lnTo>
                  <a:lnTo>
                    <a:pt x="17435" y="14851"/>
                  </a:lnTo>
                  <a:lnTo>
                    <a:pt x="17035" y="14329"/>
                  </a:lnTo>
                  <a:lnTo>
                    <a:pt x="16605" y="13837"/>
                  </a:lnTo>
                  <a:lnTo>
                    <a:pt x="16113" y="13406"/>
                  </a:lnTo>
                  <a:lnTo>
                    <a:pt x="15590" y="13007"/>
                  </a:lnTo>
                  <a:lnTo>
                    <a:pt x="15006" y="12668"/>
                  </a:lnTo>
                  <a:lnTo>
                    <a:pt x="14422" y="12392"/>
                  </a:lnTo>
                  <a:lnTo>
                    <a:pt x="13807" y="12146"/>
                  </a:lnTo>
                  <a:lnTo>
                    <a:pt x="13130" y="11992"/>
                  </a:lnTo>
                  <a:lnTo>
                    <a:pt x="12454" y="11869"/>
                  </a:lnTo>
                  <a:lnTo>
                    <a:pt x="11778" y="11838"/>
                  </a:lnTo>
                  <a:lnTo>
                    <a:pt x="11193" y="11869"/>
                  </a:lnTo>
                  <a:lnTo>
                    <a:pt x="10640" y="11930"/>
                  </a:lnTo>
                  <a:lnTo>
                    <a:pt x="10117" y="12053"/>
                  </a:lnTo>
                  <a:lnTo>
                    <a:pt x="9594" y="12207"/>
                  </a:lnTo>
                  <a:lnTo>
                    <a:pt x="9072" y="12392"/>
                  </a:lnTo>
                  <a:lnTo>
                    <a:pt x="8610" y="12607"/>
                  </a:lnTo>
                  <a:lnTo>
                    <a:pt x="8149" y="12884"/>
                  </a:lnTo>
                  <a:lnTo>
                    <a:pt x="7719" y="13191"/>
                  </a:lnTo>
                  <a:lnTo>
                    <a:pt x="7288" y="13529"/>
                  </a:lnTo>
                  <a:lnTo>
                    <a:pt x="6919" y="13868"/>
                  </a:lnTo>
                  <a:lnTo>
                    <a:pt x="6550" y="14267"/>
                  </a:lnTo>
                  <a:lnTo>
                    <a:pt x="6212" y="14698"/>
                  </a:lnTo>
                  <a:lnTo>
                    <a:pt x="5935" y="15128"/>
                  </a:lnTo>
                  <a:lnTo>
                    <a:pt x="5659" y="15589"/>
                  </a:lnTo>
                  <a:lnTo>
                    <a:pt x="5443" y="16081"/>
                  </a:lnTo>
                  <a:lnTo>
                    <a:pt x="5259" y="16573"/>
                  </a:lnTo>
                  <a:lnTo>
                    <a:pt x="3076" y="15651"/>
                  </a:lnTo>
                  <a:lnTo>
                    <a:pt x="2799" y="15497"/>
                  </a:lnTo>
                  <a:lnTo>
                    <a:pt x="2553" y="15343"/>
                  </a:lnTo>
                  <a:lnTo>
                    <a:pt x="2369" y="15128"/>
                  </a:lnTo>
                  <a:lnTo>
                    <a:pt x="2184" y="14882"/>
                  </a:lnTo>
                  <a:lnTo>
                    <a:pt x="2030" y="14636"/>
                  </a:lnTo>
                  <a:lnTo>
                    <a:pt x="1938" y="14360"/>
                  </a:lnTo>
                  <a:lnTo>
                    <a:pt x="1877" y="14083"/>
                  </a:lnTo>
                  <a:lnTo>
                    <a:pt x="1846" y="13775"/>
                  </a:lnTo>
                  <a:lnTo>
                    <a:pt x="1846" y="8517"/>
                  </a:lnTo>
                  <a:lnTo>
                    <a:pt x="1846" y="8333"/>
                  </a:lnTo>
                  <a:lnTo>
                    <a:pt x="1907" y="8148"/>
                  </a:lnTo>
                  <a:lnTo>
                    <a:pt x="1969" y="7995"/>
                  </a:lnTo>
                  <a:lnTo>
                    <a:pt x="2092" y="7841"/>
                  </a:lnTo>
                  <a:lnTo>
                    <a:pt x="2215" y="7718"/>
                  </a:lnTo>
                  <a:lnTo>
                    <a:pt x="2369" y="7626"/>
                  </a:lnTo>
                  <a:lnTo>
                    <a:pt x="2522" y="7533"/>
                  </a:lnTo>
                  <a:lnTo>
                    <a:pt x="2707" y="7472"/>
                  </a:lnTo>
                  <a:lnTo>
                    <a:pt x="6089" y="6918"/>
                  </a:lnTo>
                  <a:lnTo>
                    <a:pt x="6581" y="6826"/>
                  </a:lnTo>
                  <a:lnTo>
                    <a:pt x="7073" y="6703"/>
                  </a:lnTo>
                  <a:lnTo>
                    <a:pt x="7565" y="6519"/>
                  </a:lnTo>
                  <a:lnTo>
                    <a:pt x="8026" y="6334"/>
                  </a:lnTo>
                  <a:lnTo>
                    <a:pt x="15713" y="2829"/>
                  </a:lnTo>
                  <a:lnTo>
                    <a:pt x="16267" y="2614"/>
                  </a:lnTo>
                  <a:lnTo>
                    <a:pt x="16820" y="2398"/>
                  </a:lnTo>
                  <a:lnTo>
                    <a:pt x="17374" y="2245"/>
                  </a:lnTo>
                  <a:lnTo>
                    <a:pt x="17927" y="2091"/>
                  </a:lnTo>
                  <a:lnTo>
                    <a:pt x="18511" y="1999"/>
                  </a:lnTo>
                  <a:lnTo>
                    <a:pt x="19065" y="1906"/>
                  </a:lnTo>
                  <a:lnTo>
                    <a:pt x="19649" y="1876"/>
                  </a:lnTo>
                  <a:lnTo>
                    <a:pt x="20233" y="1845"/>
                  </a:lnTo>
                  <a:lnTo>
                    <a:pt x="20787" y="1845"/>
                  </a:lnTo>
                  <a:lnTo>
                    <a:pt x="18604" y="4059"/>
                  </a:lnTo>
                  <a:lnTo>
                    <a:pt x="18419" y="4274"/>
                  </a:lnTo>
                  <a:lnTo>
                    <a:pt x="18265" y="4459"/>
                  </a:lnTo>
                  <a:lnTo>
                    <a:pt x="18142" y="4674"/>
                  </a:lnTo>
                  <a:lnTo>
                    <a:pt x="18019" y="4889"/>
                  </a:lnTo>
                  <a:lnTo>
                    <a:pt x="17927" y="5104"/>
                  </a:lnTo>
                  <a:lnTo>
                    <a:pt x="17835" y="5350"/>
                  </a:lnTo>
                  <a:lnTo>
                    <a:pt x="17804" y="5596"/>
                  </a:lnTo>
                  <a:lnTo>
                    <a:pt x="17743" y="5842"/>
                  </a:lnTo>
                  <a:lnTo>
                    <a:pt x="17743" y="6088"/>
                  </a:lnTo>
                  <a:lnTo>
                    <a:pt x="17743" y="6334"/>
                  </a:lnTo>
                  <a:lnTo>
                    <a:pt x="17773" y="6549"/>
                  </a:lnTo>
                  <a:lnTo>
                    <a:pt x="17835" y="6795"/>
                  </a:lnTo>
                  <a:lnTo>
                    <a:pt x="17896" y="7041"/>
                  </a:lnTo>
                  <a:lnTo>
                    <a:pt x="17989" y="7287"/>
                  </a:lnTo>
                  <a:lnTo>
                    <a:pt x="18081" y="7503"/>
                  </a:lnTo>
                  <a:lnTo>
                    <a:pt x="18235" y="7718"/>
                  </a:lnTo>
                  <a:lnTo>
                    <a:pt x="18727" y="8456"/>
                  </a:lnTo>
                  <a:lnTo>
                    <a:pt x="18942" y="8733"/>
                  </a:lnTo>
                  <a:lnTo>
                    <a:pt x="19188" y="9009"/>
                  </a:lnTo>
                  <a:lnTo>
                    <a:pt x="19465" y="9225"/>
                  </a:lnTo>
                  <a:lnTo>
                    <a:pt x="19772" y="9409"/>
                  </a:lnTo>
                  <a:lnTo>
                    <a:pt x="20080" y="9563"/>
                  </a:lnTo>
                  <a:lnTo>
                    <a:pt x="20418" y="9655"/>
                  </a:lnTo>
                  <a:lnTo>
                    <a:pt x="20756" y="9717"/>
                  </a:lnTo>
                  <a:lnTo>
                    <a:pt x="21125" y="9747"/>
                  </a:lnTo>
                  <a:lnTo>
                    <a:pt x="22601" y="9747"/>
                  </a:lnTo>
                  <a:lnTo>
                    <a:pt x="22785" y="9717"/>
                  </a:lnTo>
                  <a:lnTo>
                    <a:pt x="22970" y="9686"/>
                  </a:lnTo>
                  <a:lnTo>
                    <a:pt x="23124" y="9594"/>
                  </a:lnTo>
                  <a:lnTo>
                    <a:pt x="23247" y="9471"/>
                  </a:lnTo>
                  <a:lnTo>
                    <a:pt x="23370" y="9348"/>
                  </a:lnTo>
                  <a:lnTo>
                    <a:pt x="23462" y="9194"/>
                  </a:lnTo>
                  <a:lnTo>
                    <a:pt x="23523" y="9009"/>
                  </a:lnTo>
                  <a:lnTo>
                    <a:pt x="23523" y="8825"/>
                  </a:lnTo>
                  <a:lnTo>
                    <a:pt x="23523" y="8640"/>
                  </a:lnTo>
                  <a:lnTo>
                    <a:pt x="23462" y="8456"/>
                  </a:lnTo>
                  <a:lnTo>
                    <a:pt x="23370" y="8302"/>
                  </a:lnTo>
                  <a:lnTo>
                    <a:pt x="23247" y="8179"/>
                  </a:lnTo>
                  <a:lnTo>
                    <a:pt x="23124" y="8056"/>
                  </a:lnTo>
                  <a:lnTo>
                    <a:pt x="22970" y="7964"/>
                  </a:lnTo>
                  <a:lnTo>
                    <a:pt x="22785" y="7933"/>
                  </a:lnTo>
                  <a:lnTo>
                    <a:pt x="22601" y="7902"/>
                  </a:lnTo>
                  <a:lnTo>
                    <a:pt x="21125" y="7902"/>
                  </a:lnTo>
                  <a:lnTo>
                    <a:pt x="20879" y="7872"/>
                  </a:lnTo>
                  <a:lnTo>
                    <a:pt x="20633" y="7779"/>
                  </a:lnTo>
                  <a:lnTo>
                    <a:pt x="20418" y="7626"/>
                  </a:lnTo>
                  <a:lnTo>
                    <a:pt x="20264" y="7441"/>
                  </a:lnTo>
                  <a:lnTo>
                    <a:pt x="19772" y="6703"/>
                  </a:lnTo>
                  <a:lnTo>
                    <a:pt x="19680" y="6549"/>
                  </a:lnTo>
                  <a:lnTo>
                    <a:pt x="19618" y="6365"/>
                  </a:lnTo>
                  <a:lnTo>
                    <a:pt x="19588" y="6180"/>
                  </a:lnTo>
                  <a:lnTo>
                    <a:pt x="19588" y="6027"/>
                  </a:lnTo>
                  <a:lnTo>
                    <a:pt x="19618" y="5842"/>
                  </a:lnTo>
                  <a:lnTo>
                    <a:pt x="19680" y="5658"/>
                  </a:lnTo>
                  <a:lnTo>
                    <a:pt x="19772" y="5504"/>
                  </a:lnTo>
                  <a:lnTo>
                    <a:pt x="19895" y="5381"/>
                  </a:lnTo>
                  <a:lnTo>
                    <a:pt x="22539" y="2737"/>
                  </a:lnTo>
                  <a:lnTo>
                    <a:pt x="22755" y="2552"/>
                  </a:lnTo>
                  <a:lnTo>
                    <a:pt x="23001" y="2368"/>
                  </a:lnTo>
                  <a:lnTo>
                    <a:pt x="23247" y="2214"/>
                  </a:lnTo>
                  <a:lnTo>
                    <a:pt x="23493" y="2091"/>
                  </a:lnTo>
                  <a:lnTo>
                    <a:pt x="23769" y="1999"/>
                  </a:lnTo>
                  <a:lnTo>
                    <a:pt x="24077" y="1906"/>
                  </a:lnTo>
                  <a:lnTo>
                    <a:pt x="24354" y="1876"/>
                  </a:lnTo>
                  <a:lnTo>
                    <a:pt x="24661" y="1845"/>
                  </a:lnTo>
                  <a:close/>
                  <a:moveTo>
                    <a:pt x="11778" y="13683"/>
                  </a:moveTo>
                  <a:lnTo>
                    <a:pt x="12269" y="13714"/>
                  </a:lnTo>
                  <a:lnTo>
                    <a:pt x="12761" y="13806"/>
                  </a:lnTo>
                  <a:lnTo>
                    <a:pt x="13253" y="13929"/>
                  </a:lnTo>
                  <a:lnTo>
                    <a:pt x="13715" y="14083"/>
                  </a:lnTo>
                  <a:lnTo>
                    <a:pt x="14145" y="14298"/>
                  </a:lnTo>
                  <a:lnTo>
                    <a:pt x="14545" y="14544"/>
                  </a:lnTo>
                  <a:lnTo>
                    <a:pt x="14945" y="14821"/>
                  </a:lnTo>
                  <a:lnTo>
                    <a:pt x="15283" y="15159"/>
                  </a:lnTo>
                  <a:lnTo>
                    <a:pt x="15621" y="15497"/>
                  </a:lnTo>
                  <a:lnTo>
                    <a:pt x="15898" y="15897"/>
                  </a:lnTo>
                  <a:lnTo>
                    <a:pt x="16144" y="16297"/>
                  </a:lnTo>
                  <a:lnTo>
                    <a:pt x="16359" y="16727"/>
                  </a:lnTo>
                  <a:lnTo>
                    <a:pt x="16543" y="17188"/>
                  </a:lnTo>
                  <a:lnTo>
                    <a:pt x="16666" y="17680"/>
                  </a:lnTo>
                  <a:lnTo>
                    <a:pt x="16728" y="18172"/>
                  </a:lnTo>
                  <a:lnTo>
                    <a:pt x="16759" y="18695"/>
                  </a:lnTo>
                  <a:lnTo>
                    <a:pt x="16728" y="19187"/>
                  </a:lnTo>
                  <a:lnTo>
                    <a:pt x="16666" y="19679"/>
                  </a:lnTo>
                  <a:lnTo>
                    <a:pt x="16543" y="20171"/>
                  </a:lnTo>
                  <a:lnTo>
                    <a:pt x="16359" y="20632"/>
                  </a:lnTo>
                  <a:lnTo>
                    <a:pt x="16144" y="21063"/>
                  </a:lnTo>
                  <a:lnTo>
                    <a:pt x="15898" y="21462"/>
                  </a:lnTo>
                  <a:lnTo>
                    <a:pt x="15621" y="21862"/>
                  </a:lnTo>
                  <a:lnTo>
                    <a:pt x="15283" y="22200"/>
                  </a:lnTo>
                  <a:lnTo>
                    <a:pt x="14945" y="22539"/>
                  </a:lnTo>
                  <a:lnTo>
                    <a:pt x="14545" y="22815"/>
                  </a:lnTo>
                  <a:lnTo>
                    <a:pt x="14145" y="23061"/>
                  </a:lnTo>
                  <a:lnTo>
                    <a:pt x="13715" y="23277"/>
                  </a:lnTo>
                  <a:lnTo>
                    <a:pt x="13253" y="23461"/>
                  </a:lnTo>
                  <a:lnTo>
                    <a:pt x="12761" y="23584"/>
                  </a:lnTo>
                  <a:lnTo>
                    <a:pt x="12269" y="23646"/>
                  </a:lnTo>
                  <a:lnTo>
                    <a:pt x="11778" y="23676"/>
                  </a:lnTo>
                  <a:lnTo>
                    <a:pt x="11255" y="23646"/>
                  </a:lnTo>
                  <a:lnTo>
                    <a:pt x="10763" y="23584"/>
                  </a:lnTo>
                  <a:lnTo>
                    <a:pt x="10271" y="23461"/>
                  </a:lnTo>
                  <a:lnTo>
                    <a:pt x="9810" y="23277"/>
                  </a:lnTo>
                  <a:lnTo>
                    <a:pt x="9379" y="23061"/>
                  </a:lnTo>
                  <a:lnTo>
                    <a:pt x="8979" y="22815"/>
                  </a:lnTo>
                  <a:lnTo>
                    <a:pt x="8580" y="22539"/>
                  </a:lnTo>
                  <a:lnTo>
                    <a:pt x="8241" y="22200"/>
                  </a:lnTo>
                  <a:lnTo>
                    <a:pt x="7903" y="21862"/>
                  </a:lnTo>
                  <a:lnTo>
                    <a:pt x="7627" y="21462"/>
                  </a:lnTo>
                  <a:lnTo>
                    <a:pt x="7381" y="21063"/>
                  </a:lnTo>
                  <a:lnTo>
                    <a:pt x="7165" y="20632"/>
                  </a:lnTo>
                  <a:lnTo>
                    <a:pt x="6981" y="20171"/>
                  </a:lnTo>
                  <a:lnTo>
                    <a:pt x="6858" y="19679"/>
                  </a:lnTo>
                  <a:lnTo>
                    <a:pt x="6796" y="19187"/>
                  </a:lnTo>
                  <a:lnTo>
                    <a:pt x="6766" y="18695"/>
                  </a:lnTo>
                  <a:lnTo>
                    <a:pt x="6796" y="18172"/>
                  </a:lnTo>
                  <a:lnTo>
                    <a:pt x="6858" y="17680"/>
                  </a:lnTo>
                  <a:lnTo>
                    <a:pt x="6981" y="17188"/>
                  </a:lnTo>
                  <a:lnTo>
                    <a:pt x="7165" y="16727"/>
                  </a:lnTo>
                  <a:lnTo>
                    <a:pt x="7381" y="16297"/>
                  </a:lnTo>
                  <a:lnTo>
                    <a:pt x="7627" y="15897"/>
                  </a:lnTo>
                  <a:lnTo>
                    <a:pt x="7903" y="15497"/>
                  </a:lnTo>
                  <a:lnTo>
                    <a:pt x="8241" y="15159"/>
                  </a:lnTo>
                  <a:lnTo>
                    <a:pt x="8580" y="14821"/>
                  </a:lnTo>
                  <a:lnTo>
                    <a:pt x="8979" y="14544"/>
                  </a:lnTo>
                  <a:lnTo>
                    <a:pt x="9379" y="14298"/>
                  </a:lnTo>
                  <a:lnTo>
                    <a:pt x="9810" y="14083"/>
                  </a:lnTo>
                  <a:lnTo>
                    <a:pt x="10271" y="13929"/>
                  </a:lnTo>
                  <a:lnTo>
                    <a:pt x="10763" y="13806"/>
                  </a:lnTo>
                  <a:lnTo>
                    <a:pt x="11255" y="13714"/>
                  </a:lnTo>
                  <a:lnTo>
                    <a:pt x="11778" y="13683"/>
                  </a:lnTo>
                  <a:close/>
                  <a:moveTo>
                    <a:pt x="53165" y="13683"/>
                  </a:moveTo>
                  <a:lnTo>
                    <a:pt x="53687" y="13714"/>
                  </a:lnTo>
                  <a:lnTo>
                    <a:pt x="54179" y="13806"/>
                  </a:lnTo>
                  <a:lnTo>
                    <a:pt x="54641" y="13929"/>
                  </a:lnTo>
                  <a:lnTo>
                    <a:pt x="55102" y="14083"/>
                  </a:lnTo>
                  <a:lnTo>
                    <a:pt x="55563" y="14298"/>
                  </a:lnTo>
                  <a:lnTo>
                    <a:pt x="55963" y="14544"/>
                  </a:lnTo>
                  <a:lnTo>
                    <a:pt x="56332" y="14821"/>
                  </a:lnTo>
                  <a:lnTo>
                    <a:pt x="56701" y="15159"/>
                  </a:lnTo>
                  <a:lnTo>
                    <a:pt x="57008" y="15497"/>
                  </a:lnTo>
                  <a:lnTo>
                    <a:pt x="57316" y="15897"/>
                  </a:lnTo>
                  <a:lnTo>
                    <a:pt x="57562" y="16297"/>
                  </a:lnTo>
                  <a:lnTo>
                    <a:pt x="57777" y="16727"/>
                  </a:lnTo>
                  <a:lnTo>
                    <a:pt x="57931" y="17188"/>
                  </a:lnTo>
                  <a:lnTo>
                    <a:pt x="58054" y="17680"/>
                  </a:lnTo>
                  <a:lnTo>
                    <a:pt x="58146" y="18172"/>
                  </a:lnTo>
                  <a:lnTo>
                    <a:pt x="58177" y="18695"/>
                  </a:lnTo>
                  <a:lnTo>
                    <a:pt x="58146" y="19187"/>
                  </a:lnTo>
                  <a:lnTo>
                    <a:pt x="58054" y="19679"/>
                  </a:lnTo>
                  <a:lnTo>
                    <a:pt x="57931" y="20171"/>
                  </a:lnTo>
                  <a:lnTo>
                    <a:pt x="57777" y="20632"/>
                  </a:lnTo>
                  <a:lnTo>
                    <a:pt x="57562" y="21063"/>
                  </a:lnTo>
                  <a:lnTo>
                    <a:pt x="57316" y="21462"/>
                  </a:lnTo>
                  <a:lnTo>
                    <a:pt x="57008" y="21862"/>
                  </a:lnTo>
                  <a:lnTo>
                    <a:pt x="56701" y="22200"/>
                  </a:lnTo>
                  <a:lnTo>
                    <a:pt x="56332" y="22539"/>
                  </a:lnTo>
                  <a:lnTo>
                    <a:pt x="55963" y="22815"/>
                  </a:lnTo>
                  <a:lnTo>
                    <a:pt x="55563" y="23061"/>
                  </a:lnTo>
                  <a:lnTo>
                    <a:pt x="55102" y="23277"/>
                  </a:lnTo>
                  <a:lnTo>
                    <a:pt x="54641" y="23461"/>
                  </a:lnTo>
                  <a:lnTo>
                    <a:pt x="54179" y="23584"/>
                  </a:lnTo>
                  <a:lnTo>
                    <a:pt x="53687" y="23646"/>
                  </a:lnTo>
                  <a:lnTo>
                    <a:pt x="53165" y="23676"/>
                  </a:lnTo>
                  <a:lnTo>
                    <a:pt x="52673" y="23646"/>
                  </a:lnTo>
                  <a:lnTo>
                    <a:pt x="52181" y="23584"/>
                  </a:lnTo>
                  <a:lnTo>
                    <a:pt x="51689" y="23461"/>
                  </a:lnTo>
                  <a:lnTo>
                    <a:pt x="51227" y="23277"/>
                  </a:lnTo>
                  <a:lnTo>
                    <a:pt x="50797" y="23061"/>
                  </a:lnTo>
                  <a:lnTo>
                    <a:pt x="50367" y="22815"/>
                  </a:lnTo>
                  <a:lnTo>
                    <a:pt x="49998" y="22539"/>
                  </a:lnTo>
                  <a:lnTo>
                    <a:pt x="49629" y="22200"/>
                  </a:lnTo>
                  <a:lnTo>
                    <a:pt x="49321" y="21862"/>
                  </a:lnTo>
                  <a:lnTo>
                    <a:pt x="49044" y="21462"/>
                  </a:lnTo>
                  <a:lnTo>
                    <a:pt x="48768" y="21063"/>
                  </a:lnTo>
                  <a:lnTo>
                    <a:pt x="48583" y="20632"/>
                  </a:lnTo>
                  <a:lnTo>
                    <a:pt x="48399" y="20171"/>
                  </a:lnTo>
                  <a:lnTo>
                    <a:pt x="48276" y="19679"/>
                  </a:lnTo>
                  <a:lnTo>
                    <a:pt x="48214" y="19187"/>
                  </a:lnTo>
                  <a:lnTo>
                    <a:pt x="48183" y="18695"/>
                  </a:lnTo>
                  <a:lnTo>
                    <a:pt x="48214" y="18172"/>
                  </a:lnTo>
                  <a:lnTo>
                    <a:pt x="48276" y="17680"/>
                  </a:lnTo>
                  <a:lnTo>
                    <a:pt x="48399" y="17188"/>
                  </a:lnTo>
                  <a:lnTo>
                    <a:pt x="48583" y="16727"/>
                  </a:lnTo>
                  <a:lnTo>
                    <a:pt x="48768" y="16297"/>
                  </a:lnTo>
                  <a:lnTo>
                    <a:pt x="49044" y="15897"/>
                  </a:lnTo>
                  <a:lnTo>
                    <a:pt x="49321" y="15497"/>
                  </a:lnTo>
                  <a:lnTo>
                    <a:pt x="49629" y="15159"/>
                  </a:lnTo>
                  <a:lnTo>
                    <a:pt x="49998" y="14821"/>
                  </a:lnTo>
                  <a:lnTo>
                    <a:pt x="50367" y="14544"/>
                  </a:lnTo>
                  <a:lnTo>
                    <a:pt x="50797" y="14298"/>
                  </a:lnTo>
                  <a:lnTo>
                    <a:pt x="51227" y="14083"/>
                  </a:lnTo>
                  <a:lnTo>
                    <a:pt x="51689" y="13929"/>
                  </a:lnTo>
                  <a:lnTo>
                    <a:pt x="52181" y="13806"/>
                  </a:lnTo>
                  <a:lnTo>
                    <a:pt x="52673" y="13714"/>
                  </a:lnTo>
                  <a:lnTo>
                    <a:pt x="53165" y="13683"/>
                  </a:lnTo>
                  <a:close/>
                  <a:moveTo>
                    <a:pt x="20233" y="0"/>
                  </a:moveTo>
                  <a:lnTo>
                    <a:pt x="19557" y="31"/>
                  </a:lnTo>
                  <a:lnTo>
                    <a:pt x="18880" y="92"/>
                  </a:lnTo>
                  <a:lnTo>
                    <a:pt x="18204" y="185"/>
                  </a:lnTo>
                  <a:lnTo>
                    <a:pt x="17527" y="308"/>
                  </a:lnTo>
                  <a:lnTo>
                    <a:pt x="16882" y="461"/>
                  </a:lnTo>
                  <a:lnTo>
                    <a:pt x="16236" y="646"/>
                  </a:lnTo>
                  <a:lnTo>
                    <a:pt x="15590" y="892"/>
                  </a:lnTo>
                  <a:lnTo>
                    <a:pt x="14975" y="1168"/>
                  </a:lnTo>
                  <a:lnTo>
                    <a:pt x="7288" y="4643"/>
                  </a:lnTo>
                  <a:lnTo>
                    <a:pt x="6919" y="4797"/>
                  </a:lnTo>
                  <a:lnTo>
                    <a:pt x="6550" y="4920"/>
                  </a:lnTo>
                  <a:lnTo>
                    <a:pt x="6181" y="5043"/>
                  </a:lnTo>
                  <a:lnTo>
                    <a:pt x="5782" y="5104"/>
                  </a:lnTo>
                  <a:lnTo>
                    <a:pt x="2399" y="5658"/>
                  </a:lnTo>
                  <a:lnTo>
                    <a:pt x="2153" y="5719"/>
                  </a:lnTo>
                  <a:lnTo>
                    <a:pt x="1907" y="5811"/>
                  </a:lnTo>
                  <a:lnTo>
                    <a:pt x="1661" y="5904"/>
                  </a:lnTo>
                  <a:lnTo>
                    <a:pt x="1446" y="6027"/>
                  </a:lnTo>
                  <a:lnTo>
                    <a:pt x="1231" y="6150"/>
                  </a:lnTo>
                  <a:lnTo>
                    <a:pt x="1046" y="6303"/>
                  </a:lnTo>
                  <a:lnTo>
                    <a:pt x="862" y="6457"/>
                  </a:lnTo>
                  <a:lnTo>
                    <a:pt x="677" y="6642"/>
                  </a:lnTo>
                  <a:lnTo>
                    <a:pt x="524" y="6857"/>
                  </a:lnTo>
                  <a:lnTo>
                    <a:pt x="401" y="7041"/>
                  </a:lnTo>
                  <a:lnTo>
                    <a:pt x="278" y="7287"/>
                  </a:lnTo>
                  <a:lnTo>
                    <a:pt x="185" y="7503"/>
                  </a:lnTo>
                  <a:lnTo>
                    <a:pt x="93" y="7749"/>
                  </a:lnTo>
                  <a:lnTo>
                    <a:pt x="32" y="7995"/>
                  </a:lnTo>
                  <a:lnTo>
                    <a:pt x="1" y="8271"/>
                  </a:lnTo>
                  <a:lnTo>
                    <a:pt x="1" y="8517"/>
                  </a:lnTo>
                  <a:lnTo>
                    <a:pt x="1" y="13775"/>
                  </a:lnTo>
                  <a:lnTo>
                    <a:pt x="1" y="14052"/>
                  </a:lnTo>
                  <a:lnTo>
                    <a:pt x="32" y="14360"/>
                  </a:lnTo>
                  <a:lnTo>
                    <a:pt x="93" y="14636"/>
                  </a:lnTo>
                  <a:lnTo>
                    <a:pt x="155" y="14913"/>
                  </a:lnTo>
                  <a:lnTo>
                    <a:pt x="247" y="15159"/>
                  </a:lnTo>
                  <a:lnTo>
                    <a:pt x="370" y="15436"/>
                  </a:lnTo>
                  <a:lnTo>
                    <a:pt x="493" y="15682"/>
                  </a:lnTo>
                  <a:lnTo>
                    <a:pt x="647" y="15897"/>
                  </a:lnTo>
                  <a:lnTo>
                    <a:pt x="800" y="16143"/>
                  </a:lnTo>
                  <a:lnTo>
                    <a:pt x="985" y="16358"/>
                  </a:lnTo>
                  <a:lnTo>
                    <a:pt x="1169" y="16543"/>
                  </a:lnTo>
                  <a:lnTo>
                    <a:pt x="1385" y="16758"/>
                  </a:lnTo>
                  <a:lnTo>
                    <a:pt x="1600" y="16912"/>
                  </a:lnTo>
                  <a:lnTo>
                    <a:pt x="1846" y="17065"/>
                  </a:lnTo>
                  <a:lnTo>
                    <a:pt x="2092" y="17219"/>
                  </a:lnTo>
                  <a:lnTo>
                    <a:pt x="2338" y="17342"/>
                  </a:lnTo>
                  <a:lnTo>
                    <a:pt x="4921" y="18449"/>
                  </a:lnTo>
                  <a:lnTo>
                    <a:pt x="4921" y="18695"/>
                  </a:lnTo>
                  <a:lnTo>
                    <a:pt x="4951" y="19372"/>
                  </a:lnTo>
                  <a:lnTo>
                    <a:pt x="5074" y="20048"/>
                  </a:lnTo>
                  <a:lnTo>
                    <a:pt x="5228" y="20724"/>
                  </a:lnTo>
                  <a:lnTo>
                    <a:pt x="5474" y="21339"/>
                  </a:lnTo>
                  <a:lnTo>
                    <a:pt x="5751" y="21954"/>
                  </a:lnTo>
                  <a:lnTo>
                    <a:pt x="6089" y="22508"/>
                  </a:lnTo>
                  <a:lnTo>
                    <a:pt x="6489" y="23031"/>
                  </a:lnTo>
                  <a:lnTo>
                    <a:pt x="6919" y="23523"/>
                  </a:lnTo>
                  <a:lnTo>
                    <a:pt x="7411" y="23953"/>
                  </a:lnTo>
                  <a:lnTo>
                    <a:pt x="7934" y="24353"/>
                  </a:lnTo>
                  <a:lnTo>
                    <a:pt x="8518" y="24691"/>
                  </a:lnTo>
                  <a:lnTo>
                    <a:pt x="9102" y="24968"/>
                  </a:lnTo>
                  <a:lnTo>
                    <a:pt x="9717" y="25214"/>
                  </a:lnTo>
                  <a:lnTo>
                    <a:pt x="10394" y="25367"/>
                  </a:lnTo>
                  <a:lnTo>
                    <a:pt x="11070" y="25490"/>
                  </a:lnTo>
                  <a:lnTo>
                    <a:pt x="11778" y="25521"/>
                  </a:lnTo>
                  <a:lnTo>
                    <a:pt x="12269" y="25490"/>
                  </a:lnTo>
                  <a:lnTo>
                    <a:pt x="12761" y="25460"/>
                  </a:lnTo>
                  <a:lnTo>
                    <a:pt x="13253" y="25367"/>
                  </a:lnTo>
                  <a:lnTo>
                    <a:pt x="13745" y="25244"/>
                  </a:lnTo>
                  <a:lnTo>
                    <a:pt x="14207" y="25060"/>
                  </a:lnTo>
                  <a:lnTo>
                    <a:pt x="14637" y="24875"/>
                  </a:lnTo>
                  <a:lnTo>
                    <a:pt x="15068" y="24660"/>
                  </a:lnTo>
                  <a:lnTo>
                    <a:pt x="15467" y="24414"/>
                  </a:lnTo>
                  <a:lnTo>
                    <a:pt x="15867" y="24137"/>
                  </a:lnTo>
                  <a:lnTo>
                    <a:pt x="16236" y="23861"/>
                  </a:lnTo>
                  <a:lnTo>
                    <a:pt x="16574" y="23523"/>
                  </a:lnTo>
                  <a:lnTo>
                    <a:pt x="16912" y="23184"/>
                  </a:lnTo>
                  <a:lnTo>
                    <a:pt x="17220" y="22815"/>
                  </a:lnTo>
                  <a:lnTo>
                    <a:pt x="17497" y="22416"/>
                  </a:lnTo>
                  <a:lnTo>
                    <a:pt x="17743" y="22016"/>
                  </a:lnTo>
                  <a:lnTo>
                    <a:pt x="17958" y="21585"/>
                  </a:lnTo>
                  <a:lnTo>
                    <a:pt x="46984" y="21585"/>
                  </a:lnTo>
                  <a:lnTo>
                    <a:pt x="47199" y="22016"/>
                  </a:lnTo>
                  <a:lnTo>
                    <a:pt x="47445" y="22416"/>
                  </a:lnTo>
                  <a:lnTo>
                    <a:pt x="47722" y="22815"/>
                  </a:lnTo>
                  <a:lnTo>
                    <a:pt x="48030" y="23184"/>
                  </a:lnTo>
                  <a:lnTo>
                    <a:pt x="48337" y="23523"/>
                  </a:lnTo>
                  <a:lnTo>
                    <a:pt x="48706" y="23861"/>
                  </a:lnTo>
                  <a:lnTo>
                    <a:pt x="49075" y="24137"/>
                  </a:lnTo>
                  <a:lnTo>
                    <a:pt x="49444" y="24414"/>
                  </a:lnTo>
                  <a:lnTo>
                    <a:pt x="49875" y="24660"/>
                  </a:lnTo>
                  <a:lnTo>
                    <a:pt x="50305" y="24875"/>
                  </a:lnTo>
                  <a:lnTo>
                    <a:pt x="50736" y="25060"/>
                  </a:lnTo>
                  <a:lnTo>
                    <a:pt x="51197" y="25244"/>
                  </a:lnTo>
                  <a:lnTo>
                    <a:pt x="51689" y="25367"/>
                  </a:lnTo>
                  <a:lnTo>
                    <a:pt x="52150" y="25460"/>
                  </a:lnTo>
                  <a:lnTo>
                    <a:pt x="52673" y="25490"/>
                  </a:lnTo>
                  <a:lnTo>
                    <a:pt x="53165" y="25521"/>
                  </a:lnTo>
                  <a:lnTo>
                    <a:pt x="53780" y="25490"/>
                  </a:lnTo>
                  <a:lnTo>
                    <a:pt x="54364" y="25429"/>
                  </a:lnTo>
                  <a:lnTo>
                    <a:pt x="54948" y="25275"/>
                  </a:lnTo>
                  <a:lnTo>
                    <a:pt x="55502" y="25121"/>
                  </a:lnTo>
                  <a:lnTo>
                    <a:pt x="56055" y="24875"/>
                  </a:lnTo>
                  <a:lnTo>
                    <a:pt x="56547" y="24629"/>
                  </a:lnTo>
                  <a:lnTo>
                    <a:pt x="57039" y="24322"/>
                  </a:lnTo>
                  <a:lnTo>
                    <a:pt x="57500" y="23984"/>
                  </a:lnTo>
                  <a:lnTo>
                    <a:pt x="57931" y="23584"/>
                  </a:lnTo>
                  <a:lnTo>
                    <a:pt x="58330" y="23184"/>
                  </a:lnTo>
                  <a:lnTo>
                    <a:pt x="58669" y="22723"/>
                  </a:lnTo>
                  <a:lnTo>
                    <a:pt x="59007" y="22262"/>
                  </a:lnTo>
                  <a:lnTo>
                    <a:pt x="59284" y="21770"/>
                  </a:lnTo>
                  <a:lnTo>
                    <a:pt x="59530" y="21247"/>
                  </a:lnTo>
                  <a:lnTo>
                    <a:pt x="59714" y="20694"/>
                  </a:lnTo>
                  <a:lnTo>
                    <a:pt x="59868" y="20109"/>
                  </a:lnTo>
                  <a:lnTo>
                    <a:pt x="60698" y="19925"/>
                  </a:lnTo>
                  <a:lnTo>
                    <a:pt x="60944" y="19863"/>
                  </a:lnTo>
                  <a:lnTo>
                    <a:pt x="61190" y="19771"/>
                  </a:lnTo>
                  <a:lnTo>
                    <a:pt x="61405" y="19679"/>
                  </a:lnTo>
                  <a:lnTo>
                    <a:pt x="61620" y="19556"/>
                  </a:lnTo>
                  <a:lnTo>
                    <a:pt x="61805" y="19402"/>
                  </a:lnTo>
                  <a:lnTo>
                    <a:pt x="61989" y="19249"/>
                  </a:lnTo>
                  <a:lnTo>
                    <a:pt x="62174" y="19095"/>
                  </a:lnTo>
                  <a:lnTo>
                    <a:pt x="62328" y="18910"/>
                  </a:lnTo>
                  <a:lnTo>
                    <a:pt x="62481" y="18726"/>
                  </a:lnTo>
                  <a:lnTo>
                    <a:pt x="62604" y="18511"/>
                  </a:lnTo>
                  <a:lnTo>
                    <a:pt x="62697" y="18295"/>
                  </a:lnTo>
                  <a:lnTo>
                    <a:pt x="62789" y="18080"/>
                  </a:lnTo>
                  <a:lnTo>
                    <a:pt x="62881" y="17834"/>
                  </a:lnTo>
                  <a:lnTo>
                    <a:pt x="62912" y="17588"/>
                  </a:lnTo>
                  <a:lnTo>
                    <a:pt x="62943" y="17342"/>
                  </a:lnTo>
                  <a:lnTo>
                    <a:pt x="62973" y="17096"/>
                  </a:lnTo>
                  <a:lnTo>
                    <a:pt x="62973" y="14175"/>
                  </a:lnTo>
                  <a:lnTo>
                    <a:pt x="62943" y="13775"/>
                  </a:lnTo>
                  <a:lnTo>
                    <a:pt x="62912" y="13406"/>
                  </a:lnTo>
                  <a:lnTo>
                    <a:pt x="62820" y="13037"/>
                  </a:lnTo>
                  <a:lnTo>
                    <a:pt x="62727" y="12668"/>
                  </a:lnTo>
                  <a:lnTo>
                    <a:pt x="62604" y="12330"/>
                  </a:lnTo>
                  <a:lnTo>
                    <a:pt x="62451" y="11961"/>
                  </a:lnTo>
                  <a:lnTo>
                    <a:pt x="62266" y="11654"/>
                  </a:lnTo>
                  <a:lnTo>
                    <a:pt x="62051" y="11346"/>
                  </a:lnTo>
                  <a:lnTo>
                    <a:pt x="61836" y="11039"/>
                  </a:lnTo>
                  <a:lnTo>
                    <a:pt x="61559" y="10762"/>
                  </a:lnTo>
                  <a:lnTo>
                    <a:pt x="61313" y="10516"/>
                  </a:lnTo>
                  <a:lnTo>
                    <a:pt x="61005" y="10270"/>
                  </a:lnTo>
                  <a:lnTo>
                    <a:pt x="60698" y="10055"/>
                  </a:lnTo>
                  <a:lnTo>
                    <a:pt x="60360" y="9870"/>
                  </a:lnTo>
                  <a:lnTo>
                    <a:pt x="60021" y="9686"/>
                  </a:lnTo>
                  <a:lnTo>
                    <a:pt x="59653" y="9563"/>
                  </a:lnTo>
                  <a:lnTo>
                    <a:pt x="58884" y="9317"/>
                  </a:lnTo>
                  <a:lnTo>
                    <a:pt x="58084" y="9102"/>
                  </a:lnTo>
                  <a:lnTo>
                    <a:pt x="57254" y="8886"/>
                  </a:lnTo>
                  <a:lnTo>
                    <a:pt x="56424" y="8733"/>
                  </a:lnTo>
                  <a:lnTo>
                    <a:pt x="55563" y="8579"/>
                  </a:lnTo>
                  <a:lnTo>
                    <a:pt x="54671" y="8425"/>
                  </a:lnTo>
                  <a:lnTo>
                    <a:pt x="52919" y="8210"/>
                  </a:lnTo>
                  <a:lnTo>
                    <a:pt x="51166" y="8056"/>
                  </a:lnTo>
                  <a:lnTo>
                    <a:pt x="49444" y="7964"/>
                  </a:lnTo>
                  <a:lnTo>
                    <a:pt x="47784" y="7902"/>
                  </a:lnTo>
                  <a:lnTo>
                    <a:pt x="45570" y="7902"/>
                  </a:lnTo>
                  <a:lnTo>
                    <a:pt x="35946" y="1507"/>
                  </a:lnTo>
                  <a:lnTo>
                    <a:pt x="35392" y="1138"/>
                  </a:lnTo>
                  <a:lnTo>
                    <a:pt x="34808" y="861"/>
                  </a:lnTo>
                  <a:lnTo>
                    <a:pt x="34224" y="615"/>
                  </a:lnTo>
                  <a:lnTo>
                    <a:pt x="33609" y="400"/>
                  </a:lnTo>
                  <a:lnTo>
                    <a:pt x="32994" y="215"/>
                  </a:lnTo>
                  <a:lnTo>
                    <a:pt x="32348" y="123"/>
                  </a:lnTo>
                  <a:lnTo>
                    <a:pt x="31702" y="31"/>
                  </a:lnTo>
                  <a:lnTo>
                    <a:pt x="31057"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7"/>
            <p:cNvSpPr/>
            <p:nvPr/>
          </p:nvSpPr>
          <p:spPr>
            <a:xfrm>
              <a:off x="4943387" y="3227916"/>
              <a:ext cx="117979" cy="123904"/>
            </a:xfrm>
            <a:custGeom>
              <a:rect b="b" l="l" r="r" t="t"/>
              <a:pathLst>
                <a:path extrusionOk="0" h="5813" w="5535">
                  <a:moveTo>
                    <a:pt x="2891" y="1"/>
                  </a:moveTo>
                  <a:lnTo>
                    <a:pt x="2614" y="32"/>
                  </a:lnTo>
                  <a:lnTo>
                    <a:pt x="2306" y="62"/>
                  </a:lnTo>
                  <a:lnTo>
                    <a:pt x="2030" y="155"/>
                  </a:lnTo>
                  <a:lnTo>
                    <a:pt x="1784" y="247"/>
                  </a:lnTo>
                  <a:lnTo>
                    <a:pt x="1507" y="370"/>
                  </a:lnTo>
                  <a:lnTo>
                    <a:pt x="1292" y="524"/>
                  </a:lnTo>
                  <a:lnTo>
                    <a:pt x="1046" y="677"/>
                  </a:lnTo>
                  <a:lnTo>
                    <a:pt x="861" y="862"/>
                  </a:lnTo>
                  <a:lnTo>
                    <a:pt x="677" y="1077"/>
                  </a:lnTo>
                  <a:lnTo>
                    <a:pt x="492" y="1292"/>
                  </a:lnTo>
                  <a:lnTo>
                    <a:pt x="339" y="1538"/>
                  </a:lnTo>
                  <a:lnTo>
                    <a:pt x="246" y="1784"/>
                  </a:lnTo>
                  <a:lnTo>
                    <a:pt x="123" y="2061"/>
                  </a:lnTo>
                  <a:lnTo>
                    <a:pt x="62" y="2338"/>
                  </a:lnTo>
                  <a:lnTo>
                    <a:pt x="31" y="2615"/>
                  </a:lnTo>
                  <a:lnTo>
                    <a:pt x="0" y="2922"/>
                  </a:lnTo>
                  <a:lnTo>
                    <a:pt x="31" y="3199"/>
                  </a:lnTo>
                  <a:lnTo>
                    <a:pt x="62" y="3506"/>
                  </a:lnTo>
                  <a:lnTo>
                    <a:pt x="123" y="3783"/>
                  </a:lnTo>
                  <a:lnTo>
                    <a:pt x="246" y="4029"/>
                  </a:lnTo>
                  <a:lnTo>
                    <a:pt x="339" y="4275"/>
                  </a:lnTo>
                  <a:lnTo>
                    <a:pt x="492" y="4521"/>
                  </a:lnTo>
                  <a:lnTo>
                    <a:pt x="677" y="4736"/>
                  </a:lnTo>
                  <a:lnTo>
                    <a:pt x="861" y="4951"/>
                  </a:lnTo>
                  <a:lnTo>
                    <a:pt x="1046" y="5136"/>
                  </a:lnTo>
                  <a:lnTo>
                    <a:pt x="1292" y="5320"/>
                  </a:lnTo>
                  <a:lnTo>
                    <a:pt x="1507" y="5443"/>
                  </a:lnTo>
                  <a:lnTo>
                    <a:pt x="1784" y="5566"/>
                  </a:lnTo>
                  <a:lnTo>
                    <a:pt x="2030" y="5689"/>
                  </a:lnTo>
                  <a:lnTo>
                    <a:pt x="2306" y="5751"/>
                  </a:lnTo>
                  <a:lnTo>
                    <a:pt x="2614" y="5782"/>
                  </a:lnTo>
                  <a:lnTo>
                    <a:pt x="2891" y="5812"/>
                  </a:lnTo>
                  <a:lnTo>
                    <a:pt x="3290" y="5782"/>
                  </a:lnTo>
                  <a:lnTo>
                    <a:pt x="3659" y="5689"/>
                  </a:lnTo>
                  <a:lnTo>
                    <a:pt x="3998" y="5597"/>
                  </a:lnTo>
                  <a:lnTo>
                    <a:pt x="4336" y="5413"/>
                  </a:lnTo>
                  <a:lnTo>
                    <a:pt x="4643" y="5197"/>
                  </a:lnTo>
                  <a:lnTo>
                    <a:pt x="4951" y="4951"/>
                  </a:lnTo>
                  <a:lnTo>
                    <a:pt x="5197" y="4675"/>
                  </a:lnTo>
                  <a:lnTo>
                    <a:pt x="5412" y="4367"/>
                  </a:lnTo>
                  <a:lnTo>
                    <a:pt x="5473" y="4183"/>
                  </a:lnTo>
                  <a:lnTo>
                    <a:pt x="5535" y="3998"/>
                  </a:lnTo>
                  <a:lnTo>
                    <a:pt x="5535" y="3844"/>
                  </a:lnTo>
                  <a:lnTo>
                    <a:pt x="5504" y="3660"/>
                  </a:lnTo>
                  <a:lnTo>
                    <a:pt x="5443" y="3506"/>
                  </a:lnTo>
                  <a:lnTo>
                    <a:pt x="5350" y="3353"/>
                  </a:lnTo>
                  <a:lnTo>
                    <a:pt x="5228" y="3199"/>
                  </a:lnTo>
                  <a:lnTo>
                    <a:pt x="5074" y="3107"/>
                  </a:lnTo>
                  <a:lnTo>
                    <a:pt x="4889" y="3014"/>
                  </a:lnTo>
                  <a:lnTo>
                    <a:pt x="4736" y="2984"/>
                  </a:lnTo>
                  <a:lnTo>
                    <a:pt x="4551" y="2984"/>
                  </a:lnTo>
                  <a:lnTo>
                    <a:pt x="4367" y="3014"/>
                  </a:lnTo>
                  <a:lnTo>
                    <a:pt x="4213" y="3076"/>
                  </a:lnTo>
                  <a:lnTo>
                    <a:pt x="4059" y="3168"/>
                  </a:lnTo>
                  <a:lnTo>
                    <a:pt x="3905" y="3291"/>
                  </a:lnTo>
                  <a:lnTo>
                    <a:pt x="3813" y="3445"/>
                  </a:lnTo>
                  <a:lnTo>
                    <a:pt x="3721" y="3537"/>
                  </a:lnTo>
                  <a:lnTo>
                    <a:pt x="3629" y="3660"/>
                  </a:lnTo>
                  <a:lnTo>
                    <a:pt x="3413" y="3814"/>
                  </a:lnTo>
                  <a:lnTo>
                    <a:pt x="3167" y="3937"/>
                  </a:lnTo>
                  <a:lnTo>
                    <a:pt x="3044" y="3937"/>
                  </a:lnTo>
                  <a:lnTo>
                    <a:pt x="2891" y="3967"/>
                  </a:lnTo>
                  <a:lnTo>
                    <a:pt x="2675" y="3937"/>
                  </a:lnTo>
                  <a:lnTo>
                    <a:pt x="2491" y="3875"/>
                  </a:lnTo>
                  <a:lnTo>
                    <a:pt x="2306" y="3783"/>
                  </a:lnTo>
                  <a:lnTo>
                    <a:pt x="2153" y="3660"/>
                  </a:lnTo>
                  <a:lnTo>
                    <a:pt x="2030" y="3506"/>
                  </a:lnTo>
                  <a:lnTo>
                    <a:pt x="1937" y="3322"/>
                  </a:lnTo>
                  <a:lnTo>
                    <a:pt x="1876" y="3107"/>
                  </a:lnTo>
                  <a:lnTo>
                    <a:pt x="1845" y="2922"/>
                  </a:lnTo>
                  <a:lnTo>
                    <a:pt x="1876" y="2707"/>
                  </a:lnTo>
                  <a:lnTo>
                    <a:pt x="1937" y="2492"/>
                  </a:lnTo>
                  <a:lnTo>
                    <a:pt x="2030" y="2338"/>
                  </a:lnTo>
                  <a:lnTo>
                    <a:pt x="2153" y="2153"/>
                  </a:lnTo>
                  <a:lnTo>
                    <a:pt x="2306" y="2030"/>
                  </a:lnTo>
                  <a:lnTo>
                    <a:pt x="2491" y="1938"/>
                  </a:lnTo>
                  <a:lnTo>
                    <a:pt x="2675" y="1877"/>
                  </a:lnTo>
                  <a:lnTo>
                    <a:pt x="2891" y="1846"/>
                  </a:lnTo>
                  <a:lnTo>
                    <a:pt x="3075" y="1846"/>
                  </a:lnTo>
                  <a:lnTo>
                    <a:pt x="3260" y="1784"/>
                  </a:lnTo>
                  <a:lnTo>
                    <a:pt x="3413" y="1692"/>
                  </a:lnTo>
                  <a:lnTo>
                    <a:pt x="3536" y="1600"/>
                  </a:lnTo>
                  <a:lnTo>
                    <a:pt x="3659" y="1446"/>
                  </a:lnTo>
                  <a:lnTo>
                    <a:pt x="3752" y="1292"/>
                  </a:lnTo>
                  <a:lnTo>
                    <a:pt x="3813" y="1139"/>
                  </a:lnTo>
                  <a:lnTo>
                    <a:pt x="3813" y="923"/>
                  </a:lnTo>
                  <a:lnTo>
                    <a:pt x="3813" y="739"/>
                  </a:lnTo>
                  <a:lnTo>
                    <a:pt x="3752" y="585"/>
                  </a:lnTo>
                  <a:lnTo>
                    <a:pt x="3659" y="431"/>
                  </a:lnTo>
                  <a:lnTo>
                    <a:pt x="3536" y="278"/>
                  </a:lnTo>
                  <a:lnTo>
                    <a:pt x="3413" y="185"/>
                  </a:lnTo>
                  <a:lnTo>
                    <a:pt x="3260" y="93"/>
                  </a:lnTo>
                  <a:lnTo>
                    <a:pt x="3075" y="32"/>
                  </a:lnTo>
                  <a:lnTo>
                    <a:pt x="2891"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7"/>
            <p:cNvSpPr/>
            <p:nvPr/>
          </p:nvSpPr>
          <p:spPr>
            <a:xfrm>
              <a:off x="4354812" y="2429613"/>
              <a:ext cx="165831" cy="291674"/>
            </a:xfrm>
            <a:custGeom>
              <a:rect b="b" l="l" r="r" t="t"/>
              <a:pathLst>
                <a:path extrusionOk="0" h="13684" w="7780">
                  <a:moveTo>
                    <a:pt x="3782" y="0"/>
                  </a:moveTo>
                  <a:lnTo>
                    <a:pt x="3598" y="62"/>
                  </a:lnTo>
                  <a:lnTo>
                    <a:pt x="3444" y="123"/>
                  </a:lnTo>
                  <a:lnTo>
                    <a:pt x="3290" y="216"/>
                  </a:lnTo>
                  <a:lnTo>
                    <a:pt x="3167" y="339"/>
                  </a:lnTo>
                  <a:lnTo>
                    <a:pt x="3075" y="523"/>
                  </a:lnTo>
                  <a:lnTo>
                    <a:pt x="93" y="6427"/>
                  </a:lnTo>
                  <a:lnTo>
                    <a:pt x="31" y="6642"/>
                  </a:lnTo>
                  <a:lnTo>
                    <a:pt x="0" y="6888"/>
                  </a:lnTo>
                  <a:lnTo>
                    <a:pt x="62" y="7103"/>
                  </a:lnTo>
                  <a:lnTo>
                    <a:pt x="154" y="7319"/>
                  </a:lnTo>
                  <a:lnTo>
                    <a:pt x="308" y="7503"/>
                  </a:lnTo>
                  <a:lnTo>
                    <a:pt x="492" y="7657"/>
                  </a:lnTo>
                  <a:lnTo>
                    <a:pt x="708" y="7718"/>
                  </a:lnTo>
                  <a:lnTo>
                    <a:pt x="923" y="7749"/>
                  </a:lnTo>
                  <a:lnTo>
                    <a:pt x="5351" y="7749"/>
                  </a:lnTo>
                  <a:lnTo>
                    <a:pt x="3075" y="12331"/>
                  </a:lnTo>
                  <a:lnTo>
                    <a:pt x="2983" y="12515"/>
                  </a:lnTo>
                  <a:lnTo>
                    <a:pt x="2983" y="12700"/>
                  </a:lnTo>
                  <a:lnTo>
                    <a:pt x="2983" y="12884"/>
                  </a:lnTo>
                  <a:lnTo>
                    <a:pt x="3014" y="13038"/>
                  </a:lnTo>
                  <a:lnTo>
                    <a:pt x="3075" y="13222"/>
                  </a:lnTo>
                  <a:lnTo>
                    <a:pt x="3198" y="13345"/>
                  </a:lnTo>
                  <a:lnTo>
                    <a:pt x="3321" y="13468"/>
                  </a:lnTo>
                  <a:lnTo>
                    <a:pt x="3475" y="13591"/>
                  </a:lnTo>
                  <a:lnTo>
                    <a:pt x="3690" y="13653"/>
                  </a:lnTo>
                  <a:lnTo>
                    <a:pt x="3875" y="13683"/>
                  </a:lnTo>
                  <a:lnTo>
                    <a:pt x="4151" y="13653"/>
                  </a:lnTo>
                  <a:lnTo>
                    <a:pt x="4367" y="13530"/>
                  </a:lnTo>
                  <a:lnTo>
                    <a:pt x="4551" y="13376"/>
                  </a:lnTo>
                  <a:lnTo>
                    <a:pt x="4643" y="13284"/>
                  </a:lnTo>
                  <a:lnTo>
                    <a:pt x="4705" y="13161"/>
                  </a:lnTo>
                  <a:lnTo>
                    <a:pt x="7687" y="7257"/>
                  </a:lnTo>
                  <a:lnTo>
                    <a:pt x="7749" y="7042"/>
                  </a:lnTo>
                  <a:lnTo>
                    <a:pt x="7780" y="6796"/>
                  </a:lnTo>
                  <a:lnTo>
                    <a:pt x="7718" y="6581"/>
                  </a:lnTo>
                  <a:lnTo>
                    <a:pt x="7626" y="6365"/>
                  </a:lnTo>
                  <a:lnTo>
                    <a:pt x="7472" y="6181"/>
                  </a:lnTo>
                  <a:lnTo>
                    <a:pt x="7288" y="6027"/>
                  </a:lnTo>
                  <a:lnTo>
                    <a:pt x="7072" y="5935"/>
                  </a:lnTo>
                  <a:lnTo>
                    <a:pt x="6857" y="5904"/>
                  </a:lnTo>
                  <a:lnTo>
                    <a:pt x="2430" y="5904"/>
                  </a:lnTo>
                  <a:lnTo>
                    <a:pt x="4705" y="1323"/>
                  </a:lnTo>
                  <a:lnTo>
                    <a:pt x="4766" y="1169"/>
                  </a:lnTo>
                  <a:lnTo>
                    <a:pt x="4797" y="984"/>
                  </a:lnTo>
                  <a:lnTo>
                    <a:pt x="4797" y="800"/>
                  </a:lnTo>
                  <a:lnTo>
                    <a:pt x="4766" y="646"/>
                  </a:lnTo>
                  <a:lnTo>
                    <a:pt x="4705" y="462"/>
                  </a:lnTo>
                  <a:lnTo>
                    <a:pt x="4582" y="339"/>
                  </a:lnTo>
                  <a:lnTo>
                    <a:pt x="4459" y="185"/>
                  </a:lnTo>
                  <a:lnTo>
                    <a:pt x="4305" y="93"/>
                  </a:lnTo>
                  <a:lnTo>
                    <a:pt x="4121" y="31"/>
                  </a:lnTo>
                  <a:lnTo>
                    <a:pt x="3936"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7"/>
            <p:cNvSpPr/>
            <p:nvPr/>
          </p:nvSpPr>
          <p:spPr>
            <a:xfrm>
              <a:off x="4249938" y="2240200"/>
              <a:ext cx="375570" cy="585949"/>
            </a:xfrm>
            <a:custGeom>
              <a:rect b="b" l="l" r="r" t="t"/>
              <a:pathLst>
                <a:path extrusionOk="0" h="27490" w="17620">
                  <a:moveTo>
                    <a:pt x="9809" y="1845"/>
                  </a:moveTo>
                  <a:lnTo>
                    <a:pt x="9994" y="1876"/>
                  </a:lnTo>
                  <a:lnTo>
                    <a:pt x="10209" y="1937"/>
                  </a:lnTo>
                  <a:lnTo>
                    <a:pt x="10394" y="2030"/>
                  </a:lnTo>
                  <a:lnTo>
                    <a:pt x="10547" y="2153"/>
                  </a:lnTo>
                  <a:lnTo>
                    <a:pt x="10670" y="2337"/>
                  </a:lnTo>
                  <a:lnTo>
                    <a:pt x="10763" y="2491"/>
                  </a:lnTo>
                  <a:lnTo>
                    <a:pt x="10824" y="2706"/>
                  </a:lnTo>
                  <a:lnTo>
                    <a:pt x="10855" y="2921"/>
                  </a:lnTo>
                  <a:lnTo>
                    <a:pt x="10855" y="3967"/>
                  </a:lnTo>
                  <a:lnTo>
                    <a:pt x="6765" y="3967"/>
                  </a:lnTo>
                  <a:lnTo>
                    <a:pt x="6765" y="2921"/>
                  </a:lnTo>
                  <a:lnTo>
                    <a:pt x="6796" y="2706"/>
                  </a:lnTo>
                  <a:lnTo>
                    <a:pt x="6858" y="2491"/>
                  </a:lnTo>
                  <a:lnTo>
                    <a:pt x="6950" y="2337"/>
                  </a:lnTo>
                  <a:lnTo>
                    <a:pt x="7073" y="2153"/>
                  </a:lnTo>
                  <a:lnTo>
                    <a:pt x="7227" y="2030"/>
                  </a:lnTo>
                  <a:lnTo>
                    <a:pt x="7411" y="1937"/>
                  </a:lnTo>
                  <a:lnTo>
                    <a:pt x="7626" y="1876"/>
                  </a:lnTo>
                  <a:lnTo>
                    <a:pt x="7811" y="1845"/>
                  </a:lnTo>
                  <a:close/>
                  <a:moveTo>
                    <a:pt x="14944" y="5812"/>
                  </a:moveTo>
                  <a:lnTo>
                    <a:pt x="15129" y="5873"/>
                  </a:lnTo>
                  <a:lnTo>
                    <a:pt x="15313" y="5996"/>
                  </a:lnTo>
                  <a:lnTo>
                    <a:pt x="15467" y="6119"/>
                  </a:lnTo>
                  <a:lnTo>
                    <a:pt x="15590" y="6273"/>
                  </a:lnTo>
                  <a:lnTo>
                    <a:pt x="15682" y="6457"/>
                  </a:lnTo>
                  <a:lnTo>
                    <a:pt x="15744" y="6642"/>
                  </a:lnTo>
                  <a:lnTo>
                    <a:pt x="15775" y="6857"/>
                  </a:lnTo>
                  <a:lnTo>
                    <a:pt x="15775" y="24599"/>
                  </a:lnTo>
                  <a:lnTo>
                    <a:pt x="15744" y="24814"/>
                  </a:lnTo>
                  <a:lnTo>
                    <a:pt x="15682" y="24999"/>
                  </a:lnTo>
                  <a:lnTo>
                    <a:pt x="15590" y="25183"/>
                  </a:lnTo>
                  <a:lnTo>
                    <a:pt x="15467" y="25337"/>
                  </a:lnTo>
                  <a:lnTo>
                    <a:pt x="15313" y="25460"/>
                  </a:lnTo>
                  <a:lnTo>
                    <a:pt x="15129" y="25552"/>
                  </a:lnTo>
                  <a:lnTo>
                    <a:pt x="14944" y="25614"/>
                  </a:lnTo>
                  <a:lnTo>
                    <a:pt x="14729" y="25644"/>
                  </a:lnTo>
                  <a:lnTo>
                    <a:pt x="2891" y="25644"/>
                  </a:lnTo>
                  <a:lnTo>
                    <a:pt x="2676" y="25614"/>
                  </a:lnTo>
                  <a:lnTo>
                    <a:pt x="2491" y="25552"/>
                  </a:lnTo>
                  <a:lnTo>
                    <a:pt x="2307" y="25460"/>
                  </a:lnTo>
                  <a:lnTo>
                    <a:pt x="2153" y="25337"/>
                  </a:lnTo>
                  <a:lnTo>
                    <a:pt x="2030" y="25183"/>
                  </a:lnTo>
                  <a:lnTo>
                    <a:pt x="1938" y="24999"/>
                  </a:lnTo>
                  <a:lnTo>
                    <a:pt x="1876" y="24814"/>
                  </a:lnTo>
                  <a:lnTo>
                    <a:pt x="1846" y="24599"/>
                  </a:lnTo>
                  <a:lnTo>
                    <a:pt x="1846" y="6857"/>
                  </a:lnTo>
                  <a:lnTo>
                    <a:pt x="1876" y="6642"/>
                  </a:lnTo>
                  <a:lnTo>
                    <a:pt x="1938" y="6457"/>
                  </a:lnTo>
                  <a:lnTo>
                    <a:pt x="2030" y="6273"/>
                  </a:lnTo>
                  <a:lnTo>
                    <a:pt x="2153" y="6119"/>
                  </a:lnTo>
                  <a:lnTo>
                    <a:pt x="2307" y="5996"/>
                  </a:lnTo>
                  <a:lnTo>
                    <a:pt x="2491" y="5873"/>
                  </a:lnTo>
                  <a:lnTo>
                    <a:pt x="2676" y="5812"/>
                  </a:lnTo>
                  <a:close/>
                  <a:moveTo>
                    <a:pt x="7811" y="0"/>
                  </a:moveTo>
                  <a:lnTo>
                    <a:pt x="7534" y="31"/>
                  </a:lnTo>
                  <a:lnTo>
                    <a:pt x="7227" y="62"/>
                  </a:lnTo>
                  <a:lnTo>
                    <a:pt x="6950" y="154"/>
                  </a:lnTo>
                  <a:lnTo>
                    <a:pt x="6704" y="246"/>
                  </a:lnTo>
                  <a:lnTo>
                    <a:pt x="6458" y="369"/>
                  </a:lnTo>
                  <a:lnTo>
                    <a:pt x="6212" y="523"/>
                  </a:lnTo>
                  <a:lnTo>
                    <a:pt x="5997" y="677"/>
                  </a:lnTo>
                  <a:lnTo>
                    <a:pt x="5781" y="861"/>
                  </a:lnTo>
                  <a:lnTo>
                    <a:pt x="5597" y="1076"/>
                  </a:lnTo>
                  <a:lnTo>
                    <a:pt x="5412" y="1292"/>
                  </a:lnTo>
                  <a:lnTo>
                    <a:pt x="5289" y="1538"/>
                  </a:lnTo>
                  <a:lnTo>
                    <a:pt x="5166" y="1784"/>
                  </a:lnTo>
                  <a:lnTo>
                    <a:pt x="5074" y="2060"/>
                  </a:lnTo>
                  <a:lnTo>
                    <a:pt x="4982" y="2337"/>
                  </a:lnTo>
                  <a:lnTo>
                    <a:pt x="4951" y="2614"/>
                  </a:lnTo>
                  <a:lnTo>
                    <a:pt x="4920" y="2921"/>
                  </a:lnTo>
                  <a:lnTo>
                    <a:pt x="4920" y="3967"/>
                  </a:lnTo>
                  <a:lnTo>
                    <a:pt x="2584" y="3967"/>
                  </a:lnTo>
                  <a:lnTo>
                    <a:pt x="2307" y="4028"/>
                  </a:lnTo>
                  <a:lnTo>
                    <a:pt x="2030" y="4090"/>
                  </a:lnTo>
                  <a:lnTo>
                    <a:pt x="1753" y="4182"/>
                  </a:lnTo>
                  <a:lnTo>
                    <a:pt x="1507" y="4305"/>
                  </a:lnTo>
                  <a:lnTo>
                    <a:pt x="1292" y="4459"/>
                  </a:lnTo>
                  <a:lnTo>
                    <a:pt x="1046" y="4612"/>
                  </a:lnTo>
                  <a:lnTo>
                    <a:pt x="862" y="4797"/>
                  </a:lnTo>
                  <a:lnTo>
                    <a:pt x="646" y="5012"/>
                  </a:lnTo>
                  <a:lnTo>
                    <a:pt x="493" y="5227"/>
                  </a:lnTo>
                  <a:lnTo>
                    <a:pt x="339" y="5473"/>
                  </a:lnTo>
                  <a:lnTo>
                    <a:pt x="216" y="5719"/>
                  </a:lnTo>
                  <a:lnTo>
                    <a:pt x="124" y="5996"/>
                  </a:lnTo>
                  <a:lnTo>
                    <a:pt x="62" y="6273"/>
                  </a:lnTo>
                  <a:lnTo>
                    <a:pt x="1" y="6550"/>
                  </a:lnTo>
                  <a:lnTo>
                    <a:pt x="1" y="6857"/>
                  </a:lnTo>
                  <a:lnTo>
                    <a:pt x="1" y="24599"/>
                  </a:lnTo>
                  <a:lnTo>
                    <a:pt x="1" y="24906"/>
                  </a:lnTo>
                  <a:lnTo>
                    <a:pt x="62" y="25183"/>
                  </a:lnTo>
                  <a:lnTo>
                    <a:pt x="124" y="25460"/>
                  </a:lnTo>
                  <a:lnTo>
                    <a:pt x="216" y="25737"/>
                  </a:lnTo>
                  <a:lnTo>
                    <a:pt x="339" y="25983"/>
                  </a:lnTo>
                  <a:lnTo>
                    <a:pt x="493" y="26229"/>
                  </a:lnTo>
                  <a:lnTo>
                    <a:pt x="646" y="26444"/>
                  </a:lnTo>
                  <a:lnTo>
                    <a:pt x="862" y="26659"/>
                  </a:lnTo>
                  <a:lnTo>
                    <a:pt x="1046" y="26843"/>
                  </a:lnTo>
                  <a:lnTo>
                    <a:pt x="1292" y="26997"/>
                  </a:lnTo>
                  <a:lnTo>
                    <a:pt x="1507" y="27151"/>
                  </a:lnTo>
                  <a:lnTo>
                    <a:pt x="1753" y="27274"/>
                  </a:lnTo>
                  <a:lnTo>
                    <a:pt x="2030" y="27366"/>
                  </a:lnTo>
                  <a:lnTo>
                    <a:pt x="2307" y="27428"/>
                  </a:lnTo>
                  <a:lnTo>
                    <a:pt x="2584" y="27489"/>
                  </a:lnTo>
                  <a:lnTo>
                    <a:pt x="15006" y="27489"/>
                  </a:lnTo>
                  <a:lnTo>
                    <a:pt x="15313" y="27428"/>
                  </a:lnTo>
                  <a:lnTo>
                    <a:pt x="15590" y="27366"/>
                  </a:lnTo>
                  <a:lnTo>
                    <a:pt x="15836" y="27274"/>
                  </a:lnTo>
                  <a:lnTo>
                    <a:pt x="16113" y="27151"/>
                  </a:lnTo>
                  <a:lnTo>
                    <a:pt x="16328" y="26997"/>
                  </a:lnTo>
                  <a:lnTo>
                    <a:pt x="16574" y="26843"/>
                  </a:lnTo>
                  <a:lnTo>
                    <a:pt x="16758" y="26659"/>
                  </a:lnTo>
                  <a:lnTo>
                    <a:pt x="16943" y="26444"/>
                  </a:lnTo>
                  <a:lnTo>
                    <a:pt x="17127" y="26229"/>
                  </a:lnTo>
                  <a:lnTo>
                    <a:pt x="17281" y="25983"/>
                  </a:lnTo>
                  <a:lnTo>
                    <a:pt x="17404" y="25737"/>
                  </a:lnTo>
                  <a:lnTo>
                    <a:pt x="17496" y="25460"/>
                  </a:lnTo>
                  <a:lnTo>
                    <a:pt x="17558" y="25183"/>
                  </a:lnTo>
                  <a:lnTo>
                    <a:pt x="17619" y="24906"/>
                  </a:lnTo>
                  <a:lnTo>
                    <a:pt x="17619" y="24599"/>
                  </a:lnTo>
                  <a:lnTo>
                    <a:pt x="17619" y="6857"/>
                  </a:lnTo>
                  <a:lnTo>
                    <a:pt x="17619" y="6550"/>
                  </a:lnTo>
                  <a:lnTo>
                    <a:pt x="17558" y="6273"/>
                  </a:lnTo>
                  <a:lnTo>
                    <a:pt x="17496" y="5996"/>
                  </a:lnTo>
                  <a:lnTo>
                    <a:pt x="17404" y="5719"/>
                  </a:lnTo>
                  <a:lnTo>
                    <a:pt x="17281" y="5473"/>
                  </a:lnTo>
                  <a:lnTo>
                    <a:pt x="17127" y="5227"/>
                  </a:lnTo>
                  <a:lnTo>
                    <a:pt x="16943" y="5012"/>
                  </a:lnTo>
                  <a:lnTo>
                    <a:pt x="16758" y="4797"/>
                  </a:lnTo>
                  <a:lnTo>
                    <a:pt x="16574" y="4612"/>
                  </a:lnTo>
                  <a:lnTo>
                    <a:pt x="16328" y="4459"/>
                  </a:lnTo>
                  <a:lnTo>
                    <a:pt x="16113" y="4305"/>
                  </a:lnTo>
                  <a:lnTo>
                    <a:pt x="15836" y="4182"/>
                  </a:lnTo>
                  <a:lnTo>
                    <a:pt x="15590" y="4090"/>
                  </a:lnTo>
                  <a:lnTo>
                    <a:pt x="15313" y="4028"/>
                  </a:lnTo>
                  <a:lnTo>
                    <a:pt x="15006" y="3967"/>
                  </a:lnTo>
                  <a:lnTo>
                    <a:pt x="12700" y="3967"/>
                  </a:lnTo>
                  <a:lnTo>
                    <a:pt x="12700" y="2921"/>
                  </a:lnTo>
                  <a:lnTo>
                    <a:pt x="12669" y="2614"/>
                  </a:lnTo>
                  <a:lnTo>
                    <a:pt x="12638" y="2337"/>
                  </a:lnTo>
                  <a:lnTo>
                    <a:pt x="12546" y="2060"/>
                  </a:lnTo>
                  <a:lnTo>
                    <a:pt x="12454" y="1784"/>
                  </a:lnTo>
                  <a:lnTo>
                    <a:pt x="12331" y="1538"/>
                  </a:lnTo>
                  <a:lnTo>
                    <a:pt x="12208" y="1292"/>
                  </a:lnTo>
                  <a:lnTo>
                    <a:pt x="12023" y="1076"/>
                  </a:lnTo>
                  <a:lnTo>
                    <a:pt x="11839" y="861"/>
                  </a:lnTo>
                  <a:lnTo>
                    <a:pt x="11624" y="677"/>
                  </a:lnTo>
                  <a:lnTo>
                    <a:pt x="11408" y="523"/>
                  </a:lnTo>
                  <a:lnTo>
                    <a:pt x="11162" y="369"/>
                  </a:lnTo>
                  <a:lnTo>
                    <a:pt x="10916" y="246"/>
                  </a:lnTo>
                  <a:lnTo>
                    <a:pt x="10670" y="154"/>
                  </a:lnTo>
                  <a:lnTo>
                    <a:pt x="10363" y="62"/>
                  </a:lnTo>
                  <a:lnTo>
                    <a:pt x="10086" y="31"/>
                  </a:lnTo>
                  <a:lnTo>
                    <a:pt x="9809"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47" name="Google Shape;747;p7"/>
          <p:cNvSpPr txBox="1"/>
          <p:nvPr/>
        </p:nvSpPr>
        <p:spPr>
          <a:xfrm>
            <a:off x="5514501" y="1675472"/>
            <a:ext cx="3078352" cy="708000"/>
          </a:xfrm>
          <a:prstGeom prst="rect">
            <a:avLst/>
          </a:prstGeom>
          <a:noFill/>
          <a:ln>
            <a:noFill/>
          </a:ln>
        </p:spPr>
        <p:txBody>
          <a:bodyPr anchorCtr="0" anchor="t" bIns="91425" lIns="91425" spcFirstLastPara="1" rIns="91425" wrap="square" tIns="91425">
            <a:noAutofit/>
          </a:bodyPr>
          <a:lstStyle/>
          <a:p>
            <a:pPr indent="-171450" lvl="2" marL="171450" marR="0" rtl="0" algn="l">
              <a:lnSpc>
                <a:spcPct val="100000"/>
              </a:lnSpc>
              <a:spcBef>
                <a:spcPts val="0"/>
              </a:spcBef>
              <a:spcAft>
                <a:spcPts val="0"/>
              </a:spcAft>
              <a:buClr>
                <a:schemeClr val="lt1"/>
              </a:buClr>
              <a:buSzPts val="1200"/>
              <a:buFont typeface="Noto Sans Symbols"/>
              <a:buChar char="✔"/>
            </a:pPr>
            <a:r>
              <a:rPr b="0" i="0" lang="en-NL" sz="1200" u="none" cap="none" strike="noStrike">
                <a:solidFill>
                  <a:schemeClr val="lt1"/>
                </a:solidFill>
                <a:latin typeface="Roboto"/>
                <a:ea typeface="Roboto"/>
                <a:cs typeface="Roboto"/>
                <a:sym typeface="Roboto"/>
              </a:rPr>
              <a:t>Derived </a:t>
            </a:r>
            <a:r>
              <a:rPr b="1" i="0" lang="en-NL" sz="1200" u="none" cap="none" strike="noStrike">
                <a:solidFill>
                  <a:schemeClr val="lt1"/>
                </a:solidFill>
                <a:latin typeface="Roboto"/>
                <a:ea typeface="Roboto"/>
                <a:cs typeface="Roboto"/>
                <a:sym typeface="Roboto"/>
              </a:rPr>
              <a:t>Autonomous Communities </a:t>
            </a:r>
            <a:r>
              <a:rPr b="0" i="0" lang="en-NL" sz="1200" u="none" cap="none" strike="noStrike">
                <a:solidFill>
                  <a:schemeClr val="lt1"/>
                </a:solidFill>
                <a:latin typeface="Roboto"/>
                <a:ea typeface="Roboto"/>
                <a:cs typeface="Roboto"/>
                <a:sym typeface="Roboto"/>
              </a:rPr>
              <a:t>from geographic coordinates</a:t>
            </a:r>
            <a:endParaRPr b="0" i="0" sz="1200" u="none" cap="none" strike="noStrike">
              <a:solidFill>
                <a:schemeClr val="lt1"/>
              </a:solidFill>
              <a:latin typeface="Roboto"/>
              <a:ea typeface="Roboto"/>
              <a:cs typeface="Roboto"/>
              <a:sym typeface="Roboto"/>
            </a:endParaRPr>
          </a:p>
        </p:txBody>
      </p:sp>
      <p:sp>
        <p:nvSpPr>
          <p:cNvPr id="748" name="Google Shape;748;p7"/>
          <p:cNvSpPr txBox="1"/>
          <p:nvPr/>
        </p:nvSpPr>
        <p:spPr>
          <a:xfrm>
            <a:off x="5696952" y="2136968"/>
            <a:ext cx="3078352" cy="708000"/>
          </a:xfrm>
          <a:prstGeom prst="rect">
            <a:avLst/>
          </a:prstGeom>
          <a:noFill/>
          <a:ln>
            <a:noFill/>
          </a:ln>
        </p:spPr>
        <p:txBody>
          <a:bodyPr anchorCtr="0" anchor="t" bIns="91425" lIns="91425" spcFirstLastPara="1" rIns="91425" wrap="square" tIns="91425">
            <a:noAutofit/>
          </a:bodyPr>
          <a:lstStyle/>
          <a:p>
            <a:pPr indent="-171450" lvl="2" marL="171450" marR="0" rtl="0" algn="l">
              <a:lnSpc>
                <a:spcPct val="100000"/>
              </a:lnSpc>
              <a:spcBef>
                <a:spcPts val="0"/>
              </a:spcBef>
              <a:spcAft>
                <a:spcPts val="0"/>
              </a:spcAft>
              <a:buClr>
                <a:schemeClr val="lt1"/>
              </a:buClr>
              <a:buSzPts val="1200"/>
              <a:buFont typeface="Noto Sans Symbols"/>
              <a:buChar char="✔"/>
            </a:pPr>
            <a:r>
              <a:rPr b="0" i="0" lang="en-NL" sz="1200" u="none" cap="none" strike="noStrike">
                <a:solidFill>
                  <a:schemeClr val="lt1"/>
                </a:solidFill>
                <a:latin typeface="Roboto"/>
                <a:ea typeface="Roboto"/>
                <a:cs typeface="Roboto"/>
                <a:sym typeface="Roboto"/>
              </a:rPr>
              <a:t>Categorized charging stations by accessibility</a:t>
            </a:r>
            <a:endParaRPr b="0" i="0" sz="1200" u="none" cap="none" strike="noStrike">
              <a:solidFill>
                <a:schemeClr val="lt1"/>
              </a:solidFill>
              <a:latin typeface="Roboto"/>
              <a:ea typeface="Roboto"/>
              <a:cs typeface="Roboto"/>
              <a:sym typeface="Roboto"/>
            </a:endParaRPr>
          </a:p>
        </p:txBody>
      </p:sp>
      <p:grpSp>
        <p:nvGrpSpPr>
          <p:cNvPr id="749" name="Google Shape;749;p7"/>
          <p:cNvGrpSpPr/>
          <p:nvPr/>
        </p:nvGrpSpPr>
        <p:grpSpPr>
          <a:xfrm>
            <a:off x="5214041" y="3195799"/>
            <a:ext cx="3627425" cy="1783588"/>
            <a:chOff x="5214041" y="3195799"/>
            <a:chExt cx="3627425" cy="1783588"/>
          </a:xfrm>
        </p:grpSpPr>
        <p:sp>
          <p:nvSpPr>
            <p:cNvPr id="750" name="Google Shape;750;p7"/>
            <p:cNvSpPr txBox="1"/>
            <p:nvPr/>
          </p:nvSpPr>
          <p:spPr>
            <a:xfrm>
              <a:off x="5620465" y="3417799"/>
              <a:ext cx="3066335" cy="7080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chemeClr val="lt1"/>
                </a:buClr>
                <a:buSzPts val="1100"/>
                <a:buFont typeface="Noto Sans Symbols"/>
                <a:buChar char="✔"/>
              </a:pPr>
              <a:r>
                <a:rPr b="0" i="0" lang="en-NL" sz="1200" u="none" cap="none" strike="noStrike">
                  <a:solidFill>
                    <a:schemeClr val="lt1"/>
                  </a:solidFill>
                  <a:latin typeface="Roboto"/>
                  <a:ea typeface="Roboto"/>
                  <a:cs typeface="Roboto"/>
                  <a:sym typeface="Roboto"/>
                </a:rPr>
                <a:t>Combined Eurostat, Open Charge Map, and web-scraped datasets</a:t>
              </a:r>
              <a:endParaRPr b="0" i="0" sz="1200" u="none" cap="none" strike="noStrike">
                <a:solidFill>
                  <a:schemeClr val="lt1"/>
                </a:solidFill>
                <a:latin typeface="Roboto"/>
                <a:ea typeface="Roboto"/>
                <a:cs typeface="Roboto"/>
                <a:sym typeface="Roboto"/>
              </a:endParaRPr>
            </a:p>
          </p:txBody>
        </p:sp>
        <p:sp>
          <p:nvSpPr>
            <p:cNvPr id="751" name="Google Shape;751;p7"/>
            <p:cNvSpPr txBox="1"/>
            <p:nvPr/>
          </p:nvSpPr>
          <p:spPr>
            <a:xfrm>
              <a:off x="6345554" y="3195799"/>
              <a:ext cx="2160300" cy="1992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b="1" i="0" lang="en-NL" sz="1400" u="none" cap="none" strike="noStrike">
                  <a:solidFill>
                    <a:schemeClr val="lt1"/>
                  </a:solidFill>
                  <a:latin typeface="Fira Sans"/>
                  <a:ea typeface="Fira Sans"/>
                  <a:cs typeface="Fira Sans"/>
                  <a:sym typeface="Fira Sans"/>
                </a:rPr>
                <a:t>Data Integration</a:t>
              </a:r>
              <a:endParaRPr b="1" i="0" sz="1400" u="none" cap="none" strike="noStrike">
                <a:solidFill>
                  <a:schemeClr val="lt1"/>
                </a:solidFill>
                <a:latin typeface="Fira Sans"/>
                <a:ea typeface="Fira Sans"/>
                <a:cs typeface="Fira Sans"/>
                <a:sym typeface="Fira Sans"/>
              </a:endParaRPr>
            </a:p>
          </p:txBody>
        </p:sp>
        <p:sp>
          <p:nvSpPr>
            <p:cNvPr id="752" name="Google Shape;752;p7"/>
            <p:cNvSpPr txBox="1"/>
            <p:nvPr/>
          </p:nvSpPr>
          <p:spPr>
            <a:xfrm>
              <a:off x="5448927" y="3828826"/>
              <a:ext cx="3066335" cy="5195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chemeClr val="lt1"/>
                </a:buClr>
                <a:buSzPts val="1100"/>
                <a:buFont typeface="Noto Sans Symbols"/>
                <a:buChar char="✔"/>
              </a:pPr>
              <a:r>
                <a:rPr b="0" i="0" lang="en-NL" sz="1200" u="none" cap="none" strike="noStrike">
                  <a:solidFill>
                    <a:schemeClr val="lt1"/>
                  </a:solidFill>
                  <a:latin typeface="Roboto"/>
                  <a:ea typeface="Roboto"/>
                  <a:cs typeface="Roboto"/>
                  <a:sym typeface="Roboto"/>
                </a:rPr>
                <a:t>Created analytical metrics such as </a:t>
              </a:r>
              <a:r>
                <a:rPr b="1" i="0" lang="en-NL" sz="1200" u="none" cap="none" strike="noStrike">
                  <a:solidFill>
                    <a:schemeClr val="lt1"/>
                  </a:solidFill>
                  <a:latin typeface="Roboto"/>
                  <a:ea typeface="Roboto"/>
                  <a:cs typeface="Roboto"/>
                  <a:sym typeface="Roboto"/>
                </a:rPr>
                <a:t>EVs per 100,000 inhabitants</a:t>
              </a:r>
              <a:r>
                <a:rPr b="0" i="0" lang="en-NL" sz="1200" u="none" cap="none" strike="noStrike">
                  <a:solidFill>
                    <a:schemeClr val="lt1"/>
                  </a:solidFill>
                  <a:latin typeface="Roboto"/>
                  <a:ea typeface="Roboto"/>
                  <a:cs typeface="Roboto"/>
                  <a:sym typeface="Roboto"/>
                </a:rPr>
                <a:t>.</a:t>
              </a:r>
              <a:endParaRPr b="0" i="0" sz="1200" u="none" cap="none" strike="noStrike">
                <a:solidFill>
                  <a:schemeClr val="lt1"/>
                </a:solidFill>
                <a:latin typeface="Roboto"/>
                <a:ea typeface="Roboto"/>
                <a:cs typeface="Roboto"/>
                <a:sym typeface="Roboto"/>
              </a:endParaRPr>
            </a:p>
          </p:txBody>
        </p:sp>
        <p:sp>
          <p:nvSpPr>
            <p:cNvPr id="753" name="Google Shape;753;p7"/>
            <p:cNvSpPr txBox="1"/>
            <p:nvPr/>
          </p:nvSpPr>
          <p:spPr>
            <a:xfrm>
              <a:off x="5214041" y="4271387"/>
              <a:ext cx="3627425" cy="7080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chemeClr val="lt1"/>
                </a:buClr>
                <a:buSzPts val="1100"/>
                <a:buFont typeface="Noto Sans Symbols"/>
                <a:buChar char="✔"/>
              </a:pPr>
              <a:r>
                <a:rPr b="0" i="0" lang="en-NL" sz="1200" u="none" cap="none" strike="noStrike">
                  <a:solidFill>
                    <a:schemeClr val="lt1"/>
                  </a:solidFill>
                  <a:latin typeface="Roboto"/>
                  <a:ea typeface="Roboto"/>
                  <a:cs typeface="Roboto"/>
                  <a:sym typeface="Roboto"/>
                </a:rPr>
                <a:t>Prepared integrated datasets for visualization and business analysis.</a:t>
              </a:r>
              <a:endParaRPr b="0" i="0" sz="1200" u="none" cap="none" strike="noStrike">
                <a:solidFill>
                  <a:schemeClr val="lt1"/>
                </a:solidFill>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8"/>
          <p:cNvSpPr txBox="1"/>
          <p:nvPr>
            <p:ph type="title"/>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lang="en-NL">
                <a:solidFill>
                  <a:schemeClr val="dk1"/>
                </a:solidFill>
              </a:rPr>
              <a:t>Data Challenges &amp; Limitations</a:t>
            </a:r>
            <a:endParaRPr/>
          </a:p>
        </p:txBody>
      </p:sp>
      <p:cxnSp>
        <p:nvCxnSpPr>
          <p:cNvPr id="759" name="Google Shape;759;p8"/>
          <p:cNvCxnSpPr/>
          <p:nvPr/>
        </p:nvCxnSpPr>
        <p:spPr>
          <a:xfrm rot="10800000">
            <a:off x="457425" y="1601675"/>
            <a:ext cx="3628800" cy="0"/>
          </a:xfrm>
          <a:prstGeom prst="straightConnector1">
            <a:avLst/>
          </a:prstGeom>
          <a:noFill/>
          <a:ln cap="flat" cmpd="sng" w="19050">
            <a:solidFill>
              <a:schemeClr val="accent1"/>
            </a:solidFill>
            <a:prstDash val="solid"/>
            <a:round/>
            <a:headEnd len="sm" w="sm" type="none"/>
            <a:tailEnd len="sm" w="sm" type="none"/>
          </a:ln>
        </p:spPr>
      </p:cxnSp>
      <p:cxnSp>
        <p:nvCxnSpPr>
          <p:cNvPr id="760" name="Google Shape;760;p8"/>
          <p:cNvCxnSpPr/>
          <p:nvPr/>
        </p:nvCxnSpPr>
        <p:spPr>
          <a:xfrm rot="10800000">
            <a:off x="436600" y="2873250"/>
            <a:ext cx="2667900" cy="0"/>
          </a:xfrm>
          <a:prstGeom prst="straightConnector1">
            <a:avLst/>
          </a:prstGeom>
          <a:noFill/>
          <a:ln cap="flat" cmpd="sng" w="19050">
            <a:solidFill>
              <a:schemeClr val="accent2"/>
            </a:solidFill>
            <a:prstDash val="solid"/>
            <a:round/>
            <a:headEnd len="sm" w="sm" type="none"/>
            <a:tailEnd len="sm" w="sm" type="none"/>
          </a:ln>
        </p:spPr>
      </p:cxnSp>
      <p:cxnSp>
        <p:nvCxnSpPr>
          <p:cNvPr id="761" name="Google Shape;761;p8"/>
          <p:cNvCxnSpPr/>
          <p:nvPr/>
        </p:nvCxnSpPr>
        <p:spPr>
          <a:xfrm rot="10800000">
            <a:off x="457450" y="4068650"/>
            <a:ext cx="3048900" cy="0"/>
          </a:xfrm>
          <a:prstGeom prst="straightConnector1">
            <a:avLst/>
          </a:prstGeom>
          <a:noFill/>
          <a:ln cap="flat" cmpd="sng" w="19050">
            <a:solidFill>
              <a:schemeClr val="accent6"/>
            </a:solidFill>
            <a:prstDash val="solid"/>
            <a:round/>
            <a:headEnd len="sm" w="sm" type="none"/>
            <a:tailEnd len="sm" w="sm" type="none"/>
          </a:ln>
        </p:spPr>
      </p:cxnSp>
      <p:cxnSp>
        <p:nvCxnSpPr>
          <p:cNvPr id="762" name="Google Shape;762;p8"/>
          <p:cNvCxnSpPr/>
          <p:nvPr/>
        </p:nvCxnSpPr>
        <p:spPr>
          <a:xfrm>
            <a:off x="5229225" y="1601675"/>
            <a:ext cx="3457200" cy="0"/>
          </a:xfrm>
          <a:prstGeom prst="straightConnector1">
            <a:avLst/>
          </a:prstGeom>
          <a:noFill/>
          <a:ln cap="flat" cmpd="sng" w="19050">
            <a:solidFill>
              <a:schemeClr val="accent3"/>
            </a:solidFill>
            <a:prstDash val="solid"/>
            <a:round/>
            <a:headEnd len="sm" w="sm" type="none"/>
            <a:tailEnd len="sm" w="sm" type="none"/>
          </a:ln>
        </p:spPr>
      </p:cxnSp>
      <p:cxnSp>
        <p:nvCxnSpPr>
          <p:cNvPr id="763" name="Google Shape;763;p8"/>
          <p:cNvCxnSpPr/>
          <p:nvPr/>
        </p:nvCxnSpPr>
        <p:spPr>
          <a:xfrm>
            <a:off x="6016475" y="2873250"/>
            <a:ext cx="2670300" cy="0"/>
          </a:xfrm>
          <a:prstGeom prst="straightConnector1">
            <a:avLst/>
          </a:prstGeom>
          <a:noFill/>
          <a:ln cap="flat" cmpd="sng" w="19050">
            <a:solidFill>
              <a:schemeClr val="accent4"/>
            </a:solidFill>
            <a:prstDash val="solid"/>
            <a:round/>
            <a:headEnd len="sm" w="sm" type="none"/>
            <a:tailEnd len="sm" w="sm" type="none"/>
          </a:ln>
        </p:spPr>
      </p:cxnSp>
      <p:cxnSp>
        <p:nvCxnSpPr>
          <p:cNvPr id="764" name="Google Shape;764;p8"/>
          <p:cNvCxnSpPr/>
          <p:nvPr/>
        </p:nvCxnSpPr>
        <p:spPr>
          <a:xfrm>
            <a:off x="5590650" y="4068650"/>
            <a:ext cx="3096000" cy="0"/>
          </a:xfrm>
          <a:prstGeom prst="straightConnector1">
            <a:avLst/>
          </a:prstGeom>
          <a:noFill/>
          <a:ln cap="flat" cmpd="sng" w="19050">
            <a:solidFill>
              <a:schemeClr val="accent5"/>
            </a:solidFill>
            <a:prstDash val="solid"/>
            <a:round/>
            <a:headEnd len="sm" w="sm" type="none"/>
            <a:tailEnd len="sm" w="sm" type="none"/>
          </a:ln>
        </p:spPr>
      </p:cxnSp>
      <p:grpSp>
        <p:nvGrpSpPr>
          <p:cNvPr id="765" name="Google Shape;765;p8"/>
          <p:cNvGrpSpPr/>
          <p:nvPr/>
        </p:nvGrpSpPr>
        <p:grpSpPr>
          <a:xfrm>
            <a:off x="2889517" y="1372740"/>
            <a:ext cx="3364965" cy="3227727"/>
            <a:chOff x="3090456" y="1637685"/>
            <a:chExt cx="3059894" cy="2935097"/>
          </a:xfrm>
        </p:grpSpPr>
        <p:sp>
          <p:nvSpPr>
            <p:cNvPr id="766" name="Google Shape;766;p8"/>
            <p:cNvSpPr/>
            <p:nvPr/>
          </p:nvSpPr>
          <p:spPr>
            <a:xfrm>
              <a:off x="3366375" y="3511361"/>
              <a:ext cx="1202954" cy="1060813"/>
            </a:xfrm>
            <a:custGeom>
              <a:rect b="b" l="l" r="r" t="t"/>
              <a:pathLst>
                <a:path extrusionOk="0" h="6978" w="7913">
                  <a:moveTo>
                    <a:pt x="1281" y="1"/>
                  </a:moveTo>
                  <a:lnTo>
                    <a:pt x="1" y="2359"/>
                  </a:lnTo>
                  <a:cubicBezTo>
                    <a:pt x="1643" y="5046"/>
                    <a:pt x="4562" y="6865"/>
                    <a:pt x="7913" y="6978"/>
                  </a:cubicBezTo>
                  <a:lnTo>
                    <a:pt x="6534" y="4782"/>
                  </a:lnTo>
                  <a:lnTo>
                    <a:pt x="7879" y="2338"/>
                  </a:lnTo>
                  <a:cubicBezTo>
                    <a:pt x="6284" y="2222"/>
                    <a:pt x="4839" y="1355"/>
                    <a:pt x="398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8"/>
            <p:cNvSpPr/>
            <p:nvPr/>
          </p:nvSpPr>
          <p:spPr>
            <a:xfrm>
              <a:off x="4679840" y="1639053"/>
              <a:ext cx="1206907" cy="1081944"/>
            </a:xfrm>
            <a:custGeom>
              <a:rect b="b" l="l" r="r" t="t"/>
              <a:pathLst>
                <a:path extrusionOk="0" h="7117" w="7939">
                  <a:moveTo>
                    <a:pt x="1" y="0"/>
                  </a:moveTo>
                  <a:lnTo>
                    <a:pt x="1344" y="2306"/>
                  </a:lnTo>
                  <a:lnTo>
                    <a:pt x="20" y="4642"/>
                  </a:lnTo>
                  <a:cubicBezTo>
                    <a:pt x="1653" y="4777"/>
                    <a:pt x="3117" y="5701"/>
                    <a:pt x="3942" y="7117"/>
                  </a:cubicBezTo>
                  <a:lnTo>
                    <a:pt x="6637" y="7117"/>
                  </a:lnTo>
                  <a:lnTo>
                    <a:pt x="7938" y="4775"/>
                  </a:lnTo>
                  <a:cubicBezTo>
                    <a:pt x="6324" y="2020"/>
                    <a:pt x="3388" y="138"/>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8"/>
            <p:cNvSpPr/>
            <p:nvPr/>
          </p:nvSpPr>
          <p:spPr>
            <a:xfrm>
              <a:off x="3372608" y="1637685"/>
              <a:ext cx="1436765" cy="1037706"/>
            </a:xfrm>
            <a:custGeom>
              <a:rect b="b" l="l" r="r" t="t"/>
              <a:pathLst>
                <a:path extrusionOk="0" h="6826" w="9451">
                  <a:moveTo>
                    <a:pt x="8100" y="1"/>
                  </a:moveTo>
                  <a:cubicBezTo>
                    <a:pt x="4680" y="37"/>
                    <a:pt x="1686" y="1850"/>
                    <a:pt x="0" y="4560"/>
                  </a:cubicBezTo>
                  <a:lnTo>
                    <a:pt x="2731" y="4560"/>
                  </a:lnTo>
                  <a:lnTo>
                    <a:pt x="4051" y="6825"/>
                  </a:lnTo>
                  <a:cubicBezTo>
                    <a:pt x="4974" y="5471"/>
                    <a:pt x="6499" y="4653"/>
                    <a:pt x="8136" y="4634"/>
                  </a:cubicBezTo>
                  <a:lnTo>
                    <a:pt x="9450" y="2317"/>
                  </a:lnTo>
                  <a:lnTo>
                    <a:pt x="810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8"/>
            <p:cNvSpPr/>
            <p:nvPr/>
          </p:nvSpPr>
          <p:spPr>
            <a:xfrm>
              <a:off x="3090456" y="2395668"/>
              <a:ext cx="859535" cy="1408184"/>
            </a:xfrm>
            <a:custGeom>
              <a:rect b="b" l="l" r="r" t="t"/>
              <a:pathLst>
                <a:path extrusionOk="0" h="9263" w="5654">
                  <a:moveTo>
                    <a:pt x="1604" y="1"/>
                  </a:moveTo>
                  <a:cubicBezTo>
                    <a:pt x="18" y="2880"/>
                    <a:pt x="1" y="6371"/>
                    <a:pt x="1564" y="9263"/>
                  </a:cubicBezTo>
                  <a:lnTo>
                    <a:pt x="2842" y="6912"/>
                  </a:lnTo>
                  <a:lnTo>
                    <a:pt x="5565" y="6912"/>
                  </a:lnTo>
                  <a:cubicBezTo>
                    <a:pt x="4826" y="5438"/>
                    <a:pt x="4860" y="3697"/>
                    <a:pt x="5653" y="2252"/>
                  </a:cubicBezTo>
                  <a:lnTo>
                    <a:pt x="434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8"/>
            <p:cNvSpPr/>
            <p:nvPr/>
          </p:nvSpPr>
          <p:spPr>
            <a:xfrm>
              <a:off x="5293551" y="2431698"/>
              <a:ext cx="856799" cy="1404384"/>
            </a:xfrm>
            <a:custGeom>
              <a:rect b="b" l="l" r="r" t="t"/>
              <a:pathLst>
                <a:path extrusionOk="0" h="9238" w="5636">
                  <a:moveTo>
                    <a:pt x="4144" y="1"/>
                  </a:moveTo>
                  <a:lnTo>
                    <a:pt x="2852" y="2328"/>
                  </a:lnTo>
                  <a:lnTo>
                    <a:pt x="127" y="2330"/>
                  </a:lnTo>
                  <a:cubicBezTo>
                    <a:pt x="783" y="3754"/>
                    <a:pt x="736" y="5404"/>
                    <a:pt x="0" y="6789"/>
                  </a:cubicBezTo>
                  <a:lnTo>
                    <a:pt x="1354" y="9237"/>
                  </a:lnTo>
                  <a:lnTo>
                    <a:pt x="3971" y="9182"/>
                  </a:lnTo>
                  <a:cubicBezTo>
                    <a:pt x="5570" y="6347"/>
                    <a:pt x="5636" y="2895"/>
                    <a:pt x="414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8"/>
            <p:cNvSpPr/>
            <p:nvPr/>
          </p:nvSpPr>
          <p:spPr>
            <a:xfrm>
              <a:off x="4434782" y="3528387"/>
              <a:ext cx="1422931" cy="1044395"/>
            </a:xfrm>
            <a:custGeom>
              <a:rect b="b" l="l" r="r" t="t"/>
              <a:pathLst>
                <a:path extrusionOk="0" h="6870" w="9360">
                  <a:moveTo>
                    <a:pt x="5395" y="1"/>
                  </a:moveTo>
                  <a:cubicBezTo>
                    <a:pt x="4488" y="1365"/>
                    <a:pt x="2971" y="2201"/>
                    <a:pt x="1331" y="2237"/>
                  </a:cubicBezTo>
                  <a:lnTo>
                    <a:pt x="1" y="4655"/>
                  </a:lnTo>
                  <a:lnTo>
                    <a:pt x="1393" y="6870"/>
                  </a:lnTo>
                  <a:cubicBezTo>
                    <a:pt x="4744" y="6808"/>
                    <a:pt x="7676" y="5042"/>
                    <a:pt x="9360" y="2400"/>
                  </a:cubicBezTo>
                  <a:lnTo>
                    <a:pt x="9360" y="2400"/>
                  </a:lnTo>
                  <a:lnTo>
                    <a:pt x="6753" y="2457"/>
                  </a:lnTo>
                  <a:lnTo>
                    <a:pt x="5395"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8"/>
            <p:cNvSpPr/>
            <p:nvPr/>
          </p:nvSpPr>
          <p:spPr>
            <a:xfrm>
              <a:off x="3445525" y="1966525"/>
              <a:ext cx="2334600" cy="23346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3" name="Google Shape;773;p8"/>
          <p:cNvSpPr/>
          <p:nvPr/>
        </p:nvSpPr>
        <p:spPr>
          <a:xfrm>
            <a:off x="8524723" y="3935347"/>
            <a:ext cx="3096" cy="45279"/>
          </a:xfrm>
          <a:custGeom>
            <a:rect b="b" l="l" r="r" t="t"/>
            <a:pathLst>
              <a:path extrusionOk="0" h="117" w="8">
                <a:moveTo>
                  <a:pt x="7" y="1"/>
                </a:moveTo>
                <a:cubicBezTo>
                  <a:pt x="6" y="40"/>
                  <a:pt x="4" y="79"/>
                  <a:pt x="0" y="117"/>
                </a:cubicBezTo>
                <a:lnTo>
                  <a:pt x="7" y="117"/>
                </a:lnTo>
                <a:lnTo>
                  <a:pt x="7" y="1"/>
                </a:lnTo>
                <a:close/>
              </a:path>
            </a:pathLst>
          </a:custGeom>
          <a:solidFill>
            <a:srgbClr val="DFF9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8"/>
          <p:cNvSpPr txBox="1"/>
          <p:nvPr/>
        </p:nvSpPr>
        <p:spPr>
          <a:xfrm>
            <a:off x="6981200" y="1348625"/>
            <a:ext cx="1726200" cy="1695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2000"/>
              <a:buFont typeface="Arial"/>
              <a:buNone/>
            </a:pPr>
            <a:r>
              <a:rPr b="1" i="0" lang="en-NL" sz="2000" u="none" cap="none" strike="noStrike">
                <a:solidFill>
                  <a:schemeClr val="accent3"/>
                </a:solidFill>
                <a:latin typeface="Fira Sans"/>
                <a:ea typeface="Fira Sans"/>
                <a:cs typeface="Fira Sans"/>
                <a:sym typeface="Fira Sans"/>
              </a:rPr>
              <a:t>02</a:t>
            </a:r>
            <a:endParaRPr b="1" i="0" sz="2000" u="none" cap="none" strike="noStrike">
              <a:solidFill>
                <a:schemeClr val="accent3"/>
              </a:solidFill>
              <a:latin typeface="Fira Sans"/>
              <a:ea typeface="Fira Sans"/>
              <a:cs typeface="Fira Sans"/>
              <a:sym typeface="Fira Sans"/>
            </a:endParaRPr>
          </a:p>
        </p:txBody>
      </p:sp>
      <p:sp>
        <p:nvSpPr>
          <p:cNvPr id="775" name="Google Shape;775;p8"/>
          <p:cNvSpPr txBox="1"/>
          <p:nvPr/>
        </p:nvSpPr>
        <p:spPr>
          <a:xfrm>
            <a:off x="6217372" y="1549310"/>
            <a:ext cx="2490028" cy="73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NL" sz="1100" u="none" cap="none" strike="noStrike">
                <a:solidFill>
                  <a:srgbClr val="000000"/>
                </a:solidFill>
                <a:latin typeface="Roboto"/>
                <a:ea typeface="Roboto"/>
                <a:cs typeface="Roboto"/>
                <a:sym typeface="Roboto"/>
              </a:rPr>
              <a:t>Data Granularity : Eurostat provides EV registrations available only at the national level not at the city or provincial level</a:t>
            </a:r>
            <a:endParaRPr b="0" i="0" sz="1100" u="none" cap="none" strike="noStrike">
              <a:solidFill>
                <a:srgbClr val="000000"/>
              </a:solidFill>
              <a:latin typeface="Roboto"/>
              <a:ea typeface="Roboto"/>
              <a:cs typeface="Roboto"/>
              <a:sym typeface="Roboto"/>
            </a:endParaRPr>
          </a:p>
        </p:txBody>
      </p:sp>
      <p:sp>
        <p:nvSpPr>
          <p:cNvPr id="776" name="Google Shape;776;p8"/>
          <p:cNvSpPr txBox="1"/>
          <p:nvPr/>
        </p:nvSpPr>
        <p:spPr>
          <a:xfrm>
            <a:off x="6981200" y="2630838"/>
            <a:ext cx="1726200" cy="1695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2000"/>
              <a:buFont typeface="Arial"/>
              <a:buNone/>
            </a:pPr>
            <a:r>
              <a:rPr b="1" i="0" lang="en-NL" sz="2000" u="none" cap="none" strike="noStrike">
                <a:solidFill>
                  <a:schemeClr val="accent4"/>
                </a:solidFill>
                <a:latin typeface="Fira Sans"/>
                <a:ea typeface="Fira Sans"/>
                <a:cs typeface="Fira Sans"/>
                <a:sym typeface="Fira Sans"/>
              </a:rPr>
              <a:t>04</a:t>
            </a:r>
            <a:endParaRPr b="1" i="0" sz="2000" u="none" cap="none" strike="noStrike">
              <a:solidFill>
                <a:schemeClr val="accent4"/>
              </a:solidFill>
              <a:latin typeface="Fira Sans"/>
              <a:ea typeface="Fira Sans"/>
              <a:cs typeface="Fira Sans"/>
              <a:sym typeface="Fira Sans"/>
            </a:endParaRPr>
          </a:p>
        </p:txBody>
      </p:sp>
      <p:sp>
        <p:nvSpPr>
          <p:cNvPr id="777" name="Google Shape;777;p8"/>
          <p:cNvSpPr txBox="1"/>
          <p:nvPr/>
        </p:nvSpPr>
        <p:spPr>
          <a:xfrm>
            <a:off x="6317161" y="2807398"/>
            <a:ext cx="2390239" cy="73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NL" sz="1100" u="none" cap="none" strike="noStrike">
                <a:solidFill>
                  <a:srgbClr val="000000"/>
                </a:solidFill>
                <a:latin typeface="Roboto"/>
                <a:ea typeface="Roboto"/>
                <a:cs typeface="Roboto"/>
                <a:sym typeface="Roboto"/>
              </a:rPr>
              <a:t>Some charging station records contained missing or inconsistent location information, requiring additional data cleaning and geographic enrichment.</a:t>
            </a:r>
            <a:endParaRPr b="0" i="0" sz="1100" u="none" cap="none" strike="noStrike">
              <a:solidFill>
                <a:schemeClr val="dk1"/>
              </a:solidFill>
              <a:latin typeface="Roboto"/>
              <a:ea typeface="Roboto"/>
              <a:cs typeface="Roboto"/>
              <a:sym typeface="Roboto"/>
            </a:endParaRPr>
          </a:p>
        </p:txBody>
      </p:sp>
      <p:sp>
        <p:nvSpPr>
          <p:cNvPr id="778" name="Google Shape;778;p8"/>
          <p:cNvSpPr txBox="1"/>
          <p:nvPr/>
        </p:nvSpPr>
        <p:spPr>
          <a:xfrm flipH="1">
            <a:off x="457188" y="1348625"/>
            <a:ext cx="1726200" cy="169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NL" sz="2000" u="none" cap="none" strike="noStrike">
                <a:solidFill>
                  <a:schemeClr val="accent1"/>
                </a:solidFill>
                <a:latin typeface="Fira Sans"/>
                <a:ea typeface="Fira Sans"/>
                <a:cs typeface="Fira Sans"/>
                <a:sym typeface="Fira Sans"/>
              </a:rPr>
              <a:t>01</a:t>
            </a:r>
            <a:endParaRPr b="1" i="0" sz="2000" u="none" cap="none" strike="noStrike">
              <a:solidFill>
                <a:schemeClr val="accent1"/>
              </a:solidFill>
              <a:latin typeface="Fira Sans"/>
              <a:ea typeface="Fira Sans"/>
              <a:cs typeface="Fira Sans"/>
              <a:sym typeface="Fira Sans"/>
            </a:endParaRPr>
          </a:p>
        </p:txBody>
      </p:sp>
      <p:sp>
        <p:nvSpPr>
          <p:cNvPr id="779" name="Google Shape;779;p8"/>
          <p:cNvSpPr txBox="1"/>
          <p:nvPr/>
        </p:nvSpPr>
        <p:spPr>
          <a:xfrm flipH="1">
            <a:off x="471307" y="1553410"/>
            <a:ext cx="2721638" cy="73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NL" sz="1100" u="none" cap="none" strike="noStrike">
                <a:solidFill>
                  <a:srgbClr val="000000"/>
                </a:solidFill>
                <a:latin typeface="Roboto"/>
                <a:ea typeface="Roboto"/>
                <a:cs typeface="Roboto"/>
                <a:sym typeface="Roboto"/>
              </a:rPr>
              <a:t>Eurostat provides complete EV registration data only up to 2024. Therefore, the analysis is limited to 2020–2024.</a:t>
            </a:r>
            <a:endParaRPr b="0" i="0" sz="1100" u="none" cap="none" strike="noStrike">
              <a:solidFill>
                <a:schemeClr val="dk1"/>
              </a:solidFill>
              <a:latin typeface="Roboto"/>
              <a:ea typeface="Roboto"/>
              <a:cs typeface="Roboto"/>
              <a:sym typeface="Roboto"/>
            </a:endParaRPr>
          </a:p>
        </p:txBody>
      </p:sp>
      <p:sp>
        <p:nvSpPr>
          <p:cNvPr id="780" name="Google Shape;780;p8"/>
          <p:cNvSpPr txBox="1"/>
          <p:nvPr/>
        </p:nvSpPr>
        <p:spPr>
          <a:xfrm flipH="1">
            <a:off x="457188" y="2630838"/>
            <a:ext cx="1726200" cy="169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NL" sz="2000" u="none" cap="none" strike="noStrike">
                <a:solidFill>
                  <a:schemeClr val="accent2"/>
                </a:solidFill>
                <a:latin typeface="Fira Sans"/>
                <a:ea typeface="Fira Sans"/>
                <a:cs typeface="Fira Sans"/>
                <a:sym typeface="Fira Sans"/>
              </a:rPr>
              <a:t>03</a:t>
            </a:r>
            <a:endParaRPr b="1" i="0" sz="2000" u="none" cap="none" strike="noStrike">
              <a:solidFill>
                <a:schemeClr val="accent2"/>
              </a:solidFill>
              <a:latin typeface="Fira Sans"/>
              <a:ea typeface="Fira Sans"/>
              <a:cs typeface="Fira Sans"/>
              <a:sym typeface="Fira Sans"/>
            </a:endParaRPr>
          </a:p>
        </p:txBody>
      </p:sp>
      <p:sp>
        <p:nvSpPr>
          <p:cNvPr id="781" name="Google Shape;781;p8"/>
          <p:cNvSpPr txBox="1"/>
          <p:nvPr/>
        </p:nvSpPr>
        <p:spPr>
          <a:xfrm flipH="1">
            <a:off x="457187" y="2794519"/>
            <a:ext cx="2537557" cy="73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NL" sz="1100" u="none" cap="none" strike="noStrike">
                <a:solidFill>
                  <a:srgbClr val="000000"/>
                </a:solidFill>
                <a:latin typeface="Arial"/>
                <a:ea typeface="Arial"/>
                <a:cs typeface="Arial"/>
                <a:sym typeface="Arial"/>
              </a:rPr>
              <a:t>Open Charge Map relies on community and partner contributions, meaning station records may vary in completeness and update frequency.</a:t>
            </a:r>
            <a:r>
              <a:rPr b="0" i="0" lang="en-NL" sz="1100" u="none" cap="none" strike="noStrike">
                <a:solidFill>
                  <a:srgbClr val="000000"/>
                </a:solidFill>
                <a:latin typeface="Roboto"/>
                <a:ea typeface="Roboto"/>
                <a:cs typeface="Roboto"/>
                <a:sym typeface="Roboto"/>
              </a:rPr>
              <a:t> </a:t>
            </a:r>
            <a:endParaRPr b="0" i="0" sz="1100" u="none" cap="none" strike="noStrike">
              <a:solidFill>
                <a:srgbClr val="000000"/>
              </a:solidFill>
              <a:latin typeface="Roboto"/>
              <a:ea typeface="Roboto"/>
              <a:cs typeface="Roboto"/>
              <a:sym typeface="Roboto"/>
            </a:endParaRPr>
          </a:p>
        </p:txBody>
      </p:sp>
      <p:sp>
        <p:nvSpPr>
          <p:cNvPr id="782" name="Google Shape;782;p8"/>
          <p:cNvSpPr/>
          <p:nvPr/>
        </p:nvSpPr>
        <p:spPr>
          <a:xfrm>
            <a:off x="3959076" y="2236952"/>
            <a:ext cx="1270199" cy="1272705"/>
          </a:xfrm>
          <a:custGeom>
            <a:rect b="b" l="l" r="r" t="t"/>
            <a:pathLst>
              <a:path extrusionOk="0" h="62974" w="62850">
                <a:moveTo>
                  <a:pt x="18265" y="1845"/>
                </a:moveTo>
                <a:lnTo>
                  <a:pt x="18910" y="1907"/>
                </a:lnTo>
                <a:lnTo>
                  <a:pt x="19525" y="1999"/>
                </a:lnTo>
                <a:lnTo>
                  <a:pt x="20171" y="2153"/>
                </a:lnTo>
                <a:lnTo>
                  <a:pt x="20786" y="2307"/>
                </a:lnTo>
                <a:lnTo>
                  <a:pt x="21370" y="2522"/>
                </a:lnTo>
                <a:lnTo>
                  <a:pt x="21985" y="2768"/>
                </a:lnTo>
                <a:lnTo>
                  <a:pt x="22539" y="3045"/>
                </a:lnTo>
                <a:lnTo>
                  <a:pt x="23123" y="3352"/>
                </a:lnTo>
                <a:lnTo>
                  <a:pt x="23646" y="3690"/>
                </a:lnTo>
                <a:lnTo>
                  <a:pt x="24168" y="4090"/>
                </a:lnTo>
                <a:lnTo>
                  <a:pt x="24691" y="4490"/>
                </a:lnTo>
                <a:lnTo>
                  <a:pt x="25152" y="4951"/>
                </a:lnTo>
                <a:lnTo>
                  <a:pt x="25552" y="5381"/>
                </a:lnTo>
                <a:lnTo>
                  <a:pt x="25952" y="5843"/>
                </a:lnTo>
                <a:lnTo>
                  <a:pt x="26321" y="6304"/>
                </a:lnTo>
                <a:lnTo>
                  <a:pt x="26628" y="6796"/>
                </a:lnTo>
                <a:lnTo>
                  <a:pt x="26936" y="7319"/>
                </a:lnTo>
                <a:lnTo>
                  <a:pt x="27212" y="7841"/>
                </a:lnTo>
                <a:lnTo>
                  <a:pt x="27458" y="8364"/>
                </a:lnTo>
                <a:lnTo>
                  <a:pt x="27643" y="8917"/>
                </a:lnTo>
                <a:lnTo>
                  <a:pt x="27827" y="9471"/>
                </a:lnTo>
                <a:lnTo>
                  <a:pt x="27981" y="10024"/>
                </a:lnTo>
                <a:lnTo>
                  <a:pt x="28104" y="10609"/>
                </a:lnTo>
                <a:lnTo>
                  <a:pt x="28196" y="11193"/>
                </a:lnTo>
                <a:lnTo>
                  <a:pt x="28258" y="11777"/>
                </a:lnTo>
                <a:lnTo>
                  <a:pt x="28258" y="12361"/>
                </a:lnTo>
                <a:lnTo>
                  <a:pt x="28258" y="12946"/>
                </a:lnTo>
                <a:lnTo>
                  <a:pt x="28227" y="13530"/>
                </a:lnTo>
                <a:lnTo>
                  <a:pt x="23769" y="8887"/>
                </a:lnTo>
                <a:lnTo>
                  <a:pt x="23615" y="8764"/>
                </a:lnTo>
                <a:lnTo>
                  <a:pt x="23461" y="8671"/>
                </a:lnTo>
                <a:lnTo>
                  <a:pt x="23277" y="8641"/>
                </a:lnTo>
                <a:lnTo>
                  <a:pt x="23123" y="8610"/>
                </a:lnTo>
                <a:lnTo>
                  <a:pt x="22938" y="8641"/>
                </a:lnTo>
                <a:lnTo>
                  <a:pt x="22754" y="8671"/>
                </a:lnTo>
                <a:lnTo>
                  <a:pt x="22600" y="8764"/>
                </a:lnTo>
                <a:lnTo>
                  <a:pt x="22446" y="8856"/>
                </a:lnTo>
                <a:lnTo>
                  <a:pt x="22323" y="9010"/>
                </a:lnTo>
                <a:lnTo>
                  <a:pt x="22231" y="9163"/>
                </a:lnTo>
                <a:lnTo>
                  <a:pt x="22200" y="9348"/>
                </a:lnTo>
                <a:lnTo>
                  <a:pt x="22170" y="9502"/>
                </a:lnTo>
                <a:lnTo>
                  <a:pt x="22170" y="9686"/>
                </a:lnTo>
                <a:lnTo>
                  <a:pt x="22231" y="9871"/>
                </a:lnTo>
                <a:lnTo>
                  <a:pt x="22323" y="10024"/>
                </a:lnTo>
                <a:lnTo>
                  <a:pt x="22416" y="10178"/>
                </a:lnTo>
                <a:lnTo>
                  <a:pt x="26936" y="14883"/>
                </a:lnTo>
                <a:lnTo>
                  <a:pt x="26351" y="14944"/>
                </a:lnTo>
                <a:lnTo>
                  <a:pt x="25767" y="14944"/>
                </a:lnTo>
                <a:lnTo>
                  <a:pt x="25152" y="14913"/>
                </a:lnTo>
                <a:lnTo>
                  <a:pt x="24568" y="14883"/>
                </a:lnTo>
                <a:lnTo>
                  <a:pt x="23984" y="14790"/>
                </a:lnTo>
                <a:lnTo>
                  <a:pt x="23400" y="14667"/>
                </a:lnTo>
                <a:lnTo>
                  <a:pt x="22846" y="14514"/>
                </a:lnTo>
                <a:lnTo>
                  <a:pt x="22262" y="14329"/>
                </a:lnTo>
                <a:lnTo>
                  <a:pt x="21708" y="14145"/>
                </a:lnTo>
                <a:lnTo>
                  <a:pt x="21186" y="13899"/>
                </a:lnTo>
                <a:lnTo>
                  <a:pt x="20663" y="13622"/>
                </a:lnTo>
                <a:lnTo>
                  <a:pt x="20140" y="13314"/>
                </a:lnTo>
                <a:lnTo>
                  <a:pt x="19648" y="12976"/>
                </a:lnTo>
                <a:lnTo>
                  <a:pt x="19187" y="12638"/>
                </a:lnTo>
                <a:lnTo>
                  <a:pt x="18726" y="12238"/>
                </a:lnTo>
                <a:lnTo>
                  <a:pt x="18265" y="11839"/>
                </a:lnTo>
                <a:lnTo>
                  <a:pt x="17834" y="11347"/>
                </a:lnTo>
                <a:lnTo>
                  <a:pt x="17404" y="10855"/>
                </a:lnTo>
                <a:lnTo>
                  <a:pt x="17035" y="10332"/>
                </a:lnTo>
                <a:lnTo>
                  <a:pt x="16666" y="9778"/>
                </a:lnTo>
                <a:lnTo>
                  <a:pt x="16358" y="9225"/>
                </a:lnTo>
                <a:lnTo>
                  <a:pt x="16081" y="8641"/>
                </a:lnTo>
                <a:lnTo>
                  <a:pt x="15836" y="8057"/>
                </a:lnTo>
                <a:lnTo>
                  <a:pt x="15651" y="7442"/>
                </a:lnTo>
                <a:lnTo>
                  <a:pt x="15467" y="6827"/>
                </a:lnTo>
                <a:lnTo>
                  <a:pt x="15344" y="6212"/>
                </a:lnTo>
                <a:lnTo>
                  <a:pt x="15251" y="5566"/>
                </a:lnTo>
                <a:lnTo>
                  <a:pt x="15190" y="4951"/>
                </a:lnTo>
                <a:lnTo>
                  <a:pt x="15159" y="4305"/>
                </a:lnTo>
                <a:lnTo>
                  <a:pt x="15190" y="3629"/>
                </a:lnTo>
                <a:lnTo>
                  <a:pt x="15251" y="2983"/>
                </a:lnTo>
                <a:lnTo>
                  <a:pt x="15344" y="2337"/>
                </a:lnTo>
                <a:lnTo>
                  <a:pt x="15374" y="2214"/>
                </a:lnTo>
                <a:lnTo>
                  <a:pt x="15467" y="2122"/>
                </a:lnTo>
                <a:lnTo>
                  <a:pt x="15559" y="2061"/>
                </a:lnTo>
                <a:lnTo>
                  <a:pt x="15682" y="1999"/>
                </a:lnTo>
                <a:lnTo>
                  <a:pt x="16327" y="1907"/>
                </a:lnTo>
                <a:lnTo>
                  <a:pt x="16973" y="1845"/>
                </a:lnTo>
                <a:close/>
                <a:moveTo>
                  <a:pt x="45692" y="1845"/>
                </a:moveTo>
                <a:lnTo>
                  <a:pt x="46184" y="1876"/>
                </a:lnTo>
                <a:lnTo>
                  <a:pt x="46676" y="1938"/>
                </a:lnTo>
                <a:lnTo>
                  <a:pt x="47168" y="1999"/>
                </a:lnTo>
                <a:lnTo>
                  <a:pt x="47291" y="2061"/>
                </a:lnTo>
                <a:lnTo>
                  <a:pt x="47383" y="2122"/>
                </a:lnTo>
                <a:lnTo>
                  <a:pt x="47445" y="2214"/>
                </a:lnTo>
                <a:lnTo>
                  <a:pt x="47506" y="2337"/>
                </a:lnTo>
                <a:lnTo>
                  <a:pt x="47598" y="2983"/>
                </a:lnTo>
                <a:lnTo>
                  <a:pt x="47660" y="3629"/>
                </a:lnTo>
                <a:lnTo>
                  <a:pt x="47691" y="4305"/>
                </a:lnTo>
                <a:lnTo>
                  <a:pt x="47660" y="4951"/>
                </a:lnTo>
                <a:lnTo>
                  <a:pt x="47598" y="5566"/>
                </a:lnTo>
                <a:lnTo>
                  <a:pt x="47506" y="6212"/>
                </a:lnTo>
                <a:lnTo>
                  <a:pt x="47383" y="6827"/>
                </a:lnTo>
                <a:lnTo>
                  <a:pt x="47199" y="7442"/>
                </a:lnTo>
                <a:lnTo>
                  <a:pt x="46983" y="8057"/>
                </a:lnTo>
                <a:lnTo>
                  <a:pt x="46737" y="8641"/>
                </a:lnTo>
                <a:lnTo>
                  <a:pt x="46461" y="9225"/>
                </a:lnTo>
                <a:lnTo>
                  <a:pt x="46153" y="9778"/>
                </a:lnTo>
                <a:lnTo>
                  <a:pt x="45815" y="10332"/>
                </a:lnTo>
                <a:lnTo>
                  <a:pt x="45415" y="10855"/>
                </a:lnTo>
                <a:lnTo>
                  <a:pt x="45016" y="11347"/>
                </a:lnTo>
                <a:lnTo>
                  <a:pt x="44554" y="11839"/>
                </a:lnTo>
                <a:lnTo>
                  <a:pt x="44124" y="12238"/>
                </a:lnTo>
                <a:lnTo>
                  <a:pt x="43663" y="12638"/>
                </a:lnTo>
                <a:lnTo>
                  <a:pt x="43171" y="12976"/>
                </a:lnTo>
                <a:lnTo>
                  <a:pt x="42679" y="13314"/>
                </a:lnTo>
                <a:lnTo>
                  <a:pt x="42187" y="13622"/>
                </a:lnTo>
                <a:lnTo>
                  <a:pt x="41664" y="13899"/>
                </a:lnTo>
                <a:lnTo>
                  <a:pt x="41111" y="14145"/>
                </a:lnTo>
                <a:lnTo>
                  <a:pt x="40557" y="14329"/>
                </a:lnTo>
                <a:lnTo>
                  <a:pt x="40004" y="14514"/>
                </a:lnTo>
                <a:lnTo>
                  <a:pt x="39419" y="14667"/>
                </a:lnTo>
                <a:lnTo>
                  <a:pt x="38866" y="14790"/>
                </a:lnTo>
                <a:lnTo>
                  <a:pt x="38282" y="14883"/>
                </a:lnTo>
                <a:lnTo>
                  <a:pt x="37667" y="14913"/>
                </a:lnTo>
                <a:lnTo>
                  <a:pt x="37083" y="14944"/>
                </a:lnTo>
                <a:lnTo>
                  <a:pt x="36498" y="14944"/>
                </a:lnTo>
                <a:lnTo>
                  <a:pt x="35883" y="14883"/>
                </a:lnTo>
                <a:lnTo>
                  <a:pt x="40403" y="10178"/>
                </a:lnTo>
                <a:lnTo>
                  <a:pt x="40526" y="10024"/>
                </a:lnTo>
                <a:lnTo>
                  <a:pt x="40619" y="9871"/>
                </a:lnTo>
                <a:lnTo>
                  <a:pt x="40649" y="9686"/>
                </a:lnTo>
                <a:lnTo>
                  <a:pt x="40680" y="9502"/>
                </a:lnTo>
                <a:lnTo>
                  <a:pt x="40649" y="9348"/>
                </a:lnTo>
                <a:lnTo>
                  <a:pt x="40588" y="9163"/>
                </a:lnTo>
                <a:lnTo>
                  <a:pt x="40496" y="9010"/>
                </a:lnTo>
                <a:lnTo>
                  <a:pt x="40373" y="8856"/>
                </a:lnTo>
                <a:lnTo>
                  <a:pt x="40250" y="8764"/>
                </a:lnTo>
                <a:lnTo>
                  <a:pt x="40065" y="8671"/>
                </a:lnTo>
                <a:lnTo>
                  <a:pt x="39911" y="8641"/>
                </a:lnTo>
                <a:lnTo>
                  <a:pt x="39727" y="8610"/>
                </a:lnTo>
                <a:lnTo>
                  <a:pt x="39542" y="8641"/>
                </a:lnTo>
                <a:lnTo>
                  <a:pt x="39389" y="8671"/>
                </a:lnTo>
                <a:lnTo>
                  <a:pt x="39235" y="8764"/>
                </a:lnTo>
                <a:lnTo>
                  <a:pt x="39081" y="8887"/>
                </a:lnTo>
                <a:lnTo>
                  <a:pt x="34623" y="13530"/>
                </a:lnTo>
                <a:lnTo>
                  <a:pt x="34561" y="12946"/>
                </a:lnTo>
                <a:lnTo>
                  <a:pt x="34561" y="12361"/>
                </a:lnTo>
                <a:lnTo>
                  <a:pt x="34592" y="11777"/>
                </a:lnTo>
                <a:lnTo>
                  <a:pt x="34653" y="11193"/>
                </a:lnTo>
                <a:lnTo>
                  <a:pt x="34746" y="10609"/>
                </a:lnTo>
                <a:lnTo>
                  <a:pt x="34838" y="10024"/>
                </a:lnTo>
                <a:lnTo>
                  <a:pt x="34992" y="9471"/>
                </a:lnTo>
                <a:lnTo>
                  <a:pt x="35176" y="8917"/>
                </a:lnTo>
                <a:lnTo>
                  <a:pt x="35391" y="8364"/>
                </a:lnTo>
                <a:lnTo>
                  <a:pt x="35637" y="7841"/>
                </a:lnTo>
                <a:lnTo>
                  <a:pt x="35914" y="7319"/>
                </a:lnTo>
                <a:lnTo>
                  <a:pt x="36191" y="6796"/>
                </a:lnTo>
                <a:lnTo>
                  <a:pt x="36529" y="6304"/>
                </a:lnTo>
                <a:lnTo>
                  <a:pt x="36898" y="5843"/>
                </a:lnTo>
                <a:lnTo>
                  <a:pt x="37267" y="5381"/>
                </a:lnTo>
                <a:lnTo>
                  <a:pt x="37667" y="4951"/>
                </a:lnTo>
                <a:lnTo>
                  <a:pt x="38066" y="4582"/>
                </a:lnTo>
                <a:lnTo>
                  <a:pt x="38466" y="4244"/>
                </a:lnTo>
                <a:lnTo>
                  <a:pt x="38897" y="3905"/>
                </a:lnTo>
                <a:lnTo>
                  <a:pt x="39327" y="3629"/>
                </a:lnTo>
                <a:lnTo>
                  <a:pt x="39758" y="3321"/>
                </a:lnTo>
                <a:lnTo>
                  <a:pt x="40219" y="3075"/>
                </a:lnTo>
                <a:lnTo>
                  <a:pt x="40680" y="2860"/>
                </a:lnTo>
                <a:lnTo>
                  <a:pt x="41141" y="2645"/>
                </a:lnTo>
                <a:lnTo>
                  <a:pt x="41633" y="2460"/>
                </a:lnTo>
                <a:lnTo>
                  <a:pt x="42125" y="2276"/>
                </a:lnTo>
                <a:lnTo>
                  <a:pt x="42617" y="2153"/>
                </a:lnTo>
                <a:lnTo>
                  <a:pt x="43140" y="2030"/>
                </a:lnTo>
                <a:lnTo>
                  <a:pt x="43663" y="1938"/>
                </a:lnTo>
                <a:lnTo>
                  <a:pt x="44155" y="1876"/>
                </a:lnTo>
                <a:lnTo>
                  <a:pt x="44677" y="1845"/>
                </a:lnTo>
                <a:close/>
                <a:moveTo>
                  <a:pt x="6396" y="30411"/>
                </a:moveTo>
                <a:lnTo>
                  <a:pt x="6642" y="30441"/>
                </a:lnTo>
                <a:lnTo>
                  <a:pt x="6857" y="30503"/>
                </a:lnTo>
                <a:lnTo>
                  <a:pt x="7042" y="30595"/>
                </a:lnTo>
                <a:lnTo>
                  <a:pt x="7257" y="30687"/>
                </a:lnTo>
                <a:lnTo>
                  <a:pt x="7441" y="30780"/>
                </a:lnTo>
                <a:lnTo>
                  <a:pt x="7595" y="30903"/>
                </a:lnTo>
                <a:lnTo>
                  <a:pt x="7779" y="31056"/>
                </a:lnTo>
                <a:lnTo>
                  <a:pt x="7902" y="31210"/>
                </a:lnTo>
                <a:lnTo>
                  <a:pt x="8025" y="31395"/>
                </a:lnTo>
                <a:lnTo>
                  <a:pt x="8148" y="31579"/>
                </a:lnTo>
                <a:lnTo>
                  <a:pt x="8241" y="31763"/>
                </a:lnTo>
                <a:lnTo>
                  <a:pt x="8333" y="31979"/>
                </a:lnTo>
                <a:lnTo>
                  <a:pt x="8364" y="32194"/>
                </a:lnTo>
                <a:lnTo>
                  <a:pt x="8425" y="32409"/>
                </a:lnTo>
                <a:lnTo>
                  <a:pt x="8425" y="32655"/>
                </a:lnTo>
                <a:lnTo>
                  <a:pt x="8425" y="34900"/>
                </a:lnTo>
                <a:lnTo>
                  <a:pt x="3844" y="34900"/>
                </a:lnTo>
                <a:lnTo>
                  <a:pt x="3628" y="34838"/>
                </a:lnTo>
                <a:lnTo>
                  <a:pt x="3413" y="34808"/>
                </a:lnTo>
                <a:lnTo>
                  <a:pt x="3198" y="34715"/>
                </a:lnTo>
                <a:lnTo>
                  <a:pt x="3013" y="34623"/>
                </a:lnTo>
                <a:lnTo>
                  <a:pt x="2829" y="34500"/>
                </a:lnTo>
                <a:lnTo>
                  <a:pt x="2645" y="34377"/>
                </a:lnTo>
                <a:lnTo>
                  <a:pt x="2491" y="34254"/>
                </a:lnTo>
                <a:lnTo>
                  <a:pt x="2337" y="34070"/>
                </a:lnTo>
                <a:lnTo>
                  <a:pt x="2214" y="33916"/>
                </a:lnTo>
                <a:lnTo>
                  <a:pt x="2091" y="33731"/>
                </a:lnTo>
                <a:lnTo>
                  <a:pt x="1999" y="33516"/>
                </a:lnTo>
                <a:lnTo>
                  <a:pt x="1937" y="33332"/>
                </a:lnTo>
                <a:lnTo>
                  <a:pt x="1876" y="33116"/>
                </a:lnTo>
                <a:lnTo>
                  <a:pt x="1845" y="32870"/>
                </a:lnTo>
                <a:lnTo>
                  <a:pt x="1845" y="32655"/>
                </a:lnTo>
                <a:lnTo>
                  <a:pt x="1845" y="32409"/>
                </a:lnTo>
                <a:lnTo>
                  <a:pt x="1876" y="32194"/>
                </a:lnTo>
                <a:lnTo>
                  <a:pt x="1937" y="31979"/>
                </a:lnTo>
                <a:lnTo>
                  <a:pt x="1999" y="31763"/>
                </a:lnTo>
                <a:lnTo>
                  <a:pt x="2091" y="31579"/>
                </a:lnTo>
                <a:lnTo>
                  <a:pt x="2214" y="31395"/>
                </a:lnTo>
                <a:lnTo>
                  <a:pt x="2337" y="31210"/>
                </a:lnTo>
                <a:lnTo>
                  <a:pt x="2491" y="31056"/>
                </a:lnTo>
                <a:lnTo>
                  <a:pt x="2645" y="30903"/>
                </a:lnTo>
                <a:lnTo>
                  <a:pt x="2829" y="30780"/>
                </a:lnTo>
                <a:lnTo>
                  <a:pt x="3013" y="30687"/>
                </a:lnTo>
                <a:lnTo>
                  <a:pt x="3198" y="30595"/>
                </a:lnTo>
                <a:lnTo>
                  <a:pt x="3413" y="30503"/>
                </a:lnTo>
                <a:lnTo>
                  <a:pt x="3628" y="30441"/>
                </a:lnTo>
                <a:lnTo>
                  <a:pt x="3844" y="30411"/>
                </a:lnTo>
                <a:close/>
                <a:moveTo>
                  <a:pt x="58975" y="30411"/>
                </a:moveTo>
                <a:lnTo>
                  <a:pt x="59191" y="30441"/>
                </a:lnTo>
                <a:lnTo>
                  <a:pt x="59406" y="30503"/>
                </a:lnTo>
                <a:lnTo>
                  <a:pt x="59621" y="30595"/>
                </a:lnTo>
                <a:lnTo>
                  <a:pt x="59836" y="30687"/>
                </a:lnTo>
                <a:lnTo>
                  <a:pt x="60021" y="30780"/>
                </a:lnTo>
                <a:lnTo>
                  <a:pt x="60174" y="30903"/>
                </a:lnTo>
                <a:lnTo>
                  <a:pt x="60328" y="31056"/>
                </a:lnTo>
                <a:lnTo>
                  <a:pt x="60482" y="31210"/>
                </a:lnTo>
                <a:lnTo>
                  <a:pt x="60605" y="31395"/>
                </a:lnTo>
                <a:lnTo>
                  <a:pt x="60728" y="31579"/>
                </a:lnTo>
                <a:lnTo>
                  <a:pt x="60820" y="31763"/>
                </a:lnTo>
                <a:lnTo>
                  <a:pt x="60912" y="31979"/>
                </a:lnTo>
                <a:lnTo>
                  <a:pt x="60943" y="32194"/>
                </a:lnTo>
                <a:lnTo>
                  <a:pt x="61005" y="32409"/>
                </a:lnTo>
                <a:lnTo>
                  <a:pt x="61005" y="32655"/>
                </a:lnTo>
                <a:lnTo>
                  <a:pt x="61005" y="32870"/>
                </a:lnTo>
                <a:lnTo>
                  <a:pt x="60943" y="33116"/>
                </a:lnTo>
                <a:lnTo>
                  <a:pt x="60912" y="33332"/>
                </a:lnTo>
                <a:lnTo>
                  <a:pt x="60820" y="33516"/>
                </a:lnTo>
                <a:lnTo>
                  <a:pt x="60728" y="33731"/>
                </a:lnTo>
                <a:lnTo>
                  <a:pt x="60605" y="33916"/>
                </a:lnTo>
                <a:lnTo>
                  <a:pt x="60482" y="34070"/>
                </a:lnTo>
                <a:lnTo>
                  <a:pt x="60328" y="34254"/>
                </a:lnTo>
                <a:lnTo>
                  <a:pt x="60174" y="34377"/>
                </a:lnTo>
                <a:lnTo>
                  <a:pt x="60021" y="34500"/>
                </a:lnTo>
                <a:lnTo>
                  <a:pt x="59836" y="34623"/>
                </a:lnTo>
                <a:lnTo>
                  <a:pt x="59621" y="34715"/>
                </a:lnTo>
                <a:lnTo>
                  <a:pt x="59406" y="34808"/>
                </a:lnTo>
                <a:lnTo>
                  <a:pt x="59191" y="34838"/>
                </a:lnTo>
                <a:lnTo>
                  <a:pt x="58975" y="34900"/>
                </a:lnTo>
                <a:lnTo>
                  <a:pt x="54425" y="34900"/>
                </a:lnTo>
                <a:lnTo>
                  <a:pt x="54425" y="32655"/>
                </a:lnTo>
                <a:lnTo>
                  <a:pt x="54425" y="32409"/>
                </a:lnTo>
                <a:lnTo>
                  <a:pt x="54455" y="32194"/>
                </a:lnTo>
                <a:lnTo>
                  <a:pt x="54517" y="31979"/>
                </a:lnTo>
                <a:lnTo>
                  <a:pt x="54578" y="31763"/>
                </a:lnTo>
                <a:lnTo>
                  <a:pt x="54671" y="31579"/>
                </a:lnTo>
                <a:lnTo>
                  <a:pt x="54794" y="31395"/>
                </a:lnTo>
                <a:lnTo>
                  <a:pt x="54917" y="31210"/>
                </a:lnTo>
                <a:lnTo>
                  <a:pt x="55070" y="31056"/>
                </a:lnTo>
                <a:lnTo>
                  <a:pt x="55224" y="30903"/>
                </a:lnTo>
                <a:lnTo>
                  <a:pt x="55408" y="30780"/>
                </a:lnTo>
                <a:lnTo>
                  <a:pt x="55593" y="30687"/>
                </a:lnTo>
                <a:lnTo>
                  <a:pt x="55777" y="30595"/>
                </a:lnTo>
                <a:lnTo>
                  <a:pt x="55993" y="30503"/>
                </a:lnTo>
                <a:lnTo>
                  <a:pt x="56208" y="30441"/>
                </a:lnTo>
                <a:lnTo>
                  <a:pt x="56423" y="30411"/>
                </a:lnTo>
                <a:close/>
                <a:moveTo>
                  <a:pt x="14206" y="41664"/>
                </a:moveTo>
                <a:lnTo>
                  <a:pt x="14421" y="41695"/>
                </a:lnTo>
                <a:lnTo>
                  <a:pt x="14636" y="41757"/>
                </a:lnTo>
                <a:lnTo>
                  <a:pt x="14821" y="41818"/>
                </a:lnTo>
                <a:lnTo>
                  <a:pt x="15005" y="41910"/>
                </a:lnTo>
                <a:lnTo>
                  <a:pt x="15190" y="42033"/>
                </a:lnTo>
                <a:lnTo>
                  <a:pt x="15344" y="42156"/>
                </a:lnTo>
                <a:lnTo>
                  <a:pt x="15497" y="42279"/>
                </a:lnTo>
                <a:lnTo>
                  <a:pt x="15651" y="42433"/>
                </a:lnTo>
                <a:lnTo>
                  <a:pt x="15774" y="42618"/>
                </a:lnTo>
                <a:lnTo>
                  <a:pt x="15866" y="42802"/>
                </a:lnTo>
                <a:lnTo>
                  <a:pt x="15959" y="42987"/>
                </a:lnTo>
                <a:lnTo>
                  <a:pt x="16051" y="43171"/>
                </a:lnTo>
                <a:lnTo>
                  <a:pt x="16081" y="43386"/>
                </a:lnTo>
                <a:lnTo>
                  <a:pt x="16112" y="43602"/>
                </a:lnTo>
                <a:lnTo>
                  <a:pt x="16143" y="43817"/>
                </a:lnTo>
                <a:lnTo>
                  <a:pt x="16143" y="44924"/>
                </a:lnTo>
                <a:lnTo>
                  <a:pt x="16112" y="45139"/>
                </a:lnTo>
                <a:lnTo>
                  <a:pt x="16081" y="45354"/>
                </a:lnTo>
                <a:lnTo>
                  <a:pt x="16051" y="45570"/>
                </a:lnTo>
                <a:lnTo>
                  <a:pt x="15959" y="45754"/>
                </a:lnTo>
                <a:lnTo>
                  <a:pt x="15866" y="45969"/>
                </a:lnTo>
                <a:lnTo>
                  <a:pt x="15774" y="46123"/>
                </a:lnTo>
                <a:lnTo>
                  <a:pt x="15651" y="46307"/>
                </a:lnTo>
                <a:lnTo>
                  <a:pt x="15497" y="46461"/>
                </a:lnTo>
                <a:lnTo>
                  <a:pt x="15344" y="46584"/>
                </a:lnTo>
                <a:lnTo>
                  <a:pt x="15190" y="46707"/>
                </a:lnTo>
                <a:lnTo>
                  <a:pt x="15005" y="46830"/>
                </a:lnTo>
                <a:lnTo>
                  <a:pt x="14821" y="46922"/>
                </a:lnTo>
                <a:lnTo>
                  <a:pt x="14636" y="46984"/>
                </a:lnTo>
                <a:lnTo>
                  <a:pt x="14421" y="47045"/>
                </a:lnTo>
                <a:lnTo>
                  <a:pt x="14206" y="47076"/>
                </a:lnTo>
                <a:lnTo>
                  <a:pt x="4151" y="47076"/>
                </a:lnTo>
                <a:lnTo>
                  <a:pt x="4151" y="41664"/>
                </a:lnTo>
                <a:close/>
                <a:moveTo>
                  <a:pt x="58668" y="41664"/>
                </a:moveTo>
                <a:lnTo>
                  <a:pt x="58668" y="47076"/>
                </a:lnTo>
                <a:lnTo>
                  <a:pt x="48613" y="47076"/>
                </a:lnTo>
                <a:lnTo>
                  <a:pt x="48398" y="47045"/>
                </a:lnTo>
                <a:lnTo>
                  <a:pt x="48213" y="46984"/>
                </a:lnTo>
                <a:lnTo>
                  <a:pt x="47998" y="46922"/>
                </a:lnTo>
                <a:lnTo>
                  <a:pt x="47814" y="46830"/>
                </a:lnTo>
                <a:lnTo>
                  <a:pt x="47660" y="46707"/>
                </a:lnTo>
                <a:lnTo>
                  <a:pt x="47475" y="46584"/>
                </a:lnTo>
                <a:lnTo>
                  <a:pt x="47322" y="46461"/>
                </a:lnTo>
                <a:lnTo>
                  <a:pt x="47199" y="46307"/>
                </a:lnTo>
                <a:lnTo>
                  <a:pt x="47076" y="46123"/>
                </a:lnTo>
                <a:lnTo>
                  <a:pt x="46953" y="45969"/>
                </a:lnTo>
                <a:lnTo>
                  <a:pt x="46860" y="45754"/>
                </a:lnTo>
                <a:lnTo>
                  <a:pt x="46799" y="45570"/>
                </a:lnTo>
                <a:lnTo>
                  <a:pt x="46737" y="45354"/>
                </a:lnTo>
                <a:lnTo>
                  <a:pt x="46707" y="45139"/>
                </a:lnTo>
                <a:lnTo>
                  <a:pt x="46707" y="44924"/>
                </a:lnTo>
                <a:lnTo>
                  <a:pt x="46707" y="43817"/>
                </a:lnTo>
                <a:lnTo>
                  <a:pt x="46707" y="43602"/>
                </a:lnTo>
                <a:lnTo>
                  <a:pt x="46737" y="43386"/>
                </a:lnTo>
                <a:lnTo>
                  <a:pt x="46799" y="43171"/>
                </a:lnTo>
                <a:lnTo>
                  <a:pt x="46860" y="42987"/>
                </a:lnTo>
                <a:lnTo>
                  <a:pt x="46953" y="42802"/>
                </a:lnTo>
                <a:lnTo>
                  <a:pt x="47076" y="42618"/>
                </a:lnTo>
                <a:lnTo>
                  <a:pt x="47199" y="42433"/>
                </a:lnTo>
                <a:lnTo>
                  <a:pt x="47322" y="42279"/>
                </a:lnTo>
                <a:lnTo>
                  <a:pt x="47475" y="42156"/>
                </a:lnTo>
                <a:lnTo>
                  <a:pt x="47660" y="42033"/>
                </a:lnTo>
                <a:lnTo>
                  <a:pt x="47814" y="41910"/>
                </a:lnTo>
                <a:lnTo>
                  <a:pt x="47998" y="41818"/>
                </a:lnTo>
                <a:lnTo>
                  <a:pt x="48213" y="41757"/>
                </a:lnTo>
                <a:lnTo>
                  <a:pt x="48398" y="41695"/>
                </a:lnTo>
                <a:lnTo>
                  <a:pt x="48613" y="41664"/>
                </a:lnTo>
                <a:close/>
                <a:moveTo>
                  <a:pt x="12453" y="53841"/>
                </a:moveTo>
                <a:lnTo>
                  <a:pt x="12453" y="60113"/>
                </a:lnTo>
                <a:lnTo>
                  <a:pt x="12422" y="60329"/>
                </a:lnTo>
                <a:lnTo>
                  <a:pt x="12361" y="60513"/>
                </a:lnTo>
                <a:lnTo>
                  <a:pt x="12269" y="60667"/>
                </a:lnTo>
                <a:lnTo>
                  <a:pt x="12176" y="60821"/>
                </a:lnTo>
                <a:lnTo>
                  <a:pt x="12023" y="60944"/>
                </a:lnTo>
                <a:lnTo>
                  <a:pt x="11838" y="61036"/>
                </a:lnTo>
                <a:lnTo>
                  <a:pt x="11654" y="61097"/>
                </a:lnTo>
                <a:lnTo>
                  <a:pt x="11469" y="61128"/>
                </a:lnTo>
                <a:lnTo>
                  <a:pt x="5166" y="61128"/>
                </a:lnTo>
                <a:lnTo>
                  <a:pt x="4951" y="61097"/>
                </a:lnTo>
                <a:lnTo>
                  <a:pt x="4766" y="61036"/>
                </a:lnTo>
                <a:lnTo>
                  <a:pt x="4612" y="60944"/>
                </a:lnTo>
                <a:lnTo>
                  <a:pt x="4459" y="60821"/>
                </a:lnTo>
                <a:lnTo>
                  <a:pt x="4336" y="60667"/>
                </a:lnTo>
                <a:lnTo>
                  <a:pt x="4243" y="60513"/>
                </a:lnTo>
                <a:lnTo>
                  <a:pt x="4182" y="60329"/>
                </a:lnTo>
                <a:lnTo>
                  <a:pt x="4151" y="60113"/>
                </a:lnTo>
                <a:lnTo>
                  <a:pt x="4151" y="53841"/>
                </a:lnTo>
                <a:close/>
                <a:moveTo>
                  <a:pt x="58668" y="53841"/>
                </a:moveTo>
                <a:lnTo>
                  <a:pt x="58668" y="60113"/>
                </a:lnTo>
                <a:lnTo>
                  <a:pt x="58668" y="60329"/>
                </a:lnTo>
                <a:lnTo>
                  <a:pt x="58606" y="60513"/>
                </a:lnTo>
                <a:lnTo>
                  <a:pt x="58514" y="60667"/>
                </a:lnTo>
                <a:lnTo>
                  <a:pt x="58391" y="60821"/>
                </a:lnTo>
                <a:lnTo>
                  <a:pt x="58237" y="60944"/>
                </a:lnTo>
                <a:lnTo>
                  <a:pt x="58053" y="61036"/>
                </a:lnTo>
                <a:lnTo>
                  <a:pt x="57868" y="61097"/>
                </a:lnTo>
                <a:lnTo>
                  <a:pt x="57684" y="61128"/>
                </a:lnTo>
                <a:lnTo>
                  <a:pt x="51380" y="61128"/>
                </a:lnTo>
                <a:lnTo>
                  <a:pt x="51165" y="61097"/>
                </a:lnTo>
                <a:lnTo>
                  <a:pt x="50981" y="61036"/>
                </a:lnTo>
                <a:lnTo>
                  <a:pt x="50827" y="60944"/>
                </a:lnTo>
                <a:lnTo>
                  <a:pt x="50673" y="60821"/>
                </a:lnTo>
                <a:lnTo>
                  <a:pt x="50550" y="60667"/>
                </a:lnTo>
                <a:lnTo>
                  <a:pt x="50458" y="60513"/>
                </a:lnTo>
                <a:lnTo>
                  <a:pt x="50397" y="60329"/>
                </a:lnTo>
                <a:lnTo>
                  <a:pt x="50366" y="60113"/>
                </a:lnTo>
                <a:lnTo>
                  <a:pt x="50366" y="53841"/>
                </a:lnTo>
                <a:close/>
                <a:moveTo>
                  <a:pt x="16850" y="0"/>
                </a:moveTo>
                <a:lnTo>
                  <a:pt x="16081" y="93"/>
                </a:lnTo>
                <a:lnTo>
                  <a:pt x="15344" y="185"/>
                </a:lnTo>
                <a:lnTo>
                  <a:pt x="15005" y="277"/>
                </a:lnTo>
                <a:lnTo>
                  <a:pt x="14698" y="431"/>
                </a:lnTo>
                <a:lnTo>
                  <a:pt x="14390" y="615"/>
                </a:lnTo>
                <a:lnTo>
                  <a:pt x="14144" y="831"/>
                </a:lnTo>
                <a:lnTo>
                  <a:pt x="13929" y="1077"/>
                </a:lnTo>
                <a:lnTo>
                  <a:pt x="13745" y="1353"/>
                </a:lnTo>
                <a:lnTo>
                  <a:pt x="13622" y="1661"/>
                </a:lnTo>
                <a:lnTo>
                  <a:pt x="13529" y="1999"/>
                </a:lnTo>
                <a:lnTo>
                  <a:pt x="13406" y="2768"/>
                </a:lnTo>
                <a:lnTo>
                  <a:pt x="13345" y="3537"/>
                </a:lnTo>
                <a:lnTo>
                  <a:pt x="13314" y="4305"/>
                </a:lnTo>
                <a:lnTo>
                  <a:pt x="13345" y="5043"/>
                </a:lnTo>
                <a:lnTo>
                  <a:pt x="13406" y="5812"/>
                </a:lnTo>
                <a:lnTo>
                  <a:pt x="13529" y="6550"/>
                </a:lnTo>
                <a:lnTo>
                  <a:pt x="13683" y="7288"/>
                </a:lnTo>
                <a:lnTo>
                  <a:pt x="13868" y="7995"/>
                </a:lnTo>
                <a:lnTo>
                  <a:pt x="14114" y="8702"/>
                </a:lnTo>
                <a:lnTo>
                  <a:pt x="14390" y="9409"/>
                </a:lnTo>
                <a:lnTo>
                  <a:pt x="14729" y="10086"/>
                </a:lnTo>
                <a:lnTo>
                  <a:pt x="15098" y="10732"/>
                </a:lnTo>
                <a:lnTo>
                  <a:pt x="15497" y="11377"/>
                </a:lnTo>
                <a:lnTo>
                  <a:pt x="15959" y="11992"/>
                </a:lnTo>
                <a:lnTo>
                  <a:pt x="16450" y="12577"/>
                </a:lnTo>
                <a:lnTo>
                  <a:pt x="16973" y="13130"/>
                </a:lnTo>
                <a:lnTo>
                  <a:pt x="17434" y="13560"/>
                </a:lnTo>
                <a:lnTo>
                  <a:pt x="17896" y="13960"/>
                </a:lnTo>
                <a:lnTo>
                  <a:pt x="18388" y="14360"/>
                </a:lnTo>
                <a:lnTo>
                  <a:pt x="18880" y="14698"/>
                </a:lnTo>
                <a:lnTo>
                  <a:pt x="19402" y="15036"/>
                </a:lnTo>
                <a:lnTo>
                  <a:pt x="19925" y="15344"/>
                </a:lnTo>
                <a:lnTo>
                  <a:pt x="20478" y="15590"/>
                </a:lnTo>
                <a:lnTo>
                  <a:pt x="21032" y="15836"/>
                </a:lnTo>
                <a:lnTo>
                  <a:pt x="21616" y="16051"/>
                </a:lnTo>
                <a:lnTo>
                  <a:pt x="22200" y="16266"/>
                </a:lnTo>
                <a:lnTo>
                  <a:pt x="22785" y="16420"/>
                </a:lnTo>
                <a:lnTo>
                  <a:pt x="23369" y="16543"/>
                </a:lnTo>
                <a:lnTo>
                  <a:pt x="23984" y="16666"/>
                </a:lnTo>
                <a:lnTo>
                  <a:pt x="24568" y="16728"/>
                </a:lnTo>
                <a:lnTo>
                  <a:pt x="25183" y="16789"/>
                </a:lnTo>
                <a:lnTo>
                  <a:pt x="26382" y="16789"/>
                </a:lnTo>
                <a:lnTo>
                  <a:pt x="26936" y="16728"/>
                </a:lnTo>
                <a:lnTo>
                  <a:pt x="27520" y="16666"/>
                </a:lnTo>
                <a:lnTo>
                  <a:pt x="28104" y="16574"/>
                </a:lnTo>
                <a:lnTo>
                  <a:pt x="28473" y="16482"/>
                </a:lnTo>
                <a:lnTo>
                  <a:pt x="28873" y="16974"/>
                </a:lnTo>
                <a:lnTo>
                  <a:pt x="29242" y="17496"/>
                </a:lnTo>
                <a:lnTo>
                  <a:pt x="29549" y="18019"/>
                </a:lnTo>
                <a:lnTo>
                  <a:pt x="29826" y="18603"/>
                </a:lnTo>
                <a:lnTo>
                  <a:pt x="30041" y="19157"/>
                </a:lnTo>
                <a:lnTo>
                  <a:pt x="30226" y="19772"/>
                </a:lnTo>
                <a:lnTo>
                  <a:pt x="30379" y="20387"/>
                </a:lnTo>
                <a:lnTo>
                  <a:pt x="30441" y="21002"/>
                </a:lnTo>
                <a:lnTo>
                  <a:pt x="28627" y="21063"/>
                </a:lnTo>
                <a:lnTo>
                  <a:pt x="26782" y="21186"/>
                </a:lnTo>
                <a:lnTo>
                  <a:pt x="24968" y="21340"/>
                </a:lnTo>
                <a:lnTo>
                  <a:pt x="23123" y="21586"/>
                </a:lnTo>
                <a:lnTo>
                  <a:pt x="22938" y="21617"/>
                </a:lnTo>
                <a:lnTo>
                  <a:pt x="22785" y="21709"/>
                </a:lnTo>
                <a:lnTo>
                  <a:pt x="22631" y="21801"/>
                </a:lnTo>
                <a:lnTo>
                  <a:pt x="22508" y="21924"/>
                </a:lnTo>
                <a:lnTo>
                  <a:pt x="22416" y="22078"/>
                </a:lnTo>
                <a:lnTo>
                  <a:pt x="22354" y="22262"/>
                </a:lnTo>
                <a:lnTo>
                  <a:pt x="22323" y="22416"/>
                </a:lnTo>
                <a:lnTo>
                  <a:pt x="22354" y="22631"/>
                </a:lnTo>
                <a:lnTo>
                  <a:pt x="22385" y="22785"/>
                </a:lnTo>
                <a:lnTo>
                  <a:pt x="22446" y="22969"/>
                </a:lnTo>
                <a:lnTo>
                  <a:pt x="22569" y="23092"/>
                </a:lnTo>
                <a:lnTo>
                  <a:pt x="22692" y="23215"/>
                </a:lnTo>
                <a:lnTo>
                  <a:pt x="22846" y="23308"/>
                </a:lnTo>
                <a:lnTo>
                  <a:pt x="23000" y="23369"/>
                </a:lnTo>
                <a:lnTo>
                  <a:pt x="23184" y="23400"/>
                </a:lnTo>
                <a:lnTo>
                  <a:pt x="23369" y="23400"/>
                </a:lnTo>
                <a:lnTo>
                  <a:pt x="24968" y="23215"/>
                </a:lnTo>
                <a:lnTo>
                  <a:pt x="26536" y="23062"/>
                </a:lnTo>
                <a:lnTo>
                  <a:pt x="28104" y="22939"/>
                </a:lnTo>
                <a:lnTo>
                  <a:pt x="29672" y="22877"/>
                </a:lnTo>
                <a:lnTo>
                  <a:pt x="31240" y="22846"/>
                </a:lnTo>
                <a:lnTo>
                  <a:pt x="32809" y="22846"/>
                </a:lnTo>
                <a:lnTo>
                  <a:pt x="34377" y="22908"/>
                </a:lnTo>
                <a:lnTo>
                  <a:pt x="35914" y="23031"/>
                </a:lnTo>
                <a:lnTo>
                  <a:pt x="37482" y="23154"/>
                </a:lnTo>
                <a:lnTo>
                  <a:pt x="39050" y="23338"/>
                </a:lnTo>
                <a:lnTo>
                  <a:pt x="40588" y="23554"/>
                </a:lnTo>
                <a:lnTo>
                  <a:pt x="42156" y="23830"/>
                </a:lnTo>
                <a:lnTo>
                  <a:pt x="43693" y="24138"/>
                </a:lnTo>
                <a:lnTo>
                  <a:pt x="45231" y="24507"/>
                </a:lnTo>
                <a:lnTo>
                  <a:pt x="46768" y="24876"/>
                </a:lnTo>
                <a:lnTo>
                  <a:pt x="48306" y="25337"/>
                </a:lnTo>
                <a:lnTo>
                  <a:pt x="48582" y="25429"/>
                </a:lnTo>
                <a:lnTo>
                  <a:pt x="48828" y="25552"/>
                </a:lnTo>
                <a:lnTo>
                  <a:pt x="49074" y="25737"/>
                </a:lnTo>
                <a:lnTo>
                  <a:pt x="49290" y="25921"/>
                </a:lnTo>
                <a:lnTo>
                  <a:pt x="49474" y="26167"/>
                </a:lnTo>
                <a:lnTo>
                  <a:pt x="49628" y="26413"/>
                </a:lnTo>
                <a:lnTo>
                  <a:pt x="49782" y="26690"/>
                </a:lnTo>
                <a:lnTo>
                  <a:pt x="49874" y="26998"/>
                </a:lnTo>
                <a:lnTo>
                  <a:pt x="52241" y="34900"/>
                </a:lnTo>
                <a:lnTo>
                  <a:pt x="44339" y="34900"/>
                </a:lnTo>
                <a:lnTo>
                  <a:pt x="44155" y="34931"/>
                </a:lnTo>
                <a:lnTo>
                  <a:pt x="43970" y="34961"/>
                </a:lnTo>
                <a:lnTo>
                  <a:pt x="43816" y="35054"/>
                </a:lnTo>
                <a:lnTo>
                  <a:pt x="43693" y="35177"/>
                </a:lnTo>
                <a:lnTo>
                  <a:pt x="43570" y="35300"/>
                </a:lnTo>
                <a:lnTo>
                  <a:pt x="43478" y="35453"/>
                </a:lnTo>
                <a:lnTo>
                  <a:pt x="43417" y="35638"/>
                </a:lnTo>
                <a:lnTo>
                  <a:pt x="43417" y="35822"/>
                </a:lnTo>
                <a:lnTo>
                  <a:pt x="43417" y="36007"/>
                </a:lnTo>
                <a:lnTo>
                  <a:pt x="43478" y="36191"/>
                </a:lnTo>
                <a:lnTo>
                  <a:pt x="43570" y="36345"/>
                </a:lnTo>
                <a:lnTo>
                  <a:pt x="43693" y="36468"/>
                </a:lnTo>
                <a:lnTo>
                  <a:pt x="43816" y="36591"/>
                </a:lnTo>
                <a:lnTo>
                  <a:pt x="43970" y="36683"/>
                </a:lnTo>
                <a:lnTo>
                  <a:pt x="44155" y="36714"/>
                </a:lnTo>
                <a:lnTo>
                  <a:pt x="44339" y="36745"/>
                </a:lnTo>
                <a:lnTo>
                  <a:pt x="55439" y="36745"/>
                </a:lnTo>
                <a:lnTo>
                  <a:pt x="55777" y="36806"/>
                </a:lnTo>
                <a:lnTo>
                  <a:pt x="56085" y="36868"/>
                </a:lnTo>
                <a:lnTo>
                  <a:pt x="56392" y="36991"/>
                </a:lnTo>
                <a:lnTo>
                  <a:pt x="56669" y="37114"/>
                </a:lnTo>
                <a:lnTo>
                  <a:pt x="56946" y="37267"/>
                </a:lnTo>
                <a:lnTo>
                  <a:pt x="57223" y="37421"/>
                </a:lnTo>
                <a:lnTo>
                  <a:pt x="57469" y="37636"/>
                </a:lnTo>
                <a:lnTo>
                  <a:pt x="57684" y="37852"/>
                </a:lnTo>
                <a:lnTo>
                  <a:pt x="57899" y="38098"/>
                </a:lnTo>
                <a:lnTo>
                  <a:pt x="58084" y="38344"/>
                </a:lnTo>
                <a:lnTo>
                  <a:pt x="58237" y="38620"/>
                </a:lnTo>
                <a:lnTo>
                  <a:pt x="58391" y="38897"/>
                </a:lnTo>
                <a:lnTo>
                  <a:pt x="58483" y="39174"/>
                </a:lnTo>
                <a:lnTo>
                  <a:pt x="58576" y="39512"/>
                </a:lnTo>
                <a:lnTo>
                  <a:pt x="58637" y="39820"/>
                </a:lnTo>
                <a:lnTo>
                  <a:pt x="48859" y="39820"/>
                </a:lnTo>
                <a:lnTo>
                  <a:pt x="48429" y="39850"/>
                </a:lnTo>
                <a:lnTo>
                  <a:pt x="48029" y="39912"/>
                </a:lnTo>
                <a:lnTo>
                  <a:pt x="47660" y="40004"/>
                </a:lnTo>
                <a:lnTo>
                  <a:pt x="47291" y="40127"/>
                </a:lnTo>
                <a:lnTo>
                  <a:pt x="46953" y="40312"/>
                </a:lnTo>
                <a:lnTo>
                  <a:pt x="46614" y="40496"/>
                </a:lnTo>
                <a:lnTo>
                  <a:pt x="46307" y="40742"/>
                </a:lnTo>
                <a:lnTo>
                  <a:pt x="46030" y="40988"/>
                </a:lnTo>
                <a:lnTo>
                  <a:pt x="45754" y="41265"/>
                </a:lnTo>
                <a:lnTo>
                  <a:pt x="45538" y="41572"/>
                </a:lnTo>
                <a:lnTo>
                  <a:pt x="45323" y="41910"/>
                </a:lnTo>
                <a:lnTo>
                  <a:pt x="45169" y="42249"/>
                </a:lnTo>
                <a:lnTo>
                  <a:pt x="45046" y="42618"/>
                </a:lnTo>
                <a:lnTo>
                  <a:pt x="44923" y="43017"/>
                </a:lnTo>
                <a:lnTo>
                  <a:pt x="44862" y="43417"/>
                </a:lnTo>
                <a:lnTo>
                  <a:pt x="44862" y="43817"/>
                </a:lnTo>
                <a:lnTo>
                  <a:pt x="44862" y="44924"/>
                </a:lnTo>
                <a:lnTo>
                  <a:pt x="44862" y="45354"/>
                </a:lnTo>
                <a:lnTo>
                  <a:pt x="44923" y="45723"/>
                </a:lnTo>
                <a:lnTo>
                  <a:pt x="45046" y="46123"/>
                </a:lnTo>
                <a:lnTo>
                  <a:pt x="45169" y="46492"/>
                </a:lnTo>
                <a:lnTo>
                  <a:pt x="45323" y="46830"/>
                </a:lnTo>
                <a:lnTo>
                  <a:pt x="45538" y="47168"/>
                </a:lnTo>
                <a:lnTo>
                  <a:pt x="45754" y="47476"/>
                </a:lnTo>
                <a:lnTo>
                  <a:pt x="46030" y="47753"/>
                </a:lnTo>
                <a:lnTo>
                  <a:pt x="46307" y="47999"/>
                </a:lnTo>
                <a:lnTo>
                  <a:pt x="46614" y="48245"/>
                </a:lnTo>
                <a:lnTo>
                  <a:pt x="46953" y="48429"/>
                </a:lnTo>
                <a:lnTo>
                  <a:pt x="47291" y="48614"/>
                </a:lnTo>
                <a:lnTo>
                  <a:pt x="47660" y="48737"/>
                </a:lnTo>
                <a:lnTo>
                  <a:pt x="48029" y="48829"/>
                </a:lnTo>
                <a:lnTo>
                  <a:pt x="48429" y="48890"/>
                </a:lnTo>
                <a:lnTo>
                  <a:pt x="48859" y="48921"/>
                </a:lnTo>
                <a:lnTo>
                  <a:pt x="58668" y="48921"/>
                </a:lnTo>
                <a:lnTo>
                  <a:pt x="58668" y="51996"/>
                </a:lnTo>
                <a:lnTo>
                  <a:pt x="41449" y="51996"/>
                </a:lnTo>
                <a:lnTo>
                  <a:pt x="41541" y="51781"/>
                </a:lnTo>
                <a:lnTo>
                  <a:pt x="41572" y="51565"/>
                </a:lnTo>
                <a:lnTo>
                  <a:pt x="41603" y="51319"/>
                </a:lnTo>
                <a:lnTo>
                  <a:pt x="41633" y="51073"/>
                </a:lnTo>
                <a:lnTo>
                  <a:pt x="41633" y="48214"/>
                </a:lnTo>
                <a:lnTo>
                  <a:pt x="41603" y="47937"/>
                </a:lnTo>
                <a:lnTo>
                  <a:pt x="41572" y="47660"/>
                </a:lnTo>
                <a:lnTo>
                  <a:pt x="41510" y="47384"/>
                </a:lnTo>
                <a:lnTo>
                  <a:pt x="41387" y="47138"/>
                </a:lnTo>
                <a:lnTo>
                  <a:pt x="41295" y="46892"/>
                </a:lnTo>
                <a:lnTo>
                  <a:pt x="41141" y="46676"/>
                </a:lnTo>
                <a:lnTo>
                  <a:pt x="40988" y="46461"/>
                </a:lnTo>
                <a:lnTo>
                  <a:pt x="40803" y="46277"/>
                </a:lnTo>
                <a:lnTo>
                  <a:pt x="40619" y="46092"/>
                </a:lnTo>
                <a:lnTo>
                  <a:pt x="40403" y="45938"/>
                </a:lnTo>
                <a:lnTo>
                  <a:pt x="40157" y="45785"/>
                </a:lnTo>
                <a:lnTo>
                  <a:pt x="39942" y="45662"/>
                </a:lnTo>
                <a:lnTo>
                  <a:pt x="39665" y="45570"/>
                </a:lnTo>
                <a:lnTo>
                  <a:pt x="39419" y="45508"/>
                </a:lnTo>
                <a:lnTo>
                  <a:pt x="39143" y="45477"/>
                </a:lnTo>
                <a:lnTo>
                  <a:pt x="38866" y="45447"/>
                </a:lnTo>
                <a:lnTo>
                  <a:pt x="23984" y="45447"/>
                </a:lnTo>
                <a:lnTo>
                  <a:pt x="23707" y="45477"/>
                </a:lnTo>
                <a:lnTo>
                  <a:pt x="23430" y="45508"/>
                </a:lnTo>
                <a:lnTo>
                  <a:pt x="23154" y="45570"/>
                </a:lnTo>
                <a:lnTo>
                  <a:pt x="22908" y="45662"/>
                </a:lnTo>
                <a:lnTo>
                  <a:pt x="22662" y="45785"/>
                </a:lnTo>
                <a:lnTo>
                  <a:pt x="22446" y="45938"/>
                </a:lnTo>
                <a:lnTo>
                  <a:pt x="22231" y="46092"/>
                </a:lnTo>
                <a:lnTo>
                  <a:pt x="22016" y="46277"/>
                </a:lnTo>
                <a:lnTo>
                  <a:pt x="21862" y="46461"/>
                </a:lnTo>
                <a:lnTo>
                  <a:pt x="21678" y="46676"/>
                </a:lnTo>
                <a:lnTo>
                  <a:pt x="21555" y="46892"/>
                </a:lnTo>
                <a:lnTo>
                  <a:pt x="21432" y="47138"/>
                </a:lnTo>
                <a:lnTo>
                  <a:pt x="21339" y="47384"/>
                </a:lnTo>
                <a:lnTo>
                  <a:pt x="21278" y="47660"/>
                </a:lnTo>
                <a:lnTo>
                  <a:pt x="21216" y="47937"/>
                </a:lnTo>
                <a:lnTo>
                  <a:pt x="21216" y="48214"/>
                </a:lnTo>
                <a:lnTo>
                  <a:pt x="21216" y="51073"/>
                </a:lnTo>
                <a:lnTo>
                  <a:pt x="21216" y="51319"/>
                </a:lnTo>
                <a:lnTo>
                  <a:pt x="21247" y="51565"/>
                </a:lnTo>
                <a:lnTo>
                  <a:pt x="21309" y="51781"/>
                </a:lnTo>
                <a:lnTo>
                  <a:pt x="21370" y="51996"/>
                </a:lnTo>
                <a:lnTo>
                  <a:pt x="4151" y="51996"/>
                </a:lnTo>
                <a:lnTo>
                  <a:pt x="4151" y="48921"/>
                </a:lnTo>
                <a:lnTo>
                  <a:pt x="13991" y="48921"/>
                </a:lnTo>
                <a:lnTo>
                  <a:pt x="14390" y="48890"/>
                </a:lnTo>
                <a:lnTo>
                  <a:pt x="14790" y="48829"/>
                </a:lnTo>
                <a:lnTo>
                  <a:pt x="15190" y="48737"/>
                </a:lnTo>
                <a:lnTo>
                  <a:pt x="15528" y="48614"/>
                </a:lnTo>
                <a:lnTo>
                  <a:pt x="15897" y="48429"/>
                </a:lnTo>
                <a:lnTo>
                  <a:pt x="16235" y="48245"/>
                </a:lnTo>
                <a:lnTo>
                  <a:pt x="16543" y="47999"/>
                </a:lnTo>
                <a:lnTo>
                  <a:pt x="16819" y="47753"/>
                </a:lnTo>
                <a:lnTo>
                  <a:pt x="17065" y="47476"/>
                </a:lnTo>
                <a:lnTo>
                  <a:pt x="17311" y="47168"/>
                </a:lnTo>
                <a:lnTo>
                  <a:pt x="17496" y="46830"/>
                </a:lnTo>
                <a:lnTo>
                  <a:pt x="17680" y="46492"/>
                </a:lnTo>
                <a:lnTo>
                  <a:pt x="17803" y="46123"/>
                </a:lnTo>
                <a:lnTo>
                  <a:pt x="17896" y="45723"/>
                </a:lnTo>
                <a:lnTo>
                  <a:pt x="17957" y="45354"/>
                </a:lnTo>
                <a:lnTo>
                  <a:pt x="17988" y="44924"/>
                </a:lnTo>
                <a:lnTo>
                  <a:pt x="17988" y="43817"/>
                </a:lnTo>
                <a:lnTo>
                  <a:pt x="17957" y="43417"/>
                </a:lnTo>
                <a:lnTo>
                  <a:pt x="17896" y="43017"/>
                </a:lnTo>
                <a:lnTo>
                  <a:pt x="17803" y="42618"/>
                </a:lnTo>
                <a:lnTo>
                  <a:pt x="17680" y="42249"/>
                </a:lnTo>
                <a:lnTo>
                  <a:pt x="17496" y="41910"/>
                </a:lnTo>
                <a:lnTo>
                  <a:pt x="17311" y="41572"/>
                </a:lnTo>
                <a:lnTo>
                  <a:pt x="17065" y="41265"/>
                </a:lnTo>
                <a:lnTo>
                  <a:pt x="16819" y="40988"/>
                </a:lnTo>
                <a:lnTo>
                  <a:pt x="16543" y="40742"/>
                </a:lnTo>
                <a:lnTo>
                  <a:pt x="16235" y="40496"/>
                </a:lnTo>
                <a:lnTo>
                  <a:pt x="15897" y="40312"/>
                </a:lnTo>
                <a:lnTo>
                  <a:pt x="15528" y="40127"/>
                </a:lnTo>
                <a:lnTo>
                  <a:pt x="15190" y="40004"/>
                </a:lnTo>
                <a:lnTo>
                  <a:pt x="14790" y="39912"/>
                </a:lnTo>
                <a:lnTo>
                  <a:pt x="14390" y="39850"/>
                </a:lnTo>
                <a:lnTo>
                  <a:pt x="13991" y="39820"/>
                </a:lnTo>
                <a:lnTo>
                  <a:pt x="4182" y="39820"/>
                </a:lnTo>
                <a:lnTo>
                  <a:pt x="4243" y="39512"/>
                </a:lnTo>
                <a:lnTo>
                  <a:pt x="4336" y="39174"/>
                </a:lnTo>
                <a:lnTo>
                  <a:pt x="4459" y="38897"/>
                </a:lnTo>
                <a:lnTo>
                  <a:pt x="4582" y="38620"/>
                </a:lnTo>
                <a:lnTo>
                  <a:pt x="4766" y="38344"/>
                </a:lnTo>
                <a:lnTo>
                  <a:pt x="4951" y="38098"/>
                </a:lnTo>
                <a:lnTo>
                  <a:pt x="5135" y="37852"/>
                </a:lnTo>
                <a:lnTo>
                  <a:pt x="5381" y="37636"/>
                </a:lnTo>
                <a:lnTo>
                  <a:pt x="5627" y="37421"/>
                </a:lnTo>
                <a:lnTo>
                  <a:pt x="5873" y="37267"/>
                </a:lnTo>
                <a:lnTo>
                  <a:pt x="6150" y="37114"/>
                </a:lnTo>
                <a:lnTo>
                  <a:pt x="6457" y="36991"/>
                </a:lnTo>
                <a:lnTo>
                  <a:pt x="6765" y="36868"/>
                </a:lnTo>
                <a:lnTo>
                  <a:pt x="7072" y="36806"/>
                </a:lnTo>
                <a:lnTo>
                  <a:pt x="7380" y="36745"/>
                </a:lnTo>
                <a:lnTo>
                  <a:pt x="40219" y="36745"/>
                </a:lnTo>
                <a:lnTo>
                  <a:pt x="40403" y="36714"/>
                </a:lnTo>
                <a:lnTo>
                  <a:pt x="40557" y="36683"/>
                </a:lnTo>
                <a:lnTo>
                  <a:pt x="40711" y="36591"/>
                </a:lnTo>
                <a:lnTo>
                  <a:pt x="40865" y="36468"/>
                </a:lnTo>
                <a:lnTo>
                  <a:pt x="40988" y="36345"/>
                </a:lnTo>
                <a:lnTo>
                  <a:pt x="41049" y="36191"/>
                </a:lnTo>
                <a:lnTo>
                  <a:pt x="41111" y="36007"/>
                </a:lnTo>
                <a:lnTo>
                  <a:pt x="41141" y="35822"/>
                </a:lnTo>
                <a:lnTo>
                  <a:pt x="41111" y="35638"/>
                </a:lnTo>
                <a:lnTo>
                  <a:pt x="41049" y="35453"/>
                </a:lnTo>
                <a:lnTo>
                  <a:pt x="40988" y="35300"/>
                </a:lnTo>
                <a:lnTo>
                  <a:pt x="40865" y="35177"/>
                </a:lnTo>
                <a:lnTo>
                  <a:pt x="40711" y="35054"/>
                </a:lnTo>
                <a:lnTo>
                  <a:pt x="40557" y="34961"/>
                </a:lnTo>
                <a:lnTo>
                  <a:pt x="40403" y="34931"/>
                </a:lnTo>
                <a:lnTo>
                  <a:pt x="40219" y="34900"/>
                </a:lnTo>
                <a:lnTo>
                  <a:pt x="10578" y="34900"/>
                </a:lnTo>
                <a:lnTo>
                  <a:pt x="12945" y="26998"/>
                </a:lnTo>
                <a:lnTo>
                  <a:pt x="13068" y="26690"/>
                </a:lnTo>
                <a:lnTo>
                  <a:pt x="13191" y="26413"/>
                </a:lnTo>
                <a:lnTo>
                  <a:pt x="13376" y="26167"/>
                </a:lnTo>
                <a:lnTo>
                  <a:pt x="13560" y="25921"/>
                </a:lnTo>
                <a:lnTo>
                  <a:pt x="13775" y="25737"/>
                </a:lnTo>
                <a:lnTo>
                  <a:pt x="14021" y="25552"/>
                </a:lnTo>
                <a:lnTo>
                  <a:pt x="14267" y="25429"/>
                </a:lnTo>
                <a:lnTo>
                  <a:pt x="14544" y="25337"/>
                </a:lnTo>
                <a:lnTo>
                  <a:pt x="15743" y="24968"/>
                </a:lnTo>
                <a:lnTo>
                  <a:pt x="16973" y="24661"/>
                </a:lnTo>
                <a:lnTo>
                  <a:pt x="18203" y="24353"/>
                </a:lnTo>
                <a:lnTo>
                  <a:pt x="19433" y="24076"/>
                </a:lnTo>
                <a:lnTo>
                  <a:pt x="19587" y="24046"/>
                </a:lnTo>
                <a:lnTo>
                  <a:pt x="19771" y="23953"/>
                </a:lnTo>
                <a:lnTo>
                  <a:pt x="19894" y="23830"/>
                </a:lnTo>
                <a:lnTo>
                  <a:pt x="20017" y="23677"/>
                </a:lnTo>
                <a:lnTo>
                  <a:pt x="20079" y="23523"/>
                </a:lnTo>
                <a:lnTo>
                  <a:pt x="20140" y="23369"/>
                </a:lnTo>
                <a:lnTo>
                  <a:pt x="20171" y="23185"/>
                </a:lnTo>
                <a:lnTo>
                  <a:pt x="20140" y="23000"/>
                </a:lnTo>
                <a:lnTo>
                  <a:pt x="20079" y="22816"/>
                </a:lnTo>
                <a:lnTo>
                  <a:pt x="19987" y="22662"/>
                </a:lnTo>
                <a:lnTo>
                  <a:pt x="19864" y="22539"/>
                </a:lnTo>
                <a:lnTo>
                  <a:pt x="19741" y="22416"/>
                </a:lnTo>
                <a:lnTo>
                  <a:pt x="19587" y="22324"/>
                </a:lnTo>
                <a:lnTo>
                  <a:pt x="19402" y="22293"/>
                </a:lnTo>
                <a:lnTo>
                  <a:pt x="19218" y="22262"/>
                </a:lnTo>
                <a:lnTo>
                  <a:pt x="19033" y="22293"/>
                </a:lnTo>
                <a:lnTo>
                  <a:pt x="17773" y="22570"/>
                </a:lnTo>
                <a:lnTo>
                  <a:pt x="16512" y="22877"/>
                </a:lnTo>
                <a:lnTo>
                  <a:pt x="15251" y="23185"/>
                </a:lnTo>
                <a:lnTo>
                  <a:pt x="14021" y="23554"/>
                </a:lnTo>
                <a:lnTo>
                  <a:pt x="13529" y="23738"/>
                </a:lnTo>
                <a:lnTo>
                  <a:pt x="13068" y="23984"/>
                </a:lnTo>
                <a:lnTo>
                  <a:pt x="12638" y="24292"/>
                </a:lnTo>
                <a:lnTo>
                  <a:pt x="12238" y="24630"/>
                </a:lnTo>
                <a:lnTo>
                  <a:pt x="11900" y="25030"/>
                </a:lnTo>
                <a:lnTo>
                  <a:pt x="11623" y="25460"/>
                </a:lnTo>
                <a:lnTo>
                  <a:pt x="11377" y="25952"/>
                </a:lnTo>
                <a:lnTo>
                  <a:pt x="11193" y="26475"/>
                </a:lnTo>
                <a:lnTo>
                  <a:pt x="9870" y="30872"/>
                </a:lnTo>
                <a:lnTo>
                  <a:pt x="9717" y="30626"/>
                </a:lnTo>
                <a:lnTo>
                  <a:pt x="9594" y="30380"/>
                </a:lnTo>
                <a:lnTo>
                  <a:pt x="9409" y="30165"/>
                </a:lnTo>
                <a:lnTo>
                  <a:pt x="9225" y="29949"/>
                </a:lnTo>
                <a:lnTo>
                  <a:pt x="9040" y="29734"/>
                </a:lnTo>
                <a:lnTo>
                  <a:pt x="8825" y="29550"/>
                </a:lnTo>
                <a:lnTo>
                  <a:pt x="8610" y="29365"/>
                </a:lnTo>
                <a:lnTo>
                  <a:pt x="8394" y="29211"/>
                </a:lnTo>
                <a:lnTo>
                  <a:pt x="8148" y="29058"/>
                </a:lnTo>
                <a:lnTo>
                  <a:pt x="7872" y="28935"/>
                </a:lnTo>
                <a:lnTo>
                  <a:pt x="7626" y="28812"/>
                </a:lnTo>
                <a:lnTo>
                  <a:pt x="7349" y="28719"/>
                </a:lnTo>
                <a:lnTo>
                  <a:pt x="7072" y="28658"/>
                </a:lnTo>
                <a:lnTo>
                  <a:pt x="6765" y="28596"/>
                </a:lnTo>
                <a:lnTo>
                  <a:pt x="6488" y="28566"/>
                </a:lnTo>
                <a:lnTo>
                  <a:pt x="3659" y="28566"/>
                </a:lnTo>
                <a:lnTo>
                  <a:pt x="3259" y="28627"/>
                </a:lnTo>
                <a:lnTo>
                  <a:pt x="2860" y="28750"/>
                </a:lnTo>
                <a:lnTo>
                  <a:pt x="2491" y="28873"/>
                </a:lnTo>
                <a:lnTo>
                  <a:pt x="2122" y="29058"/>
                </a:lnTo>
                <a:lnTo>
                  <a:pt x="1784" y="29273"/>
                </a:lnTo>
                <a:lnTo>
                  <a:pt x="1476" y="29488"/>
                </a:lnTo>
                <a:lnTo>
                  <a:pt x="1199" y="29765"/>
                </a:lnTo>
                <a:lnTo>
                  <a:pt x="923" y="30042"/>
                </a:lnTo>
                <a:lnTo>
                  <a:pt x="677" y="30349"/>
                </a:lnTo>
                <a:lnTo>
                  <a:pt x="492" y="30687"/>
                </a:lnTo>
                <a:lnTo>
                  <a:pt x="308" y="31056"/>
                </a:lnTo>
                <a:lnTo>
                  <a:pt x="185" y="31425"/>
                </a:lnTo>
                <a:lnTo>
                  <a:pt x="62" y="31825"/>
                </a:lnTo>
                <a:lnTo>
                  <a:pt x="0" y="32225"/>
                </a:lnTo>
                <a:lnTo>
                  <a:pt x="0" y="32655"/>
                </a:lnTo>
                <a:lnTo>
                  <a:pt x="0" y="33055"/>
                </a:lnTo>
                <a:lnTo>
                  <a:pt x="62" y="33424"/>
                </a:lnTo>
                <a:lnTo>
                  <a:pt x="154" y="33793"/>
                </a:lnTo>
                <a:lnTo>
                  <a:pt x="277" y="34162"/>
                </a:lnTo>
                <a:lnTo>
                  <a:pt x="431" y="34500"/>
                </a:lnTo>
                <a:lnTo>
                  <a:pt x="615" y="34808"/>
                </a:lnTo>
                <a:lnTo>
                  <a:pt x="830" y="35115"/>
                </a:lnTo>
                <a:lnTo>
                  <a:pt x="1046" y="35392"/>
                </a:lnTo>
                <a:lnTo>
                  <a:pt x="1322" y="35669"/>
                </a:lnTo>
                <a:lnTo>
                  <a:pt x="1599" y="35915"/>
                </a:lnTo>
                <a:lnTo>
                  <a:pt x="1907" y="36130"/>
                </a:lnTo>
                <a:lnTo>
                  <a:pt x="2245" y="36314"/>
                </a:lnTo>
                <a:lnTo>
                  <a:pt x="2583" y="36468"/>
                </a:lnTo>
                <a:lnTo>
                  <a:pt x="2921" y="36591"/>
                </a:lnTo>
                <a:lnTo>
                  <a:pt x="3290" y="36652"/>
                </a:lnTo>
                <a:lnTo>
                  <a:pt x="3690" y="36714"/>
                </a:lnTo>
                <a:lnTo>
                  <a:pt x="3382" y="37083"/>
                </a:lnTo>
                <a:lnTo>
                  <a:pt x="3106" y="37483"/>
                </a:lnTo>
                <a:lnTo>
                  <a:pt x="2891" y="37913"/>
                </a:lnTo>
                <a:lnTo>
                  <a:pt x="2675" y="38344"/>
                </a:lnTo>
                <a:lnTo>
                  <a:pt x="2522" y="38836"/>
                </a:lnTo>
                <a:lnTo>
                  <a:pt x="2399" y="39297"/>
                </a:lnTo>
                <a:lnTo>
                  <a:pt x="2337" y="39789"/>
                </a:lnTo>
                <a:lnTo>
                  <a:pt x="2306" y="40312"/>
                </a:lnTo>
                <a:lnTo>
                  <a:pt x="2306" y="40742"/>
                </a:lnTo>
                <a:lnTo>
                  <a:pt x="2306" y="47999"/>
                </a:lnTo>
                <a:lnTo>
                  <a:pt x="2306" y="52918"/>
                </a:lnTo>
                <a:lnTo>
                  <a:pt x="2306" y="60113"/>
                </a:lnTo>
                <a:lnTo>
                  <a:pt x="2337" y="60421"/>
                </a:lnTo>
                <a:lnTo>
                  <a:pt x="2368" y="60698"/>
                </a:lnTo>
                <a:lnTo>
                  <a:pt x="2460" y="60974"/>
                </a:lnTo>
                <a:lnTo>
                  <a:pt x="2552" y="61220"/>
                </a:lnTo>
                <a:lnTo>
                  <a:pt x="2675" y="61466"/>
                </a:lnTo>
                <a:lnTo>
                  <a:pt x="2798" y="61712"/>
                </a:lnTo>
                <a:lnTo>
                  <a:pt x="2952" y="61928"/>
                </a:lnTo>
                <a:lnTo>
                  <a:pt x="3136" y="62143"/>
                </a:lnTo>
                <a:lnTo>
                  <a:pt x="3352" y="62297"/>
                </a:lnTo>
                <a:lnTo>
                  <a:pt x="3567" y="62481"/>
                </a:lnTo>
                <a:lnTo>
                  <a:pt x="3813" y="62604"/>
                </a:lnTo>
                <a:lnTo>
                  <a:pt x="4059" y="62727"/>
                </a:lnTo>
                <a:lnTo>
                  <a:pt x="4305" y="62819"/>
                </a:lnTo>
                <a:lnTo>
                  <a:pt x="4582" y="62912"/>
                </a:lnTo>
                <a:lnTo>
                  <a:pt x="4858" y="62942"/>
                </a:lnTo>
                <a:lnTo>
                  <a:pt x="5166" y="62973"/>
                </a:lnTo>
                <a:lnTo>
                  <a:pt x="11469" y="62973"/>
                </a:lnTo>
                <a:lnTo>
                  <a:pt x="11746" y="62942"/>
                </a:lnTo>
                <a:lnTo>
                  <a:pt x="12023" y="62912"/>
                </a:lnTo>
                <a:lnTo>
                  <a:pt x="12299" y="62819"/>
                </a:lnTo>
                <a:lnTo>
                  <a:pt x="12576" y="62727"/>
                </a:lnTo>
                <a:lnTo>
                  <a:pt x="12822" y="62604"/>
                </a:lnTo>
                <a:lnTo>
                  <a:pt x="13037" y="62481"/>
                </a:lnTo>
                <a:lnTo>
                  <a:pt x="13253" y="62297"/>
                </a:lnTo>
                <a:lnTo>
                  <a:pt x="13468" y="62143"/>
                </a:lnTo>
                <a:lnTo>
                  <a:pt x="13652" y="61928"/>
                </a:lnTo>
                <a:lnTo>
                  <a:pt x="13806" y="61712"/>
                </a:lnTo>
                <a:lnTo>
                  <a:pt x="13960" y="61466"/>
                </a:lnTo>
                <a:lnTo>
                  <a:pt x="14083" y="61220"/>
                </a:lnTo>
                <a:lnTo>
                  <a:pt x="14175" y="60974"/>
                </a:lnTo>
                <a:lnTo>
                  <a:pt x="14237" y="60698"/>
                </a:lnTo>
                <a:lnTo>
                  <a:pt x="14298" y="60421"/>
                </a:lnTo>
                <a:lnTo>
                  <a:pt x="14298" y="60113"/>
                </a:lnTo>
                <a:lnTo>
                  <a:pt x="14298" y="53841"/>
                </a:lnTo>
                <a:lnTo>
                  <a:pt x="25613" y="53841"/>
                </a:lnTo>
                <a:lnTo>
                  <a:pt x="25798" y="53810"/>
                </a:lnTo>
                <a:lnTo>
                  <a:pt x="25982" y="53779"/>
                </a:lnTo>
                <a:lnTo>
                  <a:pt x="26136" y="53687"/>
                </a:lnTo>
                <a:lnTo>
                  <a:pt x="26290" y="53564"/>
                </a:lnTo>
                <a:lnTo>
                  <a:pt x="26382" y="53441"/>
                </a:lnTo>
                <a:lnTo>
                  <a:pt x="26474" y="53287"/>
                </a:lnTo>
                <a:lnTo>
                  <a:pt x="26536" y="53103"/>
                </a:lnTo>
                <a:lnTo>
                  <a:pt x="26536" y="52918"/>
                </a:lnTo>
                <a:lnTo>
                  <a:pt x="26536" y="52734"/>
                </a:lnTo>
                <a:lnTo>
                  <a:pt x="26474" y="52549"/>
                </a:lnTo>
                <a:lnTo>
                  <a:pt x="26382" y="52396"/>
                </a:lnTo>
                <a:lnTo>
                  <a:pt x="26290" y="52273"/>
                </a:lnTo>
                <a:lnTo>
                  <a:pt x="26136" y="52150"/>
                </a:lnTo>
                <a:lnTo>
                  <a:pt x="25982" y="52057"/>
                </a:lnTo>
                <a:lnTo>
                  <a:pt x="25798" y="52027"/>
                </a:lnTo>
                <a:lnTo>
                  <a:pt x="25613" y="51996"/>
                </a:lnTo>
                <a:lnTo>
                  <a:pt x="23984" y="51996"/>
                </a:lnTo>
                <a:lnTo>
                  <a:pt x="23799" y="51965"/>
                </a:lnTo>
                <a:lnTo>
                  <a:pt x="23615" y="51934"/>
                </a:lnTo>
                <a:lnTo>
                  <a:pt x="23461" y="51842"/>
                </a:lnTo>
                <a:lnTo>
                  <a:pt x="23338" y="51719"/>
                </a:lnTo>
                <a:lnTo>
                  <a:pt x="23215" y="51596"/>
                </a:lnTo>
                <a:lnTo>
                  <a:pt x="23123" y="51442"/>
                </a:lnTo>
                <a:lnTo>
                  <a:pt x="23092" y="51258"/>
                </a:lnTo>
                <a:lnTo>
                  <a:pt x="23061" y="51073"/>
                </a:lnTo>
                <a:lnTo>
                  <a:pt x="23061" y="48214"/>
                </a:lnTo>
                <a:lnTo>
                  <a:pt x="23092" y="48029"/>
                </a:lnTo>
                <a:lnTo>
                  <a:pt x="23123" y="47845"/>
                </a:lnTo>
                <a:lnTo>
                  <a:pt x="23215" y="47691"/>
                </a:lnTo>
                <a:lnTo>
                  <a:pt x="23338" y="47568"/>
                </a:lnTo>
                <a:lnTo>
                  <a:pt x="23461" y="47445"/>
                </a:lnTo>
                <a:lnTo>
                  <a:pt x="23615" y="47384"/>
                </a:lnTo>
                <a:lnTo>
                  <a:pt x="23799" y="47322"/>
                </a:lnTo>
                <a:lnTo>
                  <a:pt x="23984" y="47291"/>
                </a:lnTo>
                <a:lnTo>
                  <a:pt x="38866" y="47291"/>
                </a:lnTo>
                <a:lnTo>
                  <a:pt x="39050" y="47322"/>
                </a:lnTo>
                <a:lnTo>
                  <a:pt x="39204" y="47384"/>
                </a:lnTo>
                <a:lnTo>
                  <a:pt x="39358" y="47445"/>
                </a:lnTo>
                <a:lnTo>
                  <a:pt x="39512" y="47568"/>
                </a:lnTo>
                <a:lnTo>
                  <a:pt x="39604" y="47691"/>
                </a:lnTo>
                <a:lnTo>
                  <a:pt x="39696" y="47845"/>
                </a:lnTo>
                <a:lnTo>
                  <a:pt x="39758" y="48029"/>
                </a:lnTo>
                <a:lnTo>
                  <a:pt x="39788" y="48214"/>
                </a:lnTo>
                <a:lnTo>
                  <a:pt x="39788" y="51073"/>
                </a:lnTo>
                <a:lnTo>
                  <a:pt x="39758" y="51258"/>
                </a:lnTo>
                <a:lnTo>
                  <a:pt x="39696" y="51442"/>
                </a:lnTo>
                <a:lnTo>
                  <a:pt x="39604" y="51596"/>
                </a:lnTo>
                <a:lnTo>
                  <a:pt x="39512" y="51719"/>
                </a:lnTo>
                <a:lnTo>
                  <a:pt x="39358" y="51842"/>
                </a:lnTo>
                <a:lnTo>
                  <a:pt x="39204" y="51934"/>
                </a:lnTo>
                <a:lnTo>
                  <a:pt x="39050" y="51965"/>
                </a:lnTo>
                <a:lnTo>
                  <a:pt x="38866" y="51996"/>
                </a:lnTo>
                <a:lnTo>
                  <a:pt x="29764" y="51996"/>
                </a:lnTo>
                <a:lnTo>
                  <a:pt x="29549" y="52027"/>
                </a:lnTo>
                <a:lnTo>
                  <a:pt x="29395" y="52057"/>
                </a:lnTo>
                <a:lnTo>
                  <a:pt x="29242" y="52150"/>
                </a:lnTo>
                <a:lnTo>
                  <a:pt x="29088" y="52273"/>
                </a:lnTo>
                <a:lnTo>
                  <a:pt x="28996" y="52396"/>
                </a:lnTo>
                <a:lnTo>
                  <a:pt x="28904" y="52549"/>
                </a:lnTo>
                <a:lnTo>
                  <a:pt x="28842" y="52734"/>
                </a:lnTo>
                <a:lnTo>
                  <a:pt x="28842" y="52918"/>
                </a:lnTo>
                <a:lnTo>
                  <a:pt x="28842" y="53103"/>
                </a:lnTo>
                <a:lnTo>
                  <a:pt x="28904" y="53287"/>
                </a:lnTo>
                <a:lnTo>
                  <a:pt x="28996" y="53441"/>
                </a:lnTo>
                <a:lnTo>
                  <a:pt x="29088" y="53564"/>
                </a:lnTo>
                <a:lnTo>
                  <a:pt x="29242" y="53687"/>
                </a:lnTo>
                <a:lnTo>
                  <a:pt x="29395" y="53779"/>
                </a:lnTo>
                <a:lnTo>
                  <a:pt x="29549" y="53810"/>
                </a:lnTo>
                <a:lnTo>
                  <a:pt x="29764" y="53841"/>
                </a:lnTo>
                <a:lnTo>
                  <a:pt x="48521" y="53841"/>
                </a:lnTo>
                <a:lnTo>
                  <a:pt x="48521" y="60113"/>
                </a:lnTo>
                <a:lnTo>
                  <a:pt x="48552" y="60421"/>
                </a:lnTo>
                <a:lnTo>
                  <a:pt x="48582" y="60698"/>
                </a:lnTo>
                <a:lnTo>
                  <a:pt x="48675" y="60974"/>
                </a:lnTo>
                <a:lnTo>
                  <a:pt x="48767" y="61220"/>
                </a:lnTo>
                <a:lnTo>
                  <a:pt x="48890" y="61466"/>
                </a:lnTo>
                <a:lnTo>
                  <a:pt x="49013" y="61712"/>
                </a:lnTo>
                <a:lnTo>
                  <a:pt x="49197" y="61928"/>
                </a:lnTo>
                <a:lnTo>
                  <a:pt x="49382" y="62143"/>
                </a:lnTo>
                <a:lnTo>
                  <a:pt x="49566" y="62297"/>
                </a:lnTo>
                <a:lnTo>
                  <a:pt x="49782" y="62481"/>
                </a:lnTo>
                <a:lnTo>
                  <a:pt x="50028" y="62604"/>
                </a:lnTo>
                <a:lnTo>
                  <a:pt x="50274" y="62727"/>
                </a:lnTo>
                <a:lnTo>
                  <a:pt x="50550" y="62819"/>
                </a:lnTo>
                <a:lnTo>
                  <a:pt x="50796" y="62912"/>
                </a:lnTo>
                <a:lnTo>
                  <a:pt x="51104" y="62942"/>
                </a:lnTo>
                <a:lnTo>
                  <a:pt x="51380" y="62973"/>
                </a:lnTo>
                <a:lnTo>
                  <a:pt x="57684" y="62973"/>
                </a:lnTo>
                <a:lnTo>
                  <a:pt x="57961" y="62942"/>
                </a:lnTo>
                <a:lnTo>
                  <a:pt x="58237" y="62912"/>
                </a:lnTo>
                <a:lnTo>
                  <a:pt x="58514" y="62819"/>
                </a:lnTo>
                <a:lnTo>
                  <a:pt x="58791" y="62727"/>
                </a:lnTo>
                <a:lnTo>
                  <a:pt x="59037" y="62604"/>
                </a:lnTo>
                <a:lnTo>
                  <a:pt x="59252" y="62481"/>
                </a:lnTo>
                <a:lnTo>
                  <a:pt x="59498" y="62297"/>
                </a:lnTo>
                <a:lnTo>
                  <a:pt x="59682" y="62143"/>
                </a:lnTo>
                <a:lnTo>
                  <a:pt x="59867" y="61928"/>
                </a:lnTo>
                <a:lnTo>
                  <a:pt x="60021" y="61712"/>
                </a:lnTo>
                <a:lnTo>
                  <a:pt x="60174" y="61466"/>
                </a:lnTo>
                <a:lnTo>
                  <a:pt x="60297" y="61220"/>
                </a:lnTo>
                <a:lnTo>
                  <a:pt x="60390" y="60974"/>
                </a:lnTo>
                <a:lnTo>
                  <a:pt x="60451" y="60698"/>
                </a:lnTo>
                <a:lnTo>
                  <a:pt x="60513" y="60421"/>
                </a:lnTo>
                <a:lnTo>
                  <a:pt x="60513" y="60113"/>
                </a:lnTo>
                <a:lnTo>
                  <a:pt x="60513" y="52918"/>
                </a:lnTo>
                <a:lnTo>
                  <a:pt x="60513" y="47999"/>
                </a:lnTo>
                <a:lnTo>
                  <a:pt x="60513" y="40742"/>
                </a:lnTo>
                <a:lnTo>
                  <a:pt x="60513" y="40312"/>
                </a:lnTo>
                <a:lnTo>
                  <a:pt x="60482" y="39789"/>
                </a:lnTo>
                <a:lnTo>
                  <a:pt x="60420" y="39297"/>
                </a:lnTo>
                <a:lnTo>
                  <a:pt x="60297" y="38836"/>
                </a:lnTo>
                <a:lnTo>
                  <a:pt x="60144" y="38344"/>
                </a:lnTo>
                <a:lnTo>
                  <a:pt x="59959" y="37913"/>
                </a:lnTo>
                <a:lnTo>
                  <a:pt x="59713" y="37483"/>
                </a:lnTo>
                <a:lnTo>
                  <a:pt x="59467" y="37083"/>
                </a:lnTo>
                <a:lnTo>
                  <a:pt x="59160" y="36714"/>
                </a:lnTo>
                <a:lnTo>
                  <a:pt x="59529" y="36652"/>
                </a:lnTo>
                <a:lnTo>
                  <a:pt x="59898" y="36591"/>
                </a:lnTo>
                <a:lnTo>
                  <a:pt x="60267" y="36468"/>
                </a:lnTo>
                <a:lnTo>
                  <a:pt x="60605" y="36314"/>
                </a:lnTo>
                <a:lnTo>
                  <a:pt x="60943" y="36130"/>
                </a:lnTo>
                <a:lnTo>
                  <a:pt x="61220" y="35915"/>
                </a:lnTo>
                <a:lnTo>
                  <a:pt x="61527" y="35669"/>
                </a:lnTo>
                <a:lnTo>
                  <a:pt x="61773" y="35392"/>
                </a:lnTo>
                <a:lnTo>
                  <a:pt x="62019" y="35115"/>
                </a:lnTo>
                <a:lnTo>
                  <a:pt x="62235" y="34808"/>
                </a:lnTo>
                <a:lnTo>
                  <a:pt x="62419" y="34500"/>
                </a:lnTo>
                <a:lnTo>
                  <a:pt x="62573" y="34162"/>
                </a:lnTo>
                <a:lnTo>
                  <a:pt x="62696" y="33793"/>
                </a:lnTo>
                <a:lnTo>
                  <a:pt x="62757" y="33424"/>
                </a:lnTo>
                <a:lnTo>
                  <a:pt x="62819" y="33055"/>
                </a:lnTo>
                <a:lnTo>
                  <a:pt x="62850" y="32655"/>
                </a:lnTo>
                <a:lnTo>
                  <a:pt x="62819" y="32225"/>
                </a:lnTo>
                <a:lnTo>
                  <a:pt x="62757" y="31825"/>
                </a:lnTo>
                <a:lnTo>
                  <a:pt x="62665" y="31425"/>
                </a:lnTo>
                <a:lnTo>
                  <a:pt x="62511" y="31056"/>
                </a:lnTo>
                <a:lnTo>
                  <a:pt x="62358" y="30687"/>
                </a:lnTo>
                <a:lnTo>
                  <a:pt x="62142" y="30349"/>
                </a:lnTo>
                <a:lnTo>
                  <a:pt x="61896" y="30042"/>
                </a:lnTo>
                <a:lnTo>
                  <a:pt x="61650" y="29765"/>
                </a:lnTo>
                <a:lnTo>
                  <a:pt x="61343" y="29488"/>
                </a:lnTo>
                <a:lnTo>
                  <a:pt x="61035" y="29273"/>
                </a:lnTo>
                <a:lnTo>
                  <a:pt x="60697" y="29058"/>
                </a:lnTo>
                <a:lnTo>
                  <a:pt x="60359" y="28873"/>
                </a:lnTo>
                <a:lnTo>
                  <a:pt x="59959" y="28750"/>
                </a:lnTo>
                <a:lnTo>
                  <a:pt x="59590" y="28627"/>
                </a:lnTo>
                <a:lnTo>
                  <a:pt x="59160" y="28566"/>
                </a:lnTo>
                <a:lnTo>
                  <a:pt x="56362" y="28566"/>
                </a:lnTo>
                <a:lnTo>
                  <a:pt x="56054" y="28596"/>
                </a:lnTo>
                <a:lnTo>
                  <a:pt x="55777" y="28658"/>
                </a:lnTo>
                <a:lnTo>
                  <a:pt x="55501" y="28719"/>
                </a:lnTo>
                <a:lnTo>
                  <a:pt x="55224" y="28812"/>
                </a:lnTo>
                <a:lnTo>
                  <a:pt x="54947" y="28935"/>
                </a:lnTo>
                <a:lnTo>
                  <a:pt x="54701" y="29058"/>
                </a:lnTo>
                <a:lnTo>
                  <a:pt x="54455" y="29211"/>
                </a:lnTo>
                <a:lnTo>
                  <a:pt x="54209" y="29365"/>
                </a:lnTo>
                <a:lnTo>
                  <a:pt x="53994" y="29550"/>
                </a:lnTo>
                <a:lnTo>
                  <a:pt x="53779" y="29734"/>
                </a:lnTo>
                <a:lnTo>
                  <a:pt x="53594" y="29949"/>
                </a:lnTo>
                <a:lnTo>
                  <a:pt x="53410" y="30165"/>
                </a:lnTo>
                <a:lnTo>
                  <a:pt x="53256" y="30380"/>
                </a:lnTo>
                <a:lnTo>
                  <a:pt x="53102" y="30626"/>
                </a:lnTo>
                <a:lnTo>
                  <a:pt x="52979" y="30872"/>
                </a:lnTo>
                <a:lnTo>
                  <a:pt x="51657" y="26475"/>
                </a:lnTo>
                <a:lnTo>
                  <a:pt x="51473" y="25952"/>
                </a:lnTo>
                <a:lnTo>
                  <a:pt x="51227" y="25460"/>
                </a:lnTo>
                <a:lnTo>
                  <a:pt x="50919" y="25030"/>
                </a:lnTo>
                <a:lnTo>
                  <a:pt x="50581" y="24630"/>
                </a:lnTo>
                <a:lnTo>
                  <a:pt x="50212" y="24292"/>
                </a:lnTo>
                <a:lnTo>
                  <a:pt x="49782" y="23984"/>
                </a:lnTo>
                <a:lnTo>
                  <a:pt x="49320" y="23738"/>
                </a:lnTo>
                <a:lnTo>
                  <a:pt x="48828" y="23554"/>
                </a:lnTo>
                <a:lnTo>
                  <a:pt x="46799" y="23000"/>
                </a:lnTo>
                <a:lnTo>
                  <a:pt x="44770" y="22477"/>
                </a:lnTo>
                <a:lnTo>
                  <a:pt x="42709" y="22078"/>
                </a:lnTo>
                <a:lnTo>
                  <a:pt x="40649" y="21709"/>
                </a:lnTo>
                <a:lnTo>
                  <a:pt x="38589" y="21432"/>
                </a:lnTo>
                <a:lnTo>
                  <a:pt x="36529" y="21217"/>
                </a:lnTo>
                <a:lnTo>
                  <a:pt x="34469" y="21063"/>
                </a:lnTo>
                <a:lnTo>
                  <a:pt x="32378" y="21002"/>
                </a:lnTo>
                <a:lnTo>
                  <a:pt x="32470" y="20387"/>
                </a:lnTo>
                <a:lnTo>
                  <a:pt x="32593" y="19772"/>
                </a:lnTo>
                <a:lnTo>
                  <a:pt x="32778" y="19157"/>
                </a:lnTo>
                <a:lnTo>
                  <a:pt x="33024" y="18603"/>
                </a:lnTo>
                <a:lnTo>
                  <a:pt x="33301" y="18019"/>
                </a:lnTo>
                <a:lnTo>
                  <a:pt x="33608" y="17496"/>
                </a:lnTo>
                <a:lnTo>
                  <a:pt x="33977" y="16974"/>
                </a:lnTo>
                <a:lnTo>
                  <a:pt x="34377" y="16482"/>
                </a:lnTo>
                <a:lnTo>
                  <a:pt x="34746" y="16574"/>
                </a:lnTo>
                <a:lnTo>
                  <a:pt x="35299" y="16666"/>
                </a:lnTo>
                <a:lnTo>
                  <a:pt x="35883" y="16728"/>
                </a:lnTo>
                <a:lnTo>
                  <a:pt x="36468" y="16789"/>
                </a:lnTo>
                <a:lnTo>
                  <a:pt x="37636" y="16789"/>
                </a:lnTo>
                <a:lnTo>
                  <a:pt x="38251" y="16728"/>
                </a:lnTo>
                <a:lnTo>
                  <a:pt x="38866" y="16666"/>
                </a:lnTo>
                <a:lnTo>
                  <a:pt x="39450" y="16543"/>
                </a:lnTo>
                <a:lnTo>
                  <a:pt x="40065" y="16420"/>
                </a:lnTo>
                <a:lnTo>
                  <a:pt x="40649" y="16266"/>
                </a:lnTo>
                <a:lnTo>
                  <a:pt x="41234" y="16051"/>
                </a:lnTo>
                <a:lnTo>
                  <a:pt x="41787" y="15836"/>
                </a:lnTo>
                <a:lnTo>
                  <a:pt x="42340" y="15590"/>
                </a:lnTo>
                <a:lnTo>
                  <a:pt x="42894" y="15344"/>
                </a:lnTo>
                <a:lnTo>
                  <a:pt x="43417" y="15036"/>
                </a:lnTo>
                <a:lnTo>
                  <a:pt x="43939" y="14698"/>
                </a:lnTo>
                <a:lnTo>
                  <a:pt x="44462" y="14360"/>
                </a:lnTo>
                <a:lnTo>
                  <a:pt x="44954" y="13960"/>
                </a:lnTo>
                <a:lnTo>
                  <a:pt x="45415" y="13560"/>
                </a:lnTo>
                <a:lnTo>
                  <a:pt x="45877" y="13130"/>
                </a:lnTo>
                <a:lnTo>
                  <a:pt x="46399" y="12577"/>
                </a:lnTo>
                <a:lnTo>
                  <a:pt x="46891" y="11992"/>
                </a:lnTo>
                <a:lnTo>
                  <a:pt x="47322" y="11377"/>
                </a:lnTo>
                <a:lnTo>
                  <a:pt x="47752" y="10732"/>
                </a:lnTo>
                <a:lnTo>
                  <a:pt x="48090" y="10086"/>
                </a:lnTo>
                <a:lnTo>
                  <a:pt x="48429" y="9409"/>
                </a:lnTo>
                <a:lnTo>
                  <a:pt x="48705" y="8702"/>
                </a:lnTo>
                <a:lnTo>
                  <a:pt x="48951" y="7995"/>
                </a:lnTo>
                <a:lnTo>
                  <a:pt x="49167" y="7288"/>
                </a:lnTo>
                <a:lnTo>
                  <a:pt x="49320" y="6550"/>
                </a:lnTo>
                <a:lnTo>
                  <a:pt x="49443" y="5812"/>
                </a:lnTo>
                <a:lnTo>
                  <a:pt x="49505" y="5043"/>
                </a:lnTo>
                <a:lnTo>
                  <a:pt x="49536" y="4305"/>
                </a:lnTo>
                <a:lnTo>
                  <a:pt x="49505" y="3537"/>
                </a:lnTo>
                <a:lnTo>
                  <a:pt x="49413" y="2768"/>
                </a:lnTo>
                <a:lnTo>
                  <a:pt x="49320" y="1999"/>
                </a:lnTo>
                <a:lnTo>
                  <a:pt x="49228" y="1661"/>
                </a:lnTo>
                <a:lnTo>
                  <a:pt x="49074" y="1353"/>
                </a:lnTo>
                <a:lnTo>
                  <a:pt x="48890" y="1077"/>
                </a:lnTo>
                <a:lnTo>
                  <a:pt x="48675" y="831"/>
                </a:lnTo>
                <a:lnTo>
                  <a:pt x="48429" y="615"/>
                </a:lnTo>
                <a:lnTo>
                  <a:pt x="48152" y="431"/>
                </a:lnTo>
                <a:lnTo>
                  <a:pt x="47844" y="277"/>
                </a:lnTo>
                <a:lnTo>
                  <a:pt x="47506" y="185"/>
                </a:lnTo>
                <a:lnTo>
                  <a:pt x="46737" y="93"/>
                </a:lnTo>
                <a:lnTo>
                  <a:pt x="45969" y="0"/>
                </a:lnTo>
                <a:lnTo>
                  <a:pt x="44462" y="0"/>
                </a:lnTo>
                <a:lnTo>
                  <a:pt x="43724" y="93"/>
                </a:lnTo>
                <a:lnTo>
                  <a:pt x="42955" y="185"/>
                </a:lnTo>
                <a:lnTo>
                  <a:pt x="42248" y="339"/>
                </a:lnTo>
                <a:lnTo>
                  <a:pt x="41510" y="554"/>
                </a:lnTo>
                <a:lnTo>
                  <a:pt x="40803" y="800"/>
                </a:lnTo>
                <a:lnTo>
                  <a:pt x="40096" y="1077"/>
                </a:lnTo>
                <a:lnTo>
                  <a:pt x="39419" y="1415"/>
                </a:lnTo>
                <a:lnTo>
                  <a:pt x="38774" y="1784"/>
                </a:lnTo>
                <a:lnTo>
                  <a:pt x="38128" y="2184"/>
                </a:lnTo>
                <a:lnTo>
                  <a:pt x="37513" y="2645"/>
                </a:lnTo>
                <a:lnTo>
                  <a:pt x="36929" y="3106"/>
                </a:lnTo>
                <a:lnTo>
                  <a:pt x="36375" y="3660"/>
                </a:lnTo>
                <a:lnTo>
                  <a:pt x="35853" y="4213"/>
                </a:lnTo>
                <a:lnTo>
                  <a:pt x="35361" y="4797"/>
                </a:lnTo>
                <a:lnTo>
                  <a:pt x="34899" y="5412"/>
                </a:lnTo>
                <a:lnTo>
                  <a:pt x="34500" y="6027"/>
                </a:lnTo>
                <a:lnTo>
                  <a:pt x="34131" y="6704"/>
                </a:lnTo>
                <a:lnTo>
                  <a:pt x="33823" y="7380"/>
                </a:lnTo>
                <a:lnTo>
                  <a:pt x="33516" y="8057"/>
                </a:lnTo>
                <a:lnTo>
                  <a:pt x="33270" y="8794"/>
                </a:lnTo>
                <a:lnTo>
                  <a:pt x="33085" y="9502"/>
                </a:lnTo>
                <a:lnTo>
                  <a:pt x="32932" y="10240"/>
                </a:lnTo>
                <a:lnTo>
                  <a:pt x="32809" y="10978"/>
                </a:lnTo>
                <a:lnTo>
                  <a:pt x="32747" y="11746"/>
                </a:lnTo>
                <a:lnTo>
                  <a:pt x="32716" y="12484"/>
                </a:lnTo>
                <a:lnTo>
                  <a:pt x="32747" y="13253"/>
                </a:lnTo>
                <a:lnTo>
                  <a:pt x="32809" y="14022"/>
                </a:lnTo>
                <a:lnTo>
                  <a:pt x="32932" y="14760"/>
                </a:lnTo>
                <a:lnTo>
                  <a:pt x="32993" y="14975"/>
                </a:lnTo>
                <a:lnTo>
                  <a:pt x="33055" y="15190"/>
                </a:lnTo>
                <a:lnTo>
                  <a:pt x="32563" y="15744"/>
                </a:lnTo>
                <a:lnTo>
                  <a:pt x="32132" y="16359"/>
                </a:lnTo>
                <a:lnTo>
                  <a:pt x="31763" y="16974"/>
                </a:lnTo>
                <a:lnTo>
                  <a:pt x="31425" y="17650"/>
                </a:lnTo>
                <a:lnTo>
                  <a:pt x="31087" y="16974"/>
                </a:lnTo>
                <a:lnTo>
                  <a:pt x="30687" y="16359"/>
                </a:lnTo>
                <a:lnTo>
                  <a:pt x="30256" y="15744"/>
                </a:lnTo>
                <a:lnTo>
                  <a:pt x="29795" y="15190"/>
                </a:lnTo>
                <a:lnTo>
                  <a:pt x="29857" y="14975"/>
                </a:lnTo>
                <a:lnTo>
                  <a:pt x="29918" y="14760"/>
                </a:lnTo>
                <a:lnTo>
                  <a:pt x="30010" y="14022"/>
                </a:lnTo>
                <a:lnTo>
                  <a:pt x="30103" y="13253"/>
                </a:lnTo>
                <a:lnTo>
                  <a:pt x="30103" y="12484"/>
                </a:lnTo>
                <a:lnTo>
                  <a:pt x="30103" y="11746"/>
                </a:lnTo>
                <a:lnTo>
                  <a:pt x="30010" y="10978"/>
                </a:lnTo>
                <a:lnTo>
                  <a:pt x="29918" y="10240"/>
                </a:lnTo>
                <a:lnTo>
                  <a:pt x="29764" y="9502"/>
                </a:lnTo>
                <a:lnTo>
                  <a:pt x="29549" y="8794"/>
                </a:lnTo>
                <a:lnTo>
                  <a:pt x="29303" y="8057"/>
                </a:lnTo>
                <a:lnTo>
                  <a:pt x="29027" y="7380"/>
                </a:lnTo>
                <a:lnTo>
                  <a:pt x="28688" y="6704"/>
                </a:lnTo>
                <a:lnTo>
                  <a:pt x="28319" y="6027"/>
                </a:lnTo>
                <a:lnTo>
                  <a:pt x="27920" y="5412"/>
                </a:lnTo>
                <a:lnTo>
                  <a:pt x="27458" y="4797"/>
                </a:lnTo>
                <a:lnTo>
                  <a:pt x="26997" y="4213"/>
                </a:lnTo>
                <a:lnTo>
                  <a:pt x="26444" y="3660"/>
                </a:lnTo>
                <a:lnTo>
                  <a:pt x="25890" y="3106"/>
                </a:lnTo>
                <a:lnTo>
                  <a:pt x="25306" y="2645"/>
                </a:lnTo>
                <a:lnTo>
                  <a:pt x="24691" y="2184"/>
                </a:lnTo>
                <a:lnTo>
                  <a:pt x="24076" y="1784"/>
                </a:lnTo>
                <a:lnTo>
                  <a:pt x="23400" y="1415"/>
                </a:lnTo>
                <a:lnTo>
                  <a:pt x="22723" y="1077"/>
                </a:lnTo>
                <a:lnTo>
                  <a:pt x="22047" y="800"/>
                </a:lnTo>
                <a:lnTo>
                  <a:pt x="21339" y="554"/>
                </a:lnTo>
                <a:lnTo>
                  <a:pt x="20601" y="339"/>
                </a:lnTo>
                <a:lnTo>
                  <a:pt x="19864" y="185"/>
                </a:lnTo>
                <a:lnTo>
                  <a:pt x="19126" y="93"/>
                </a:lnTo>
                <a:lnTo>
                  <a:pt x="18388" y="0"/>
                </a:ln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9"/>
          <p:cNvSpPr/>
          <p:nvPr/>
        </p:nvSpPr>
        <p:spPr>
          <a:xfrm>
            <a:off x="0" y="3365221"/>
            <a:ext cx="5411221" cy="1778279"/>
          </a:xfrm>
          <a:custGeom>
            <a:rect b="b" l="l" r="r" t="t"/>
            <a:pathLst>
              <a:path extrusionOk="0" h="23537" w="71622">
                <a:moveTo>
                  <a:pt x="53647" y="13704"/>
                </a:moveTo>
                <a:lnTo>
                  <a:pt x="53862" y="13919"/>
                </a:lnTo>
                <a:lnTo>
                  <a:pt x="54108" y="14104"/>
                </a:lnTo>
                <a:lnTo>
                  <a:pt x="54354" y="14257"/>
                </a:lnTo>
                <a:lnTo>
                  <a:pt x="54630" y="14380"/>
                </a:lnTo>
                <a:lnTo>
                  <a:pt x="54907" y="14472"/>
                </a:lnTo>
                <a:lnTo>
                  <a:pt x="55214" y="14564"/>
                </a:lnTo>
                <a:lnTo>
                  <a:pt x="55521" y="14595"/>
                </a:lnTo>
                <a:lnTo>
                  <a:pt x="55829" y="14626"/>
                </a:lnTo>
                <a:lnTo>
                  <a:pt x="55829" y="16224"/>
                </a:lnTo>
                <a:lnTo>
                  <a:pt x="55460" y="16193"/>
                </a:lnTo>
                <a:lnTo>
                  <a:pt x="55153" y="16224"/>
                </a:lnTo>
                <a:lnTo>
                  <a:pt x="54876" y="16285"/>
                </a:lnTo>
                <a:lnTo>
                  <a:pt x="54600" y="16347"/>
                </a:lnTo>
                <a:lnTo>
                  <a:pt x="54385" y="16439"/>
                </a:lnTo>
                <a:lnTo>
                  <a:pt x="54170" y="16562"/>
                </a:lnTo>
                <a:lnTo>
                  <a:pt x="53985" y="16685"/>
                </a:lnTo>
                <a:lnTo>
                  <a:pt x="53801" y="16807"/>
                </a:lnTo>
                <a:lnTo>
                  <a:pt x="53524" y="16685"/>
                </a:lnTo>
                <a:lnTo>
                  <a:pt x="53186" y="16592"/>
                </a:lnTo>
                <a:lnTo>
                  <a:pt x="52787" y="16500"/>
                </a:lnTo>
                <a:lnTo>
                  <a:pt x="52449" y="16469"/>
                </a:lnTo>
                <a:lnTo>
                  <a:pt x="52142" y="16469"/>
                </a:lnTo>
                <a:lnTo>
                  <a:pt x="51834" y="16500"/>
                </a:lnTo>
                <a:lnTo>
                  <a:pt x="51589" y="16562"/>
                </a:lnTo>
                <a:lnTo>
                  <a:pt x="51343" y="16623"/>
                </a:lnTo>
                <a:lnTo>
                  <a:pt x="51128" y="16746"/>
                </a:lnTo>
                <a:lnTo>
                  <a:pt x="50974" y="16869"/>
                </a:lnTo>
                <a:lnTo>
                  <a:pt x="50974" y="15609"/>
                </a:lnTo>
                <a:lnTo>
                  <a:pt x="51404" y="15578"/>
                </a:lnTo>
                <a:lnTo>
                  <a:pt x="51804" y="15486"/>
                </a:lnTo>
                <a:lnTo>
                  <a:pt x="52234" y="15333"/>
                </a:lnTo>
                <a:lnTo>
                  <a:pt x="52603" y="15148"/>
                </a:lnTo>
                <a:lnTo>
                  <a:pt x="52787" y="15025"/>
                </a:lnTo>
                <a:lnTo>
                  <a:pt x="52941" y="14872"/>
                </a:lnTo>
                <a:lnTo>
                  <a:pt x="53094" y="14718"/>
                </a:lnTo>
                <a:lnTo>
                  <a:pt x="53248" y="14564"/>
                </a:lnTo>
                <a:lnTo>
                  <a:pt x="53371" y="14380"/>
                </a:lnTo>
                <a:lnTo>
                  <a:pt x="53463" y="14165"/>
                </a:lnTo>
                <a:lnTo>
                  <a:pt x="53555" y="13950"/>
                </a:lnTo>
                <a:lnTo>
                  <a:pt x="53647" y="13704"/>
                </a:lnTo>
                <a:close/>
                <a:moveTo>
                  <a:pt x="64862" y="9863"/>
                </a:moveTo>
                <a:lnTo>
                  <a:pt x="64985" y="10017"/>
                </a:lnTo>
                <a:lnTo>
                  <a:pt x="65108" y="10109"/>
                </a:lnTo>
                <a:lnTo>
                  <a:pt x="65262" y="10201"/>
                </a:lnTo>
                <a:lnTo>
                  <a:pt x="65446" y="10232"/>
                </a:lnTo>
                <a:lnTo>
                  <a:pt x="65292" y="11891"/>
                </a:lnTo>
                <a:lnTo>
                  <a:pt x="65262" y="12537"/>
                </a:lnTo>
                <a:lnTo>
                  <a:pt x="65231" y="13182"/>
                </a:lnTo>
                <a:lnTo>
                  <a:pt x="65231" y="20925"/>
                </a:lnTo>
                <a:lnTo>
                  <a:pt x="64155" y="20587"/>
                </a:lnTo>
                <a:lnTo>
                  <a:pt x="63019" y="20249"/>
                </a:lnTo>
                <a:lnTo>
                  <a:pt x="61759" y="19880"/>
                </a:lnTo>
                <a:lnTo>
                  <a:pt x="60468" y="19542"/>
                </a:lnTo>
                <a:lnTo>
                  <a:pt x="60499" y="19296"/>
                </a:lnTo>
                <a:lnTo>
                  <a:pt x="60499" y="19020"/>
                </a:lnTo>
                <a:lnTo>
                  <a:pt x="60438" y="18712"/>
                </a:lnTo>
                <a:lnTo>
                  <a:pt x="60407" y="18528"/>
                </a:lnTo>
                <a:lnTo>
                  <a:pt x="60345" y="18374"/>
                </a:lnTo>
                <a:lnTo>
                  <a:pt x="60253" y="18221"/>
                </a:lnTo>
                <a:lnTo>
                  <a:pt x="60130" y="18036"/>
                </a:lnTo>
                <a:lnTo>
                  <a:pt x="59977" y="17883"/>
                </a:lnTo>
                <a:lnTo>
                  <a:pt x="59792" y="17729"/>
                </a:lnTo>
                <a:lnTo>
                  <a:pt x="59608" y="17576"/>
                </a:lnTo>
                <a:lnTo>
                  <a:pt x="59362" y="17453"/>
                </a:lnTo>
                <a:lnTo>
                  <a:pt x="59055" y="17330"/>
                </a:lnTo>
                <a:lnTo>
                  <a:pt x="58748" y="17238"/>
                </a:lnTo>
                <a:lnTo>
                  <a:pt x="58440" y="17176"/>
                </a:lnTo>
                <a:lnTo>
                  <a:pt x="58133" y="17115"/>
                </a:lnTo>
                <a:lnTo>
                  <a:pt x="58010" y="16961"/>
                </a:lnTo>
                <a:lnTo>
                  <a:pt x="57826" y="16838"/>
                </a:lnTo>
                <a:lnTo>
                  <a:pt x="57642" y="16715"/>
                </a:lnTo>
                <a:lnTo>
                  <a:pt x="57426" y="16592"/>
                </a:lnTo>
                <a:lnTo>
                  <a:pt x="57211" y="16469"/>
                </a:lnTo>
                <a:lnTo>
                  <a:pt x="56935" y="16377"/>
                </a:lnTo>
                <a:lnTo>
                  <a:pt x="56628" y="16316"/>
                </a:lnTo>
                <a:lnTo>
                  <a:pt x="56290" y="16254"/>
                </a:lnTo>
                <a:lnTo>
                  <a:pt x="56197" y="16254"/>
                </a:lnTo>
                <a:lnTo>
                  <a:pt x="56197" y="14626"/>
                </a:lnTo>
                <a:lnTo>
                  <a:pt x="56720" y="14564"/>
                </a:lnTo>
                <a:lnTo>
                  <a:pt x="56996" y="14534"/>
                </a:lnTo>
                <a:lnTo>
                  <a:pt x="57242" y="14442"/>
                </a:lnTo>
                <a:lnTo>
                  <a:pt x="57488" y="14349"/>
                </a:lnTo>
                <a:lnTo>
                  <a:pt x="57703" y="14257"/>
                </a:lnTo>
                <a:lnTo>
                  <a:pt x="57918" y="14104"/>
                </a:lnTo>
                <a:lnTo>
                  <a:pt x="58133" y="13950"/>
                </a:lnTo>
                <a:lnTo>
                  <a:pt x="58318" y="13766"/>
                </a:lnTo>
                <a:lnTo>
                  <a:pt x="58502" y="13581"/>
                </a:lnTo>
                <a:lnTo>
                  <a:pt x="58625" y="13335"/>
                </a:lnTo>
                <a:lnTo>
                  <a:pt x="58778" y="13090"/>
                </a:lnTo>
                <a:lnTo>
                  <a:pt x="58871" y="12813"/>
                </a:lnTo>
                <a:lnTo>
                  <a:pt x="58932" y="12506"/>
                </a:lnTo>
                <a:lnTo>
                  <a:pt x="58993" y="12199"/>
                </a:lnTo>
                <a:lnTo>
                  <a:pt x="59024" y="11830"/>
                </a:lnTo>
                <a:lnTo>
                  <a:pt x="59424" y="11768"/>
                </a:lnTo>
                <a:lnTo>
                  <a:pt x="59823" y="11707"/>
                </a:lnTo>
                <a:lnTo>
                  <a:pt x="60223" y="11615"/>
                </a:lnTo>
                <a:lnTo>
                  <a:pt x="60622" y="11492"/>
                </a:lnTo>
                <a:lnTo>
                  <a:pt x="64862" y="9863"/>
                </a:lnTo>
                <a:close/>
                <a:moveTo>
                  <a:pt x="45812" y="0"/>
                </a:moveTo>
                <a:lnTo>
                  <a:pt x="45474" y="400"/>
                </a:lnTo>
                <a:lnTo>
                  <a:pt x="45167" y="830"/>
                </a:lnTo>
                <a:lnTo>
                  <a:pt x="44921" y="1291"/>
                </a:lnTo>
                <a:lnTo>
                  <a:pt x="44737" y="1752"/>
                </a:lnTo>
                <a:lnTo>
                  <a:pt x="43416" y="5500"/>
                </a:lnTo>
                <a:lnTo>
                  <a:pt x="43293" y="5531"/>
                </a:lnTo>
                <a:lnTo>
                  <a:pt x="43139" y="5593"/>
                </a:lnTo>
                <a:lnTo>
                  <a:pt x="43047" y="5654"/>
                </a:lnTo>
                <a:lnTo>
                  <a:pt x="42924" y="5715"/>
                </a:lnTo>
                <a:lnTo>
                  <a:pt x="42832" y="5808"/>
                </a:lnTo>
                <a:lnTo>
                  <a:pt x="42740" y="5931"/>
                </a:lnTo>
                <a:lnTo>
                  <a:pt x="42678" y="6053"/>
                </a:lnTo>
                <a:lnTo>
                  <a:pt x="42647" y="6176"/>
                </a:lnTo>
                <a:lnTo>
                  <a:pt x="38622" y="7682"/>
                </a:lnTo>
                <a:lnTo>
                  <a:pt x="38131" y="7897"/>
                </a:lnTo>
                <a:lnTo>
                  <a:pt x="37701" y="8143"/>
                </a:lnTo>
                <a:lnTo>
                  <a:pt x="37270" y="8450"/>
                </a:lnTo>
                <a:lnTo>
                  <a:pt x="36871" y="8788"/>
                </a:lnTo>
                <a:lnTo>
                  <a:pt x="37393" y="8788"/>
                </a:lnTo>
                <a:lnTo>
                  <a:pt x="37916" y="8727"/>
                </a:lnTo>
                <a:lnTo>
                  <a:pt x="38438" y="8634"/>
                </a:lnTo>
                <a:lnTo>
                  <a:pt x="38930" y="8481"/>
                </a:lnTo>
                <a:lnTo>
                  <a:pt x="42801" y="7006"/>
                </a:lnTo>
                <a:lnTo>
                  <a:pt x="42893" y="7129"/>
                </a:lnTo>
                <a:lnTo>
                  <a:pt x="43016" y="7221"/>
                </a:lnTo>
                <a:lnTo>
                  <a:pt x="43170" y="7282"/>
                </a:lnTo>
                <a:lnTo>
                  <a:pt x="43293" y="7344"/>
                </a:lnTo>
                <a:lnTo>
                  <a:pt x="43170" y="8849"/>
                </a:lnTo>
                <a:lnTo>
                  <a:pt x="43139" y="9433"/>
                </a:lnTo>
                <a:lnTo>
                  <a:pt x="43139" y="10017"/>
                </a:lnTo>
                <a:lnTo>
                  <a:pt x="43139" y="17053"/>
                </a:lnTo>
                <a:lnTo>
                  <a:pt x="40927" y="16961"/>
                </a:lnTo>
                <a:lnTo>
                  <a:pt x="38653" y="16930"/>
                </a:lnTo>
                <a:lnTo>
                  <a:pt x="38622" y="16715"/>
                </a:lnTo>
                <a:lnTo>
                  <a:pt x="38561" y="16439"/>
                </a:lnTo>
                <a:lnTo>
                  <a:pt x="38438" y="16131"/>
                </a:lnTo>
                <a:lnTo>
                  <a:pt x="38346" y="15978"/>
                </a:lnTo>
                <a:lnTo>
                  <a:pt x="38254" y="15824"/>
                </a:lnTo>
                <a:lnTo>
                  <a:pt x="38131" y="15701"/>
                </a:lnTo>
                <a:lnTo>
                  <a:pt x="37977" y="15548"/>
                </a:lnTo>
                <a:lnTo>
                  <a:pt x="37793" y="15425"/>
                </a:lnTo>
                <a:lnTo>
                  <a:pt x="37578" y="15333"/>
                </a:lnTo>
                <a:lnTo>
                  <a:pt x="37332" y="15240"/>
                </a:lnTo>
                <a:lnTo>
                  <a:pt x="37055" y="15179"/>
                </a:lnTo>
                <a:lnTo>
                  <a:pt x="36748" y="15118"/>
                </a:lnTo>
                <a:lnTo>
                  <a:pt x="36410" y="15118"/>
                </a:lnTo>
                <a:lnTo>
                  <a:pt x="35888" y="15148"/>
                </a:lnTo>
                <a:lnTo>
                  <a:pt x="35427" y="15240"/>
                </a:lnTo>
                <a:lnTo>
                  <a:pt x="35120" y="15056"/>
                </a:lnTo>
                <a:lnTo>
                  <a:pt x="34720" y="14902"/>
                </a:lnTo>
                <a:lnTo>
                  <a:pt x="34259" y="14810"/>
                </a:lnTo>
                <a:lnTo>
                  <a:pt x="33737" y="14780"/>
                </a:lnTo>
                <a:lnTo>
                  <a:pt x="33245" y="14780"/>
                </a:lnTo>
                <a:lnTo>
                  <a:pt x="32815" y="14841"/>
                </a:lnTo>
                <a:lnTo>
                  <a:pt x="32416" y="14933"/>
                </a:lnTo>
                <a:lnTo>
                  <a:pt x="32108" y="15056"/>
                </a:lnTo>
                <a:lnTo>
                  <a:pt x="32108" y="12875"/>
                </a:lnTo>
                <a:lnTo>
                  <a:pt x="32600" y="12813"/>
                </a:lnTo>
                <a:lnTo>
                  <a:pt x="32877" y="12752"/>
                </a:lnTo>
                <a:lnTo>
                  <a:pt x="33122" y="12690"/>
                </a:lnTo>
                <a:lnTo>
                  <a:pt x="33368" y="12598"/>
                </a:lnTo>
                <a:lnTo>
                  <a:pt x="33583" y="12475"/>
                </a:lnTo>
                <a:lnTo>
                  <a:pt x="33798" y="12352"/>
                </a:lnTo>
                <a:lnTo>
                  <a:pt x="34013" y="12199"/>
                </a:lnTo>
                <a:lnTo>
                  <a:pt x="34198" y="12014"/>
                </a:lnTo>
                <a:lnTo>
                  <a:pt x="34382" y="11799"/>
                </a:lnTo>
                <a:lnTo>
                  <a:pt x="34536" y="11584"/>
                </a:lnTo>
                <a:lnTo>
                  <a:pt x="34659" y="11308"/>
                </a:lnTo>
                <a:lnTo>
                  <a:pt x="34751" y="11031"/>
                </a:lnTo>
                <a:lnTo>
                  <a:pt x="34843" y="10724"/>
                </a:lnTo>
                <a:lnTo>
                  <a:pt x="34874" y="10416"/>
                </a:lnTo>
                <a:lnTo>
                  <a:pt x="34904" y="10048"/>
                </a:lnTo>
                <a:lnTo>
                  <a:pt x="34874" y="9618"/>
                </a:lnTo>
                <a:lnTo>
                  <a:pt x="34843" y="9126"/>
                </a:lnTo>
                <a:lnTo>
                  <a:pt x="34751" y="8604"/>
                </a:lnTo>
                <a:lnTo>
                  <a:pt x="34628" y="8081"/>
                </a:lnTo>
                <a:lnTo>
                  <a:pt x="34505" y="7498"/>
                </a:lnTo>
                <a:lnTo>
                  <a:pt x="34321" y="6914"/>
                </a:lnTo>
                <a:lnTo>
                  <a:pt x="34136" y="6361"/>
                </a:lnTo>
                <a:lnTo>
                  <a:pt x="33952" y="5808"/>
                </a:lnTo>
                <a:lnTo>
                  <a:pt x="33737" y="5255"/>
                </a:lnTo>
                <a:lnTo>
                  <a:pt x="33491" y="4763"/>
                </a:lnTo>
                <a:lnTo>
                  <a:pt x="33245" y="4302"/>
                </a:lnTo>
                <a:lnTo>
                  <a:pt x="32969" y="3933"/>
                </a:lnTo>
                <a:lnTo>
                  <a:pt x="32723" y="3595"/>
                </a:lnTo>
                <a:lnTo>
                  <a:pt x="32446" y="3350"/>
                </a:lnTo>
                <a:lnTo>
                  <a:pt x="32324" y="3257"/>
                </a:lnTo>
                <a:lnTo>
                  <a:pt x="32170" y="3196"/>
                </a:lnTo>
                <a:lnTo>
                  <a:pt x="32047" y="3165"/>
                </a:lnTo>
                <a:lnTo>
                  <a:pt x="31893" y="3134"/>
                </a:lnTo>
                <a:lnTo>
                  <a:pt x="31770" y="3165"/>
                </a:lnTo>
                <a:lnTo>
                  <a:pt x="31617" y="3196"/>
                </a:lnTo>
                <a:lnTo>
                  <a:pt x="31494" y="3257"/>
                </a:lnTo>
                <a:lnTo>
                  <a:pt x="31340" y="3350"/>
                </a:lnTo>
                <a:lnTo>
                  <a:pt x="31095" y="3595"/>
                </a:lnTo>
                <a:lnTo>
                  <a:pt x="30818" y="3933"/>
                </a:lnTo>
                <a:lnTo>
                  <a:pt x="30572" y="4302"/>
                </a:lnTo>
                <a:lnTo>
                  <a:pt x="30326" y="4763"/>
                </a:lnTo>
                <a:lnTo>
                  <a:pt x="30081" y="5255"/>
                </a:lnTo>
                <a:lnTo>
                  <a:pt x="29865" y="5808"/>
                </a:lnTo>
                <a:lnTo>
                  <a:pt x="29650" y="6361"/>
                </a:lnTo>
                <a:lnTo>
                  <a:pt x="29466" y="6914"/>
                </a:lnTo>
                <a:lnTo>
                  <a:pt x="29312" y="7498"/>
                </a:lnTo>
                <a:lnTo>
                  <a:pt x="29159" y="8081"/>
                </a:lnTo>
                <a:lnTo>
                  <a:pt x="29067" y="8604"/>
                </a:lnTo>
                <a:lnTo>
                  <a:pt x="28974" y="9126"/>
                </a:lnTo>
                <a:lnTo>
                  <a:pt x="28913" y="9618"/>
                </a:lnTo>
                <a:lnTo>
                  <a:pt x="28913" y="10048"/>
                </a:lnTo>
                <a:lnTo>
                  <a:pt x="28913" y="10416"/>
                </a:lnTo>
                <a:lnTo>
                  <a:pt x="28974" y="10724"/>
                </a:lnTo>
                <a:lnTo>
                  <a:pt x="29036" y="11031"/>
                </a:lnTo>
                <a:lnTo>
                  <a:pt x="29159" y="11308"/>
                </a:lnTo>
                <a:lnTo>
                  <a:pt x="29282" y="11584"/>
                </a:lnTo>
                <a:lnTo>
                  <a:pt x="29435" y="11799"/>
                </a:lnTo>
                <a:lnTo>
                  <a:pt x="29589" y="12014"/>
                </a:lnTo>
                <a:lnTo>
                  <a:pt x="29773" y="12199"/>
                </a:lnTo>
                <a:lnTo>
                  <a:pt x="29988" y="12352"/>
                </a:lnTo>
                <a:lnTo>
                  <a:pt x="30203" y="12475"/>
                </a:lnTo>
                <a:lnTo>
                  <a:pt x="30449" y="12598"/>
                </a:lnTo>
                <a:lnTo>
                  <a:pt x="30695" y="12690"/>
                </a:lnTo>
                <a:lnTo>
                  <a:pt x="30941" y="12752"/>
                </a:lnTo>
                <a:lnTo>
                  <a:pt x="31187" y="12813"/>
                </a:lnTo>
                <a:lnTo>
                  <a:pt x="31709" y="12875"/>
                </a:lnTo>
                <a:lnTo>
                  <a:pt x="31709" y="15271"/>
                </a:lnTo>
                <a:lnTo>
                  <a:pt x="31402" y="15548"/>
                </a:lnTo>
                <a:lnTo>
                  <a:pt x="31187" y="15793"/>
                </a:lnTo>
                <a:lnTo>
                  <a:pt x="31002" y="16101"/>
                </a:lnTo>
                <a:lnTo>
                  <a:pt x="30879" y="16377"/>
                </a:lnTo>
                <a:lnTo>
                  <a:pt x="30818" y="16623"/>
                </a:lnTo>
                <a:lnTo>
                  <a:pt x="30757" y="16838"/>
                </a:lnTo>
                <a:lnTo>
                  <a:pt x="30726" y="17145"/>
                </a:lnTo>
                <a:lnTo>
                  <a:pt x="27868" y="17361"/>
                </a:lnTo>
                <a:lnTo>
                  <a:pt x="25195" y="17576"/>
                </a:lnTo>
                <a:lnTo>
                  <a:pt x="25195" y="15671"/>
                </a:lnTo>
                <a:lnTo>
                  <a:pt x="25717" y="15609"/>
                </a:lnTo>
                <a:lnTo>
                  <a:pt x="25963" y="15548"/>
                </a:lnTo>
                <a:lnTo>
                  <a:pt x="26209" y="15486"/>
                </a:lnTo>
                <a:lnTo>
                  <a:pt x="26455" y="15394"/>
                </a:lnTo>
                <a:lnTo>
                  <a:pt x="26701" y="15271"/>
                </a:lnTo>
                <a:lnTo>
                  <a:pt x="26916" y="15148"/>
                </a:lnTo>
                <a:lnTo>
                  <a:pt x="27100" y="14995"/>
                </a:lnTo>
                <a:lnTo>
                  <a:pt x="27315" y="14810"/>
                </a:lnTo>
                <a:lnTo>
                  <a:pt x="27469" y="14595"/>
                </a:lnTo>
                <a:lnTo>
                  <a:pt x="27622" y="14380"/>
                </a:lnTo>
                <a:lnTo>
                  <a:pt x="27745" y="14134"/>
                </a:lnTo>
                <a:lnTo>
                  <a:pt x="27838" y="13858"/>
                </a:lnTo>
                <a:lnTo>
                  <a:pt x="27930" y="13551"/>
                </a:lnTo>
                <a:lnTo>
                  <a:pt x="27991" y="13213"/>
                </a:lnTo>
                <a:lnTo>
                  <a:pt x="27991" y="12844"/>
                </a:lnTo>
                <a:lnTo>
                  <a:pt x="27960" y="12414"/>
                </a:lnTo>
                <a:lnTo>
                  <a:pt x="27930" y="11953"/>
                </a:lnTo>
                <a:lnTo>
                  <a:pt x="27838" y="11430"/>
                </a:lnTo>
                <a:lnTo>
                  <a:pt x="27715" y="10877"/>
                </a:lnTo>
                <a:lnTo>
                  <a:pt x="27592" y="10294"/>
                </a:lnTo>
                <a:lnTo>
                  <a:pt x="27438" y="9741"/>
                </a:lnTo>
                <a:lnTo>
                  <a:pt x="27254" y="9157"/>
                </a:lnTo>
                <a:lnTo>
                  <a:pt x="27039" y="8604"/>
                </a:lnTo>
                <a:lnTo>
                  <a:pt x="26824" y="8051"/>
                </a:lnTo>
                <a:lnTo>
                  <a:pt x="26578" y="7559"/>
                </a:lnTo>
                <a:lnTo>
                  <a:pt x="26332" y="7129"/>
                </a:lnTo>
                <a:lnTo>
                  <a:pt x="26086" y="6729"/>
                </a:lnTo>
                <a:lnTo>
                  <a:pt x="25810" y="6391"/>
                </a:lnTo>
                <a:lnTo>
                  <a:pt x="25533" y="6146"/>
                </a:lnTo>
                <a:lnTo>
                  <a:pt x="25410" y="6053"/>
                </a:lnTo>
                <a:lnTo>
                  <a:pt x="25257" y="5992"/>
                </a:lnTo>
                <a:lnTo>
                  <a:pt x="25134" y="5961"/>
                </a:lnTo>
                <a:lnTo>
                  <a:pt x="24980" y="5931"/>
                </a:lnTo>
                <a:lnTo>
                  <a:pt x="24857" y="5961"/>
                </a:lnTo>
                <a:lnTo>
                  <a:pt x="24734" y="5992"/>
                </a:lnTo>
                <a:lnTo>
                  <a:pt x="24581" y="6053"/>
                </a:lnTo>
                <a:lnTo>
                  <a:pt x="24458" y="6146"/>
                </a:lnTo>
                <a:lnTo>
                  <a:pt x="24181" y="6391"/>
                </a:lnTo>
                <a:lnTo>
                  <a:pt x="23905" y="6729"/>
                </a:lnTo>
                <a:lnTo>
                  <a:pt x="23659" y="7129"/>
                </a:lnTo>
                <a:lnTo>
                  <a:pt x="23413" y="7559"/>
                </a:lnTo>
                <a:lnTo>
                  <a:pt x="23167" y="8051"/>
                </a:lnTo>
                <a:lnTo>
                  <a:pt x="22952" y="8604"/>
                </a:lnTo>
                <a:lnTo>
                  <a:pt x="22737" y="9157"/>
                </a:lnTo>
                <a:lnTo>
                  <a:pt x="22553" y="9741"/>
                </a:lnTo>
                <a:lnTo>
                  <a:pt x="22399" y="10294"/>
                </a:lnTo>
                <a:lnTo>
                  <a:pt x="22245" y="10877"/>
                </a:lnTo>
                <a:lnTo>
                  <a:pt x="22153" y="11430"/>
                </a:lnTo>
                <a:lnTo>
                  <a:pt x="22061" y="11953"/>
                </a:lnTo>
                <a:lnTo>
                  <a:pt x="22000" y="12414"/>
                </a:lnTo>
                <a:lnTo>
                  <a:pt x="22000" y="12844"/>
                </a:lnTo>
                <a:lnTo>
                  <a:pt x="22000" y="13213"/>
                </a:lnTo>
                <a:lnTo>
                  <a:pt x="22061" y="13551"/>
                </a:lnTo>
                <a:lnTo>
                  <a:pt x="22123" y="13858"/>
                </a:lnTo>
                <a:lnTo>
                  <a:pt x="22245" y="14134"/>
                </a:lnTo>
                <a:lnTo>
                  <a:pt x="22368" y="14380"/>
                </a:lnTo>
                <a:lnTo>
                  <a:pt x="22522" y="14595"/>
                </a:lnTo>
                <a:lnTo>
                  <a:pt x="22676" y="14810"/>
                </a:lnTo>
                <a:lnTo>
                  <a:pt x="22891" y="14995"/>
                </a:lnTo>
                <a:lnTo>
                  <a:pt x="23075" y="15148"/>
                </a:lnTo>
                <a:lnTo>
                  <a:pt x="23290" y="15271"/>
                </a:lnTo>
                <a:lnTo>
                  <a:pt x="23536" y="15394"/>
                </a:lnTo>
                <a:lnTo>
                  <a:pt x="23782" y="15486"/>
                </a:lnTo>
                <a:lnTo>
                  <a:pt x="24028" y="15548"/>
                </a:lnTo>
                <a:lnTo>
                  <a:pt x="24273" y="15609"/>
                </a:lnTo>
                <a:lnTo>
                  <a:pt x="24796" y="15671"/>
                </a:lnTo>
                <a:lnTo>
                  <a:pt x="24796" y="17453"/>
                </a:lnTo>
                <a:lnTo>
                  <a:pt x="24673" y="17207"/>
                </a:lnTo>
                <a:lnTo>
                  <a:pt x="24519" y="16961"/>
                </a:lnTo>
                <a:lnTo>
                  <a:pt x="24273" y="16746"/>
                </a:lnTo>
                <a:lnTo>
                  <a:pt x="24028" y="16531"/>
                </a:lnTo>
                <a:lnTo>
                  <a:pt x="23690" y="16377"/>
                </a:lnTo>
                <a:lnTo>
                  <a:pt x="23259" y="16254"/>
                </a:lnTo>
                <a:lnTo>
                  <a:pt x="22799" y="16193"/>
                </a:lnTo>
                <a:lnTo>
                  <a:pt x="22215" y="16193"/>
                </a:lnTo>
                <a:lnTo>
                  <a:pt x="21846" y="16224"/>
                </a:lnTo>
                <a:lnTo>
                  <a:pt x="21508" y="16285"/>
                </a:lnTo>
                <a:lnTo>
                  <a:pt x="21201" y="16347"/>
                </a:lnTo>
                <a:lnTo>
                  <a:pt x="20924" y="16439"/>
                </a:lnTo>
                <a:lnTo>
                  <a:pt x="20678" y="16562"/>
                </a:lnTo>
                <a:lnTo>
                  <a:pt x="20463" y="16685"/>
                </a:lnTo>
                <a:lnTo>
                  <a:pt x="20279" y="16838"/>
                </a:lnTo>
                <a:lnTo>
                  <a:pt x="20095" y="16992"/>
                </a:lnTo>
                <a:lnTo>
                  <a:pt x="19941" y="17145"/>
                </a:lnTo>
                <a:lnTo>
                  <a:pt x="19818" y="17299"/>
                </a:lnTo>
                <a:lnTo>
                  <a:pt x="19634" y="17637"/>
                </a:lnTo>
                <a:lnTo>
                  <a:pt x="19511" y="17975"/>
                </a:lnTo>
                <a:lnTo>
                  <a:pt x="19449" y="18252"/>
                </a:lnTo>
                <a:lnTo>
                  <a:pt x="17452" y="18559"/>
                </a:lnTo>
                <a:lnTo>
                  <a:pt x="17452" y="16408"/>
                </a:lnTo>
                <a:lnTo>
                  <a:pt x="17729" y="16377"/>
                </a:lnTo>
                <a:lnTo>
                  <a:pt x="18005" y="16347"/>
                </a:lnTo>
                <a:lnTo>
                  <a:pt x="18282" y="16285"/>
                </a:lnTo>
                <a:lnTo>
                  <a:pt x="18558" y="16193"/>
                </a:lnTo>
                <a:lnTo>
                  <a:pt x="18835" y="16101"/>
                </a:lnTo>
                <a:lnTo>
                  <a:pt x="19081" y="15978"/>
                </a:lnTo>
                <a:lnTo>
                  <a:pt x="19327" y="15824"/>
                </a:lnTo>
                <a:lnTo>
                  <a:pt x="19542" y="15640"/>
                </a:lnTo>
                <a:lnTo>
                  <a:pt x="19757" y="15456"/>
                </a:lnTo>
                <a:lnTo>
                  <a:pt x="19941" y="15240"/>
                </a:lnTo>
                <a:lnTo>
                  <a:pt x="20095" y="14995"/>
                </a:lnTo>
                <a:lnTo>
                  <a:pt x="20248" y="14718"/>
                </a:lnTo>
                <a:lnTo>
                  <a:pt x="20371" y="14411"/>
                </a:lnTo>
                <a:lnTo>
                  <a:pt x="20433" y="14073"/>
                </a:lnTo>
                <a:lnTo>
                  <a:pt x="20494" y="13704"/>
                </a:lnTo>
                <a:lnTo>
                  <a:pt x="20525" y="13305"/>
                </a:lnTo>
                <a:lnTo>
                  <a:pt x="20494" y="12844"/>
                </a:lnTo>
                <a:lnTo>
                  <a:pt x="20433" y="12321"/>
                </a:lnTo>
                <a:lnTo>
                  <a:pt x="20340" y="11738"/>
                </a:lnTo>
                <a:lnTo>
                  <a:pt x="20218" y="11123"/>
                </a:lnTo>
                <a:lnTo>
                  <a:pt x="20064" y="10509"/>
                </a:lnTo>
                <a:lnTo>
                  <a:pt x="19880" y="9894"/>
                </a:lnTo>
                <a:lnTo>
                  <a:pt x="19695" y="9249"/>
                </a:lnTo>
                <a:lnTo>
                  <a:pt x="19480" y="8634"/>
                </a:lnTo>
                <a:lnTo>
                  <a:pt x="19234" y="8051"/>
                </a:lnTo>
                <a:lnTo>
                  <a:pt x="18958" y="7498"/>
                </a:lnTo>
                <a:lnTo>
                  <a:pt x="18681" y="7006"/>
                </a:lnTo>
                <a:lnTo>
                  <a:pt x="18405" y="6576"/>
                </a:lnTo>
                <a:lnTo>
                  <a:pt x="18128" y="6238"/>
                </a:lnTo>
                <a:lnTo>
                  <a:pt x="17821" y="5961"/>
                </a:lnTo>
                <a:lnTo>
                  <a:pt x="17667" y="5869"/>
                </a:lnTo>
                <a:lnTo>
                  <a:pt x="17514" y="5777"/>
                </a:lnTo>
                <a:lnTo>
                  <a:pt x="17360" y="5746"/>
                </a:lnTo>
                <a:lnTo>
                  <a:pt x="17237" y="5715"/>
                </a:lnTo>
                <a:lnTo>
                  <a:pt x="17084" y="5746"/>
                </a:lnTo>
                <a:lnTo>
                  <a:pt x="16930" y="5777"/>
                </a:lnTo>
                <a:lnTo>
                  <a:pt x="16776" y="5869"/>
                </a:lnTo>
                <a:lnTo>
                  <a:pt x="16623" y="5961"/>
                </a:lnTo>
                <a:lnTo>
                  <a:pt x="16315" y="6238"/>
                </a:lnTo>
                <a:lnTo>
                  <a:pt x="16039" y="6576"/>
                </a:lnTo>
                <a:lnTo>
                  <a:pt x="15762" y="7006"/>
                </a:lnTo>
                <a:lnTo>
                  <a:pt x="15486" y="7498"/>
                </a:lnTo>
                <a:lnTo>
                  <a:pt x="15240" y="8051"/>
                </a:lnTo>
                <a:lnTo>
                  <a:pt x="14994" y="8634"/>
                </a:lnTo>
                <a:lnTo>
                  <a:pt x="14748" y="9249"/>
                </a:lnTo>
                <a:lnTo>
                  <a:pt x="14564" y="9894"/>
                </a:lnTo>
                <a:lnTo>
                  <a:pt x="14380" y="10509"/>
                </a:lnTo>
                <a:lnTo>
                  <a:pt x="14226" y="11123"/>
                </a:lnTo>
                <a:lnTo>
                  <a:pt x="14103" y="11738"/>
                </a:lnTo>
                <a:lnTo>
                  <a:pt x="14011" y="12321"/>
                </a:lnTo>
                <a:lnTo>
                  <a:pt x="13950" y="12844"/>
                </a:lnTo>
                <a:lnTo>
                  <a:pt x="13950" y="13305"/>
                </a:lnTo>
                <a:lnTo>
                  <a:pt x="13950" y="13704"/>
                </a:lnTo>
                <a:lnTo>
                  <a:pt x="14011" y="14073"/>
                </a:lnTo>
                <a:lnTo>
                  <a:pt x="14103" y="14411"/>
                </a:lnTo>
                <a:lnTo>
                  <a:pt x="14195" y="14718"/>
                </a:lnTo>
                <a:lnTo>
                  <a:pt x="14349" y="14995"/>
                </a:lnTo>
                <a:lnTo>
                  <a:pt x="14503" y="15240"/>
                </a:lnTo>
                <a:lnTo>
                  <a:pt x="14687" y="15456"/>
                </a:lnTo>
                <a:lnTo>
                  <a:pt x="14902" y="15640"/>
                </a:lnTo>
                <a:lnTo>
                  <a:pt x="15117" y="15824"/>
                </a:lnTo>
                <a:lnTo>
                  <a:pt x="15363" y="15978"/>
                </a:lnTo>
                <a:lnTo>
                  <a:pt x="15609" y="16101"/>
                </a:lnTo>
                <a:lnTo>
                  <a:pt x="15885" y="16193"/>
                </a:lnTo>
                <a:lnTo>
                  <a:pt x="16162" y="16285"/>
                </a:lnTo>
                <a:lnTo>
                  <a:pt x="16438" y="16347"/>
                </a:lnTo>
                <a:lnTo>
                  <a:pt x="16715" y="16377"/>
                </a:lnTo>
                <a:lnTo>
                  <a:pt x="17022" y="16408"/>
                </a:lnTo>
                <a:lnTo>
                  <a:pt x="17022" y="18313"/>
                </a:lnTo>
                <a:lnTo>
                  <a:pt x="16838" y="18129"/>
                </a:lnTo>
                <a:lnTo>
                  <a:pt x="16653" y="17975"/>
                </a:lnTo>
                <a:lnTo>
                  <a:pt x="16438" y="17821"/>
                </a:lnTo>
                <a:lnTo>
                  <a:pt x="16193" y="17729"/>
                </a:lnTo>
                <a:lnTo>
                  <a:pt x="15885" y="17606"/>
                </a:lnTo>
                <a:lnTo>
                  <a:pt x="15547" y="17545"/>
                </a:lnTo>
                <a:lnTo>
                  <a:pt x="15148" y="17514"/>
                </a:lnTo>
                <a:lnTo>
                  <a:pt x="14718" y="17514"/>
                </a:lnTo>
                <a:lnTo>
                  <a:pt x="14349" y="17545"/>
                </a:lnTo>
                <a:lnTo>
                  <a:pt x="14011" y="17606"/>
                </a:lnTo>
                <a:lnTo>
                  <a:pt x="13704" y="17698"/>
                </a:lnTo>
                <a:lnTo>
                  <a:pt x="13427" y="17791"/>
                </a:lnTo>
                <a:lnTo>
                  <a:pt x="13181" y="17914"/>
                </a:lnTo>
                <a:lnTo>
                  <a:pt x="12966" y="18036"/>
                </a:lnTo>
                <a:lnTo>
                  <a:pt x="12782" y="18190"/>
                </a:lnTo>
                <a:lnTo>
                  <a:pt x="12598" y="18344"/>
                </a:lnTo>
                <a:lnTo>
                  <a:pt x="12444" y="18497"/>
                </a:lnTo>
                <a:lnTo>
                  <a:pt x="12352" y="18651"/>
                </a:lnTo>
                <a:lnTo>
                  <a:pt x="12137" y="18989"/>
                </a:lnTo>
                <a:lnTo>
                  <a:pt x="12014" y="19327"/>
                </a:lnTo>
                <a:lnTo>
                  <a:pt x="11952" y="19603"/>
                </a:lnTo>
                <a:lnTo>
                  <a:pt x="10201" y="20034"/>
                </a:lnTo>
                <a:lnTo>
                  <a:pt x="8603" y="20433"/>
                </a:lnTo>
                <a:lnTo>
                  <a:pt x="8603" y="13520"/>
                </a:lnTo>
                <a:lnTo>
                  <a:pt x="8603" y="12875"/>
                </a:lnTo>
                <a:lnTo>
                  <a:pt x="8573" y="12229"/>
                </a:lnTo>
                <a:lnTo>
                  <a:pt x="8419" y="10601"/>
                </a:lnTo>
                <a:lnTo>
                  <a:pt x="8450" y="10601"/>
                </a:lnTo>
                <a:lnTo>
                  <a:pt x="10754" y="14503"/>
                </a:lnTo>
                <a:lnTo>
                  <a:pt x="11092" y="14964"/>
                </a:lnTo>
                <a:lnTo>
                  <a:pt x="11430" y="15425"/>
                </a:lnTo>
                <a:lnTo>
                  <a:pt x="11860" y="15824"/>
                </a:lnTo>
                <a:lnTo>
                  <a:pt x="12290" y="16162"/>
                </a:lnTo>
                <a:lnTo>
                  <a:pt x="12198" y="15609"/>
                </a:lnTo>
                <a:lnTo>
                  <a:pt x="12045" y="15056"/>
                </a:lnTo>
                <a:lnTo>
                  <a:pt x="11829" y="14534"/>
                </a:lnTo>
                <a:lnTo>
                  <a:pt x="11553" y="14011"/>
                </a:lnTo>
                <a:lnTo>
                  <a:pt x="9126" y="9956"/>
                </a:lnTo>
                <a:lnTo>
                  <a:pt x="9187" y="9771"/>
                </a:lnTo>
                <a:lnTo>
                  <a:pt x="9187" y="9587"/>
                </a:lnTo>
                <a:lnTo>
                  <a:pt x="9187" y="9403"/>
                </a:lnTo>
                <a:lnTo>
                  <a:pt x="9126" y="9218"/>
                </a:lnTo>
                <a:lnTo>
                  <a:pt x="9033" y="9065"/>
                </a:lnTo>
                <a:lnTo>
                  <a:pt x="8941" y="8911"/>
                </a:lnTo>
                <a:lnTo>
                  <a:pt x="10385" y="4763"/>
                </a:lnTo>
                <a:lnTo>
                  <a:pt x="10539" y="4241"/>
                </a:lnTo>
                <a:lnTo>
                  <a:pt x="10631" y="3657"/>
                </a:lnTo>
                <a:lnTo>
                  <a:pt x="10693" y="3104"/>
                </a:lnTo>
                <a:lnTo>
                  <a:pt x="10662" y="2520"/>
                </a:lnTo>
                <a:lnTo>
                  <a:pt x="10293" y="2950"/>
                </a:lnTo>
                <a:lnTo>
                  <a:pt x="9986" y="3442"/>
                </a:lnTo>
                <a:lnTo>
                  <a:pt x="9709" y="3933"/>
                </a:lnTo>
                <a:lnTo>
                  <a:pt x="9494" y="4456"/>
                </a:lnTo>
                <a:lnTo>
                  <a:pt x="8050" y="8573"/>
                </a:lnTo>
                <a:lnTo>
                  <a:pt x="7927" y="8604"/>
                </a:lnTo>
                <a:lnTo>
                  <a:pt x="7774" y="8665"/>
                </a:lnTo>
                <a:lnTo>
                  <a:pt x="7651" y="8727"/>
                </a:lnTo>
                <a:lnTo>
                  <a:pt x="7528" y="8819"/>
                </a:lnTo>
                <a:lnTo>
                  <a:pt x="7405" y="8911"/>
                </a:lnTo>
                <a:lnTo>
                  <a:pt x="7343" y="9034"/>
                </a:lnTo>
                <a:lnTo>
                  <a:pt x="7251" y="9157"/>
                </a:lnTo>
                <a:lnTo>
                  <a:pt x="7190" y="9310"/>
                </a:lnTo>
                <a:lnTo>
                  <a:pt x="2796" y="10970"/>
                </a:lnTo>
                <a:lnTo>
                  <a:pt x="2274" y="11185"/>
                </a:lnTo>
                <a:lnTo>
                  <a:pt x="1782" y="11461"/>
                </a:lnTo>
                <a:lnTo>
                  <a:pt x="1321" y="11799"/>
                </a:lnTo>
                <a:lnTo>
                  <a:pt x="891" y="12168"/>
                </a:lnTo>
                <a:lnTo>
                  <a:pt x="1475" y="12168"/>
                </a:lnTo>
                <a:lnTo>
                  <a:pt x="2028" y="12106"/>
                </a:lnTo>
                <a:lnTo>
                  <a:pt x="2581" y="11983"/>
                </a:lnTo>
                <a:lnTo>
                  <a:pt x="3134" y="11830"/>
                </a:lnTo>
                <a:lnTo>
                  <a:pt x="7374" y="10232"/>
                </a:lnTo>
                <a:lnTo>
                  <a:pt x="7497" y="10355"/>
                </a:lnTo>
                <a:lnTo>
                  <a:pt x="7620" y="10447"/>
                </a:lnTo>
                <a:lnTo>
                  <a:pt x="7774" y="10539"/>
                </a:lnTo>
                <a:lnTo>
                  <a:pt x="7927" y="10601"/>
                </a:lnTo>
                <a:lnTo>
                  <a:pt x="7804" y="12229"/>
                </a:lnTo>
                <a:lnTo>
                  <a:pt x="7743" y="12875"/>
                </a:lnTo>
                <a:lnTo>
                  <a:pt x="7743" y="13520"/>
                </a:lnTo>
                <a:lnTo>
                  <a:pt x="7743" y="20679"/>
                </a:lnTo>
                <a:lnTo>
                  <a:pt x="5899" y="21232"/>
                </a:lnTo>
                <a:lnTo>
                  <a:pt x="4302" y="21754"/>
                </a:lnTo>
                <a:lnTo>
                  <a:pt x="2950" y="22246"/>
                </a:lnTo>
                <a:lnTo>
                  <a:pt x="1874" y="22676"/>
                </a:lnTo>
                <a:lnTo>
                  <a:pt x="1045" y="23045"/>
                </a:lnTo>
                <a:lnTo>
                  <a:pt x="461" y="23321"/>
                </a:lnTo>
                <a:lnTo>
                  <a:pt x="0" y="23536"/>
                </a:lnTo>
                <a:lnTo>
                  <a:pt x="71622" y="23536"/>
                </a:lnTo>
                <a:lnTo>
                  <a:pt x="71284" y="23352"/>
                </a:lnTo>
                <a:lnTo>
                  <a:pt x="70239" y="22860"/>
                </a:lnTo>
                <a:lnTo>
                  <a:pt x="69471" y="22522"/>
                </a:lnTo>
                <a:lnTo>
                  <a:pt x="68518" y="22123"/>
                </a:lnTo>
                <a:lnTo>
                  <a:pt x="67382" y="21693"/>
                </a:lnTo>
                <a:lnTo>
                  <a:pt x="66122" y="21232"/>
                </a:lnTo>
                <a:lnTo>
                  <a:pt x="66122" y="13182"/>
                </a:lnTo>
                <a:lnTo>
                  <a:pt x="66091" y="12537"/>
                </a:lnTo>
                <a:lnTo>
                  <a:pt x="66060" y="11891"/>
                </a:lnTo>
                <a:lnTo>
                  <a:pt x="65907" y="10232"/>
                </a:lnTo>
                <a:lnTo>
                  <a:pt x="65938" y="10232"/>
                </a:lnTo>
                <a:lnTo>
                  <a:pt x="68242" y="14165"/>
                </a:lnTo>
                <a:lnTo>
                  <a:pt x="68580" y="14626"/>
                </a:lnTo>
                <a:lnTo>
                  <a:pt x="68949" y="15056"/>
                </a:lnTo>
                <a:lnTo>
                  <a:pt x="69348" y="15456"/>
                </a:lnTo>
                <a:lnTo>
                  <a:pt x="69778" y="15824"/>
                </a:lnTo>
                <a:lnTo>
                  <a:pt x="69686" y="15271"/>
                </a:lnTo>
                <a:lnTo>
                  <a:pt x="69532" y="14718"/>
                </a:lnTo>
                <a:lnTo>
                  <a:pt x="69317" y="14196"/>
                </a:lnTo>
                <a:lnTo>
                  <a:pt x="69041" y="13673"/>
                </a:lnTo>
                <a:lnTo>
                  <a:pt x="66644" y="9618"/>
                </a:lnTo>
                <a:lnTo>
                  <a:pt x="66675" y="9433"/>
                </a:lnTo>
                <a:lnTo>
                  <a:pt x="66706" y="9249"/>
                </a:lnTo>
                <a:lnTo>
                  <a:pt x="66675" y="9065"/>
                </a:lnTo>
                <a:lnTo>
                  <a:pt x="66613" y="8880"/>
                </a:lnTo>
                <a:lnTo>
                  <a:pt x="66521" y="8696"/>
                </a:lnTo>
                <a:lnTo>
                  <a:pt x="66429" y="8573"/>
                </a:lnTo>
                <a:lnTo>
                  <a:pt x="67873" y="4425"/>
                </a:lnTo>
                <a:lnTo>
                  <a:pt x="68027" y="3872"/>
                </a:lnTo>
                <a:lnTo>
                  <a:pt x="68119" y="3319"/>
                </a:lnTo>
                <a:lnTo>
                  <a:pt x="68180" y="2735"/>
                </a:lnTo>
                <a:lnTo>
                  <a:pt x="68180" y="2182"/>
                </a:lnTo>
                <a:lnTo>
                  <a:pt x="67812" y="2612"/>
                </a:lnTo>
                <a:lnTo>
                  <a:pt x="67474" y="3104"/>
                </a:lnTo>
                <a:lnTo>
                  <a:pt x="67197" y="3595"/>
                </a:lnTo>
                <a:lnTo>
                  <a:pt x="66982" y="4118"/>
                </a:lnTo>
                <a:lnTo>
                  <a:pt x="65569" y="8235"/>
                </a:lnTo>
                <a:lnTo>
                  <a:pt x="65415" y="8266"/>
                </a:lnTo>
                <a:lnTo>
                  <a:pt x="65262" y="8327"/>
                </a:lnTo>
                <a:lnTo>
                  <a:pt x="65139" y="8389"/>
                </a:lnTo>
                <a:lnTo>
                  <a:pt x="65016" y="8481"/>
                </a:lnTo>
                <a:lnTo>
                  <a:pt x="64924" y="8573"/>
                </a:lnTo>
                <a:lnTo>
                  <a:pt x="64831" y="8696"/>
                </a:lnTo>
                <a:lnTo>
                  <a:pt x="64739" y="8819"/>
                </a:lnTo>
                <a:lnTo>
                  <a:pt x="64708" y="8942"/>
                </a:lnTo>
                <a:lnTo>
                  <a:pt x="60284" y="10601"/>
                </a:lnTo>
                <a:lnTo>
                  <a:pt x="59946" y="10754"/>
                </a:lnTo>
                <a:lnTo>
                  <a:pt x="59608" y="10908"/>
                </a:lnTo>
                <a:lnTo>
                  <a:pt x="59301" y="11123"/>
                </a:lnTo>
                <a:lnTo>
                  <a:pt x="58993" y="11308"/>
                </a:lnTo>
                <a:lnTo>
                  <a:pt x="58932" y="10877"/>
                </a:lnTo>
                <a:lnTo>
                  <a:pt x="58871" y="10386"/>
                </a:lnTo>
                <a:lnTo>
                  <a:pt x="58748" y="9894"/>
                </a:lnTo>
                <a:lnTo>
                  <a:pt x="58625" y="9341"/>
                </a:lnTo>
                <a:lnTo>
                  <a:pt x="58471" y="8819"/>
                </a:lnTo>
                <a:lnTo>
                  <a:pt x="58318" y="8296"/>
                </a:lnTo>
                <a:lnTo>
                  <a:pt x="58133" y="7774"/>
                </a:lnTo>
                <a:lnTo>
                  <a:pt x="57949" y="7252"/>
                </a:lnTo>
                <a:lnTo>
                  <a:pt x="57734" y="6791"/>
                </a:lnTo>
                <a:lnTo>
                  <a:pt x="57488" y="6330"/>
                </a:lnTo>
                <a:lnTo>
                  <a:pt x="57273" y="5931"/>
                </a:lnTo>
                <a:lnTo>
                  <a:pt x="57027" y="5593"/>
                </a:lnTo>
                <a:lnTo>
                  <a:pt x="56781" y="5316"/>
                </a:lnTo>
                <a:lnTo>
                  <a:pt x="56535" y="5101"/>
                </a:lnTo>
                <a:lnTo>
                  <a:pt x="56382" y="5009"/>
                </a:lnTo>
                <a:lnTo>
                  <a:pt x="56259" y="4947"/>
                </a:lnTo>
                <a:lnTo>
                  <a:pt x="56136" y="4917"/>
                </a:lnTo>
                <a:lnTo>
                  <a:pt x="56013" y="4917"/>
                </a:lnTo>
                <a:lnTo>
                  <a:pt x="55798" y="4947"/>
                </a:lnTo>
                <a:lnTo>
                  <a:pt x="55614" y="5039"/>
                </a:lnTo>
                <a:lnTo>
                  <a:pt x="55399" y="5162"/>
                </a:lnTo>
                <a:lnTo>
                  <a:pt x="55183" y="5377"/>
                </a:lnTo>
                <a:lnTo>
                  <a:pt x="54999" y="5623"/>
                </a:lnTo>
                <a:lnTo>
                  <a:pt x="54784" y="5900"/>
                </a:lnTo>
                <a:lnTo>
                  <a:pt x="54600" y="6207"/>
                </a:lnTo>
                <a:lnTo>
                  <a:pt x="54415" y="6545"/>
                </a:lnTo>
                <a:lnTo>
                  <a:pt x="54077" y="7344"/>
                </a:lnTo>
                <a:lnTo>
                  <a:pt x="53739" y="8173"/>
                </a:lnTo>
                <a:lnTo>
                  <a:pt x="53494" y="9034"/>
                </a:lnTo>
                <a:lnTo>
                  <a:pt x="53278" y="9894"/>
                </a:lnTo>
                <a:lnTo>
                  <a:pt x="53033" y="9157"/>
                </a:lnTo>
                <a:lnTo>
                  <a:pt x="52756" y="8419"/>
                </a:lnTo>
                <a:lnTo>
                  <a:pt x="52480" y="7743"/>
                </a:lnTo>
                <a:lnTo>
                  <a:pt x="52142" y="7129"/>
                </a:lnTo>
                <a:lnTo>
                  <a:pt x="51834" y="6637"/>
                </a:lnTo>
                <a:lnTo>
                  <a:pt x="51650" y="6422"/>
                </a:lnTo>
                <a:lnTo>
                  <a:pt x="51466" y="6238"/>
                </a:lnTo>
                <a:lnTo>
                  <a:pt x="51312" y="6084"/>
                </a:lnTo>
                <a:lnTo>
                  <a:pt x="51128" y="5961"/>
                </a:lnTo>
                <a:lnTo>
                  <a:pt x="50943" y="5900"/>
                </a:lnTo>
                <a:lnTo>
                  <a:pt x="50759" y="5869"/>
                </a:lnTo>
                <a:lnTo>
                  <a:pt x="50636" y="5900"/>
                </a:lnTo>
                <a:lnTo>
                  <a:pt x="50482" y="5931"/>
                </a:lnTo>
                <a:lnTo>
                  <a:pt x="50360" y="5992"/>
                </a:lnTo>
                <a:lnTo>
                  <a:pt x="50206" y="6084"/>
                </a:lnTo>
                <a:lnTo>
                  <a:pt x="49960" y="6330"/>
                </a:lnTo>
                <a:lnTo>
                  <a:pt x="49684" y="6668"/>
                </a:lnTo>
                <a:lnTo>
                  <a:pt x="49438" y="7067"/>
                </a:lnTo>
                <a:lnTo>
                  <a:pt x="49192" y="7498"/>
                </a:lnTo>
                <a:lnTo>
                  <a:pt x="48946" y="7989"/>
                </a:lnTo>
                <a:lnTo>
                  <a:pt x="48731" y="8542"/>
                </a:lnTo>
                <a:lnTo>
                  <a:pt x="48516" y="9095"/>
                </a:lnTo>
                <a:lnTo>
                  <a:pt x="48332" y="9679"/>
                </a:lnTo>
                <a:lnTo>
                  <a:pt x="48178" y="10232"/>
                </a:lnTo>
                <a:lnTo>
                  <a:pt x="48024" y="10816"/>
                </a:lnTo>
                <a:lnTo>
                  <a:pt x="47932" y="11369"/>
                </a:lnTo>
                <a:lnTo>
                  <a:pt x="47840" y="11891"/>
                </a:lnTo>
                <a:lnTo>
                  <a:pt x="47779" y="12352"/>
                </a:lnTo>
                <a:lnTo>
                  <a:pt x="47779" y="12782"/>
                </a:lnTo>
                <a:lnTo>
                  <a:pt x="47779" y="13151"/>
                </a:lnTo>
                <a:lnTo>
                  <a:pt x="47840" y="13489"/>
                </a:lnTo>
                <a:lnTo>
                  <a:pt x="47901" y="13796"/>
                </a:lnTo>
                <a:lnTo>
                  <a:pt x="48024" y="14073"/>
                </a:lnTo>
                <a:lnTo>
                  <a:pt x="48147" y="14319"/>
                </a:lnTo>
                <a:lnTo>
                  <a:pt x="48301" y="14534"/>
                </a:lnTo>
                <a:lnTo>
                  <a:pt x="48455" y="14749"/>
                </a:lnTo>
                <a:lnTo>
                  <a:pt x="48639" y="14933"/>
                </a:lnTo>
                <a:lnTo>
                  <a:pt x="48854" y="15087"/>
                </a:lnTo>
                <a:lnTo>
                  <a:pt x="49069" y="15210"/>
                </a:lnTo>
                <a:lnTo>
                  <a:pt x="49315" y="15333"/>
                </a:lnTo>
                <a:lnTo>
                  <a:pt x="49561" y="15425"/>
                </a:lnTo>
                <a:lnTo>
                  <a:pt x="49806" y="15486"/>
                </a:lnTo>
                <a:lnTo>
                  <a:pt x="50052" y="15548"/>
                </a:lnTo>
                <a:lnTo>
                  <a:pt x="50575" y="15609"/>
                </a:lnTo>
                <a:lnTo>
                  <a:pt x="50575" y="17268"/>
                </a:lnTo>
                <a:lnTo>
                  <a:pt x="50421" y="17483"/>
                </a:lnTo>
                <a:lnTo>
                  <a:pt x="50329" y="17668"/>
                </a:lnTo>
                <a:lnTo>
                  <a:pt x="48793" y="17483"/>
                </a:lnTo>
                <a:lnTo>
                  <a:pt x="47226" y="17330"/>
                </a:lnTo>
                <a:lnTo>
                  <a:pt x="45597" y="17207"/>
                </a:lnTo>
                <a:lnTo>
                  <a:pt x="43938" y="17084"/>
                </a:lnTo>
                <a:lnTo>
                  <a:pt x="43938" y="10017"/>
                </a:lnTo>
                <a:lnTo>
                  <a:pt x="43907" y="9433"/>
                </a:lnTo>
                <a:lnTo>
                  <a:pt x="43876" y="8849"/>
                </a:lnTo>
                <a:lnTo>
                  <a:pt x="43754" y="7344"/>
                </a:lnTo>
                <a:lnTo>
                  <a:pt x="45874" y="10908"/>
                </a:lnTo>
                <a:lnTo>
                  <a:pt x="46181" y="11338"/>
                </a:lnTo>
                <a:lnTo>
                  <a:pt x="46488" y="11738"/>
                </a:lnTo>
                <a:lnTo>
                  <a:pt x="46888" y="12106"/>
                </a:lnTo>
                <a:lnTo>
                  <a:pt x="47287" y="12444"/>
                </a:lnTo>
                <a:lnTo>
                  <a:pt x="47287" y="12444"/>
                </a:lnTo>
                <a:lnTo>
                  <a:pt x="47195" y="11922"/>
                </a:lnTo>
                <a:lnTo>
                  <a:pt x="47041" y="11430"/>
                </a:lnTo>
                <a:lnTo>
                  <a:pt x="46857" y="10939"/>
                </a:lnTo>
                <a:lnTo>
                  <a:pt x="46611" y="10478"/>
                </a:lnTo>
                <a:lnTo>
                  <a:pt x="44399" y="6760"/>
                </a:lnTo>
                <a:lnTo>
                  <a:pt x="44429" y="6606"/>
                </a:lnTo>
                <a:lnTo>
                  <a:pt x="44460" y="6453"/>
                </a:lnTo>
                <a:lnTo>
                  <a:pt x="44429" y="6268"/>
                </a:lnTo>
                <a:lnTo>
                  <a:pt x="44399" y="6084"/>
                </a:lnTo>
                <a:lnTo>
                  <a:pt x="44307" y="5931"/>
                </a:lnTo>
                <a:lnTo>
                  <a:pt x="44214" y="5808"/>
                </a:lnTo>
                <a:lnTo>
                  <a:pt x="45536" y="2028"/>
                </a:lnTo>
                <a:lnTo>
                  <a:pt x="45689" y="1537"/>
                </a:lnTo>
                <a:lnTo>
                  <a:pt x="45781" y="1014"/>
                </a:lnTo>
                <a:lnTo>
                  <a:pt x="45812" y="523"/>
                </a:lnTo>
                <a:lnTo>
                  <a:pt x="45812" y="0"/>
                </a:lnTo>
                <a:close/>
              </a:path>
            </a:pathLst>
          </a:cu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8" name="Google Shape;788;p9"/>
          <p:cNvGrpSpPr/>
          <p:nvPr/>
        </p:nvGrpSpPr>
        <p:grpSpPr>
          <a:xfrm>
            <a:off x="1658871" y="1433868"/>
            <a:ext cx="8229600" cy="795403"/>
            <a:chOff x="1144566" y="1728591"/>
            <a:chExt cx="8229600" cy="795403"/>
          </a:xfrm>
        </p:grpSpPr>
        <p:sp>
          <p:nvSpPr>
            <p:cNvPr id="789" name="Google Shape;789;p9"/>
            <p:cNvSpPr/>
            <p:nvPr/>
          </p:nvSpPr>
          <p:spPr>
            <a:xfrm>
              <a:off x="1628384" y="1728591"/>
              <a:ext cx="7261965" cy="795403"/>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9"/>
            <p:cNvSpPr txBox="1"/>
            <p:nvPr/>
          </p:nvSpPr>
          <p:spPr>
            <a:xfrm>
              <a:off x="1144566" y="1764286"/>
              <a:ext cx="8229600" cy="48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Fira Sans"/>
                <a:buNone/>
              </a:pPr>
              <a:r>
                <a:rPr b="1" i="0" lang="en-NL" sz="3600" u="none" cap="none" strike="noStrike">
                  <a:solidFill>
                    <a:schemeClr val="dk1"/>
                  </a:solidFill>
                  <a:latin typeface="Fira Sans"/>
                  <a:ea typeface="Fira Sans"/>
                  <a:cs typeface="Fira Sans"/>
                  <a:sym typeface="Fira Sans"/>
                </a:rPr>
                <a:t>Project Findings</a:t>
              </a:r>
              <a:endParaRPr/>
            </a:p>
          </p:txBody>
        </p:sp>
      </p:grpSp>
      <p:grpSp>
        <p:nvGrpSpPr>
          <p:cNvPr id="791" name="Google Shape;791;p9"/>
          <p:cNvGrpSpPr/>
          <p:nvPr/>
        </p:nvGrpSpPr>
        <p:grpSpPr>
          <a:xfrm>
            <a:off x="1837367" y="3926910"/>
            <a:ext cx="2162338" cy="1288615"/>
            <a:chOff x="1197769" y="3276179"/>
            <a:chExt cx="2753223" cy="1867321"/>
          </a:xfrm>
        </p:grpSpPr>
        <p:sp>
          <p:nvSpPr>
            <p:cNvPr id="792" name="Google Shape;792;p9"/>
            <p:cNvSpPr/>
            <p:nvPr/>
          </p:nvSpPr>
          <p:spPr>
            <a:xfrm>
              <a:off x="1217924" y="3844804"/>
              <a:ext cx="2681960" cy="961283"/>
            </a:xfrm>
            <a:custGeom>
              <a:rect b="b" l="l" r="r" t="t"/>
              <a:pathLst>
                <a:path extrusionOk="0" h="21986" w="61344">
                  <a:moveTo>
                    <a:pt x="22447" y="1"/>
                  </a:moveTo>
                  <a:lnTo>
                    <a:pt x="20787" y="93"/>
                  </a:lnTo>
                  <a:lnTo>
                    <a:pt x="19065" y="216"/>
                  </a:lnTo>
                  <a:lnTo>
                    <a:pt x="18173" y="339"/>
                  </a:lnTo>
                  <a:lnTo>
                    <a:pt x="17281" y="431"/>
                  </a:lnTo>
                  <a:lnTo>
                    <a:pt x="16390" y="585"/>
                  </a:lnTo>
                  <a:lnTo>
                    <a:pt x="15498" y="739"/>
                  </a:lnTo>
                  <a:lnTo>
                    <a:pt x="14576" y="923"/>
                  </a:lnTo>
                  <a:lnTo>
                    <a:pt x="13622" y="1138"/>
                  </a:lnTo>
                  <a:lnTo>
                    <a:pt x="12700" y="1354"/>
                  </a:lnTo>
                  <a:lnTo>
                    <a:pt x="11747" y="1630"/>
                  </a:lnTo>
                  <a:lnTo>
                    <a:pt x="10824" y="1907"/>
                  </a:lnTo>
                  <a:lnTo>
                    <a:pt x="9871" y="2215"/>
                  </a:lnTo>
                  <a:lnTo>
                    <a:pt x="9441" y="2368"/>
                  </a:lnTo>
                  <a:lnTo>
                    <a:pt x="9010" y="2522"/>
                  </a:lnTo>
                  <a:lnTo>
                    <a:pt x="8610" y="2737"/>
                  </a:lnTo>
                  <a:lnTo>
                    <a:pt x="8211" y="2922"/>
                  </a:lnTo>
                  <a:lnTo>
                    <a:pt x="7811" y="3137"/>
                  </a:lnTo>
                  <a:lnTo>
                    <a:pt x="7442" y="3383"/>
                  </a:lnTo>
                  <a:lnTo>
                    <a:pt x="7073" y="3629"/>
                  </a:lnTo>
                  <a:lnTo>
                    <a:pt x="6704" y="3906"/>
                  </a:lnTo>
                  <a:lnTo>
                    <a:pt x="6366" y="4182"/>
                  </a:lnTo>
                  <a:lnTo>
                    <a:pt x="6028" y="4490"/>
                  </a:lnTo>
                  <a:lnTo>
                    <a:pt x="5720" y="4797"/>
                  </a:lnTo>
                  <a:lnTo>
                    <a:pt x="5413" y="5105"/>
                  </a:lnTo>
                  <a:lnTo>
                    <a:pt x="5105" y="5443"/>
                  </a:lnTo>
                  <a:lnTo>
                    <a:pt x="4828" y="5812"/>
                  </a:lnTo>
                  <a:lnTo>
                    <a:pt x="4552" y="6181"/>
                  </a:lnTo>
                  <a:lnTo>
                    <a:pt x="4306" y="6550"/>
                  </a:lnTo>
                  <a:lnTo>
                    <a:pt x="1077" y="11562"/>
                  </a:lnTo>
                  <a:lnTo>
                    <a:pt x="770" y="12054"/>
                  </a:lnTo>
                  <a:lnTo>
                    <a:pt x="524" y="12607"/>
                  </a:lnTo>
                  <a:lnTo>
                    <a:pt x="1" y="16697"/>
                  </a:lnTo>
                  <a:lnTo>
                    <a:pt x="1" y="18296"/>
                  </a:lnTo>
                  <a:lnTo>
                    <a:pt x="32" y="18757"/>
                  </a:lnTo>
                  <a:lnTo>
                    <a:pt x="62" y="19188"/>
                  </a:lnTo>
                  <a:lnTo>
                    <a:pt x="155" y="19618"/>
                  </a:lnTo>
                  <a:lnTo>
                    <a:pt x="247" y="20049"/>
                  </a:lnTo>
                  <a:lnTo>
                    <a:pt x="677" y="21986"/>
                  </a:lnTo>
                  <a:lnTo>
                    <a:pt x="61344" y="21986"/>
                  </a:lnTo>
                  <a:lnTo>
                    <a:pt x="61344" y="17927"/>
                  </a:lnTo>
                  <a:lnTo>
                    <a:pt x="61313" y="17650"/>
                  </a:lnTo>
                  <a:lnTo>
                    <a:pt x="58699" y="17650"/>
                  </a:lnTo>
                  <a:lnTo>
                    <a:pt x="58361" y="17619"/>
                  </a:lnTo>
                  <a:lnTo>
                    <a:pt x="58023" y="17527"/>
                  </a:lnTo>
                  <a:lnTo>
                    <a:pt x="57746" y="17373"/>
                  </a:lnTo>
                  <a:lnTo>
                    <a:pt x="57500" y="17158"/>
                  </a:lnTo>
                  <a:lnTo>
                    <a:pt x="57285" y="16912"/>
                  </a:lnTo>
                  <a:lnTo>
                    <a:pt x="57131" y="16636"/>
                  </a:lnTo>
                  <a:lnTo>
                    <a:pt x="57039" y="16328"/>
                  </a:lnTo>
                  <a:lnTo>
                    <a:pt x="57008" y="15990"/>
                  </a:lnTo>
                  <a:lnTo>
                    <a:pt x="57008" y="13161"/>
                  </a:lnTo>
                  <a:lnTo>
                    <a:pt x="57039" y="12884"/>
                  </a:lnTo>
                  <a:lnTo>
                    <a:pt x="57100" y="12607"/>
                  </a:lnTo>
                  <a:lnTo>
                    <a:pt x="56977" y="12577"/>
                  </a:lnTo>
                  <a:lnTo>
                    <a:pt x="47568" y="10670"/>
                  </a:lnTo>
                  <a:lnTo>
                    <a:pt x="47076" y="10547"/>
                  </a:lnTo>
                  <a:lnTo>
                    <a:pt x="46646" y="10363"/>
                  </a:lnTo>
                  <a:lnTo>
                    <a:pt x="46646" y="11716"/>
                  </a:lnTo>
                  <a:lnTo>
                    <a:pt x="46615" y="12054"/>
                  </a:lnTo>
                  <a:lnTo>
                    <a:pt x="46523" y="12361"/>
                  </a:lnTo>
                  <a:lnTo>
                    <a:pt x="46369" y="12638"/>
                  </a:lnTo>
                  <a:lnTo>
                    <a:pt x="46185" y="12884"/>
                  </a:lnTo>
                  <a:lnTo>
                    <a:pt x="45939" y="13069"/>
                  </a:lnTo>
                  <a:lnTo>
                    <a:pt x="45662" y="13222"/>
                  </a:lnTo>
                  <a:lnTo>
                    <a:pt x="45355" y="13345"/>
                  </a:lnTo>
                  <a:lnTo>
                    <a:pt x="45016" y="13376"/>
                  </a:lnTo>
                  <a:lnTo>
                    <a:pt x="43602" y="13376"/>
                  </a:lnTo>
                  <a:lnTo>
                    <a:pt x="43264" y="13345"/>
                  </a:lnTo>
                  <a:lnTo>
                    <a:pt x="42956" y="13222"/>
                  </a:lnTo>
                  <a:lnTo>
                    <a:pt x="42679" y="13069"/>
                  </a:lnTo>
                  <a:lnTo>
                    <a:pt x="42434" y="12884"/>
                  </a:lnTo>
                  <a:lnTo>
                    <a:pt x="42249" y="12638"/>
                  </a:lnTo>
                  <a:lnTo>
                    <a:pt x="42095" y="12361"/>
                  </a:lnTo>
                  <a:lnTo>
                    <a:pt x="42003" y="12054"/>
                  </a:lnTo>
                  <a:lnTo>
                    <a:pt x="41942" y="11716"/>
                  </a:lnTo>
                  <a:lnTo>
                    <a:pt x="41942" y="10301"/>
                  </a:lnTo>
                  <a:lnTo>
                    <a:pt x="42003" y="9963"/>
                  </a:lnTo>
                  <a:lnTo>
                    <a:pt x="42095" y="9656"/>
                  </a:lnTo>
                  <a:lnTo>
                    <a:pt x="42249" y="9379"/>
                  </a:lnTo>
                  <a:lnTo>
                    <a:pt x="42434" y="9164"/>
                  </a:lnTo>
                  <a:lnTo>
                    <a:pt x="42679" y="8948"/>
                  </a:lnTo>
                  <a:lnTo>
                    <a:pt x="42956" y="8795"/>
                  </a:lnTo>
                  <a:lnTo>
                    <a:pt x="43264" y="8702"/>
                  </a:lnTo>
                  <a:lnTo>
                    <a:pt x="43602" y="8672"/>
                  </a:lnTo>
                  <a:lnTo>
                    <a:pt x="44555" y="8672"/>
                  </a:lnTo>
                  <a:lnTo>
                    <a:pt x="38498" y="3444"/>
                  </a:lnTo>
                  <a:lnTo>
                    <a:pt x="37975" y="3045"/>
                  </a:lnTo>
                  <a:lnTo>
                    <a:pt x="37452" y="2676"/>
                  </a:lnTo>
                  <a:lnTo>
                    <a:pt x="36930" y="2338"/>
                  </a:lnTo>
                  <a:lnTo>
                    <a:pt x="36345" y="2030"/>
                  </a:lnTo>
                  <a:lnTo>
                    <a:pt x="35792" y="1753"/>
                  </a:lnTo>
                  <a:lnTo>
                    <a:pt x="35177" y="1507"/>
                  </a:lnTo>
                  <a:lnTo>
                    <a:pt x="34562" y="1323"/>
                  </a:lnTo>
                  <a:lnTo>
                    <a:pt x="33947" y="1138"/>
                  </a:lnTo>
                  <a:lnTo>
                    <a:pt x="33055" y="954"/>
                  </a:lnTo>
                  <a:lnTo>
                    <a:pt x="32041" y="769"/>
                  </a:lnTo>
                  <a:lnTo>
                    <a:pt x="30934" y="585"/>
                  </a:lnTo>
                  <a:lnTo>
                    <a:pt x="29734" y="400"/>
                  </a:lnTo>
                  <a:lnTo>
                    <a:pt x="28412" y="247"/>
                  </a:lnTo>
                  <a:lnTo>
                    <a:pt x="27029" y="124"/>
                  </a:lnTo>
                  <a:lnTo>
                    <a:pt x="25583" y="31"/>
                  </a:lnTo>
                  <a:lnTo>
                    <a:pt x="24046"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9"/>
            <p:cNvSpPr/>
            <p:nvPr/>
          </p:nvSpPr>
          <p:spPr>
            <a:xfrm>
              <a:off x="1217924" y="3874403"/>
              <a:ext cx="695061" cy="931683"/>
            </a:xfrm>
            <a:custGeom>
              <a:rect b="b" l="l" r="r" t="t"/>
              <a:pathLst>
                <a:path extrusionOk="0" h="21309" w="15898">
                  <a:moveTo>
                    <a:pt x="15898" y="0"/>
                  </a:moveTo>
                  <a:lnTo>
                    <a:pt x="14422" y="277"/>
                  </a:lnTo>
                  <a:lnTo>
                    <a:pt x="12915" y="615"/>
                  </a:lnTo>
                  <a:lnTo>
                    <a:pt x="11409" y="1046"/>
                  </a:lnTo>
                  <a:lnTo>
                    <a:pt x="9871" y="1538"/>
                  </a:lnTo>
                  <a:lnTo>
                    <a:pt x="9441" y="1691"/>
                  </a:lnTo>
                  <a:lnTo>
                    <a:pt x="9010" y="1845"/>
                  </a:lnTo>
                  <a:lnTo>
                    <a:pt x="8610" y="2060"/>
                  </a:lnTo>
                  <a:lnTo>
                    <a:pt x="8211" y="2245"/>
                  </a:lnTo>
                  <a:lnTo>
                    <a:pt x="7811" y="2460"/>
                  </a:lnTo>
                  <a:lnTo>
                    <a:pt x="7442" y="2706"/>
                  </a:lnTo>
                  <a:lnTo>
                    <a:pt x="7073" y="2952"/>
                  </a:lnTo>
                  <a:lnTo>
                    <a:pt x="6704" y="3229"/>
                  </a:lnTo>
                  <a:lnTo>
                    <a:pt x="6366" y="3505"/>
                  </a:lnTo>
                  <a:lnTo>
                    <a:pt x="6028" y="3813"/>
                  </a:lnTo>
                  <a:lnTo>
                    <a:pt x="5720" y="4120"/>
                  </a:lnTo>
                  <a:lnTo>
                    <a:pt x="5413" y="4428"/>
                  </a:lnTo>
                  <a:lnTo>
                    <a:pt x="5105" y="4766"/>
                  </a:lnTo>
                  <a:lnTo>
                    <a:pt x="4828" y="5135"/>
                  </a:lnTo>
                  <a:lnTo>
                    <a:pt x="4552" y="5504"/>
                  </a:lnTo>
                  <a:lnTo>
                    <a:pt x="4306" y="5873"/>
                  </a:lnTo>
                  <a:lnTo>
                    <a:pt x="1077" y="10885"/>
                  </a:lnTo>
                  <a:lnTo>
                    <a:pt x="770" y="11377"/>
                  </a:lnTo>
                  <a:lnTo>
                    <a:pt x="524" y="11930"/>
                  </a:lnTo>
                  <a:lnTo>
                    <a:pt x="1" y="16020"/>
                  </a:lnTo>
                  <a:lnTo>
                    <a:pt x="1" y="17619"/>
                  </a:lnTo>
                  <a:lnTo>
                    <a:pt x="32" y="18080"/>
                  </a:lnTo>
                  <a:lnTo>
                    <a:pt x="62" y="18511"/>
                  </a:lnTo>
                  <a:lnTo>
                    <a:pt x="155" y="18941"/>
                  </a:lnTo>
                  <a:lnTo>
                    <a:pt x="247" y="19372"/>
                  </a:lnTo>
                  <a:lnTo>
                    <a:pt x="677" y="21309"/>
                  </a:lnTo>
                  <a:lnTo>
                    <a:pt x="5105" y="21309"/>
                  </a:lnTo>
                  <a:lnTo>
                    <a:pt x="4675" y="19279"/>
                  </a:lnTo>
                  <a:lnTo>
                    <a:pt x="4582" y="18818"/>
                  </a:lnTo>
                  <a:lnTo>
                    <a:pt x="4521" y="18357"/>
                  </a:lnTo>
                  <a:lnTo>
                    <a:pt x="4459" y="17896"/>
                  </a:lnTo>
                  <a:lnTo>
                    <a:pt x="4459" y="17434"/>
                  </a:lnTo>
                  <a:lnTo>
                    <a:pt x="4459" y="16051"/>
                  </a:lnTo>
                  <a:lnTo>
                    <a:pt x="4490" y="15467"/>
                  </a:lnTo>
                  <a:lnTo>
                    <a:pt x="4859" y="12269"/>
                  </a:lnTo>
                  <a:lnTo>
                    <a:pt x="4951" y="11746"/>
                  </a:lnTo>
                  <a:lnTo>
                    <a:pt x="5074" y="11285"/>
                  </a:lnTo>
                  <a:lnTo>
                    <a:pt x="5259" y="10793"/>
                  </a:lnTo>
                  <a:lnTo>
                    <a:pt x="5505" y="10362"/>
                  </a:lnTo>
                  <a:lnTo>
                    <a:pt x="8733" y="5074"/>
                  </a:lnTo>
                  <a:lnTo>
                    <a:pt x="8979" y="4674"/>
                  </a:lnTo>
                  <a:lnTo>
                    <a:pt x="9256" y="4305"/>
                  </a:lnTo>
                  <a:lnTo>
                    <a:pt x="9533" y="3936"/>
                  </a:lnTo>
                  <a:lnTo>
                    <a:pt x="9840" y="3567"/>
                  </a:lnTo>
                  <a:lnTo>
                    <a:pt x="10148" y="3229"/>
                  </a:lnTo>
                  <a:lnTo>
                    <a:pt x="10455" y="2921"/>
                  </a:lnTo>
                  <a:lnTo>
                    <a:pt x="10794" y="2614"/>
                  </a:lnTo>
                  <a:lnTo>
                    <a:pt x="11163" y="2306"/>
                  </a:lnTo>
                  <a:lnTo>
                    <a:pt x="11501" y="2030"/>
                  </a:lnTo>
                  <a:lnTo>
                    <a:pt x="11870" y="1753"/>
                  </a:lnTo>
                  <a:lnTo>
                    <a:pt x="12269" y="1507"/>
                  </a:lnTo>
                  <a:lnTo>
                    <a:pt x="12638" y="1292"/>
                  </a:lnTo>
                  <a:lnTo>
                    <a:pt x="13038" y="1076"/>
                  </a:lnTo>
                  <a:lnTo>
                    <a:pt x="13438" y="861"/>
                  </a:lnTo>
                  <a:lnTo>
                    <a:pt x="13868" y="677"/>
                  </a:lnTo>
                  <a:lnTo>
                    <a:pt x="14299" y="523"/>
                  </a:lnTo>
                  <a:lnTo>
                    <a:pt x="15098" y="246"/>
                  </a:lnTo>
                  <a:lnTo>
                    <a:pt x="15898"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9"/>
            <p:cNvSpPr/>
            <p:nvPr/>
          </p:nvSpPr>
          <p:spPr>
            <a:xfrm>
              <a:off x="1197769" y="4788550"/>
              <a:ext cx="2753223" cy="145202"/>
            </a:xfrm>
            <a:custGeom>
              <a:rect b="b" l="l" r="r" t="t"/>
              <a:pathLst>
                <a:path extrusionOk="0" h="3321" w="62974">
                  <a:moveTo>
                    <a:pt x="1138" y="0"/>
                  </a:moveTo>
                  <a:lnTo>
                    <a:pt x="892" y="31"/>
                  </a:lnTo>
                  <a:lnTo>
                    <a:pt x="677" y="92"/>
                  </a:lnTo>
                  <a:lnTo>
                    <a:pt x="493" y="215"/>
                  </a:lnTo>
                  <a:lnTo>
                    <a:pt x="339" y="338"/>
                  </a:lnTo>
                  <a:lnTo>
                    <a:pt x="185" y="523"/>
                  </a:lnTo>
                  <a:lnTo>
                    <a:pt x="93" y="707"/>
                  </a:lnTo>
                  <a:lnTo>
                    <a:pt x="31" y="922"/>
                  </a:lnTo>
                  <a:lnTo>
                    <a:pt x="1" y="1138"/>
                  </a:lnTo>
                  <a:lnTo>
                    <a:pt x="1" y="2183"/>
                  </a:lnTo>
                  <a:lnTo>
                    <a:pt x="31" y="2398"/>
                  </a:lnTo>
                  <a:lnTo>
                    <a:pt x="93" y="2614"/>
                  </a:lnTo>
                  <a:lnTo>
                    <a:pt x="185" y="2798"/>
                  </a:lnTo>
                  <a:lnTo>
                    <a:pt x="339" y="2983"/>
                  </a:lnTo>
                  <a:lnTo>
                    <a:pt x="493" y="3106"/>
                  </a:lnTo>
                  <a:lnTo>
                    <a:pt x="677" y="3229"/>
                  </a:lnTo>
                  <a:lnTo>
                    <a:pt x="892" y="3290"/>
                  </a:lnTo>
                  <a:lnTo>
                    <a:pt x="1138" y="3321"/>
                  </a:lnTo>
                  <a:lnTo>
                    <a:pt x="61835" y="3321"/>
                  </a:lnTo>
                  <a:lnTo>
                    <a:pt x="62081" y="3290"/>
                  </a:lnTo>
                  <a:lnTo>
                    <a:pt x="62266" y="3229"/>
                  </a:lnTo>
                  <a:lnTo>
                    <a:pt x="62481" y="3106"/>
                  </a:lnTo>
                  <a:lnTo>
                    <a:pt x="62635" y="2983"/>
                  </a:lnTo>
                  <a:lnTo>
                    <a:pt x="62789" y="2798"/>
                  </a:lnTo>
                  <a:lnTo>
                    <a:pt x="62881" y="2614"/>
                  </a:lnTo>
                  <a:lnTo>
                    <a:pt x="62942" y="2398"/>
                  </a:lnTo>
                  <a:lnTo>
                    <a:pt x="62973" y="2183"/>
                  </a:lnTo>
                  <a:lnTo>
                    <a:pt x="62973" y="1138"/>
                  </a:lnTo>
                  <a:lnTo>
                    <a:pt x="62942" y="922"/>
                  </a:lnTo>
                  <a:lnTo>
                    <a:pt x="62881" y="707"/>
                  </a:lnTo>
                  <a:lnTo>
                    <a:pt x="62789" y="523"/>
                  </a:lnTo>
                  <a:lnTo>
                    <a:pt x="62635" y="338"/>
                  </a:lnTo>
                  <a:lnTo>
                    <a:pt x="62481" y="215"/>
                  </a:lnTo>
                  <a:lnTo>
                    <a:pt x="62266" y="92"/>
                  </a:lnTo>
                  <a:lnTo>
                    <a:pt x="62081" y="31"/>
                  </a:lnTo>
                  <a:lnTo>
                    <a:pt x="61835"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9"/>
            <p:cNvSpPr/>
            <p:nvPr/>
          </p:nvSpPr>
          <p:spPr>
            <a:xfrm>
              <a:off x="1197769" y="4788550"/>
              <a:ext cx="881920" cy="145202"/>
            </a:xfrm>
            <a:custGeom>
              <a:rect b="b" l="l" r="r" t="t"/>
              <a:pathLst>
                <a:path extrusionOk="0" h="3321" w="20172">
                  <a:moveTo>
                    <a:pt x="1138" y="0"/>
                  </a:moveTo>
                  <a:lnTo>
                    <a:pt x="892" y="31"/>
                  </a:lnTo>
                  <a:lnTo>
                    <a:pt x="677" y="92"/>
                  </a:lnTo>
                  <a:lnTo>
                    <a:pt x="493" y="215"/>
                  </a:lnTo>
                  <a:lnTo>
                    <a:pt x="339" y="338"/>
                  </a:lnTo>
                  <a:lnTo>
                    <a:pt x="185" y="523"/>
                  </a:lnTo>
                  <a:lnTo>
                    <a:pt x="93" y="707"/>
                  </a:lnTo>
                  <a:lnTo>
                    <a:pt x="31" y="922"/>
                  </a:lnTo>
                  <a:lnTo>
                    <a:pt x="1" y="1138"/>
                  </a:lnTo>
                  <a:lnTo>
                    <a:pt x="1" y="2183"/>
                  </a:lnTo>
                  <a:lnTo>
                    <a:pt x="31" y="2398"/>
                  </a:lnTo>
                  <a:lnTo>
                    <a:pt x="93" y="2614"/>
                  </a:lnTo>
                  <a:lnTo>
                    <a:pt x="185" y="2798"/>
                  </a:lnTo>
                  <a:lnTo>
                    <a:pt x="339" y="2983"/>
                  </a:lnTo>
                  <a:lnTo>
                    <a:pt x="493" y="3106"/>
                  </a:lnTo>
                  <a:lnTo>
                    <a:pt x="677" y="3229"/>
                  </a:lnTo>
                  <a:lnTo>
                    <a:pt x="892" y="3290"/>
                  </a:lnTo>
                  <a:lnTo>
                    <a:pt x="1138" y="3321"/>
                  </a:lnTo>
                  <a:lnTo>
                    <a:pt x="20172" y="3321"/>
                  </a:lnTo>
                  <a:lnTo>
                    <a:pt x="19956" y="3290"/>
                  </a:lnTo>
                  <a:lnTo>
                    <a:pt x="19741" y="3229"/>
                  </a:lnTo>
                  <a:lnTo>
                    <a:pt x="19557" y="3106"/>
                  </a:lnTo>
                  <a:lnTo>
                    <a:pt x="19372" y="2983"/>
                  </a:lnTo>
                  <a:lnTo>
                    <a:pt x="19249" y="2798"/>
                  </a:lnTo>
                  <a:lnTo>
                    <a:pt x="19126" y="2614"/>
                  </a:lnTo>
                  <a:lnTo>
                    <a:pt x="19065" y="2398"/>
                  </a:lnTo>
                  <a:lnTo>
                    <a:pt x="19034" y="2183"/>
                  </a:lnTo>
                  <a:lnTo>
                    <a:pt x="19034" y="1138"/>
                  </a:lnTo>
                  <a:lnTo>
                    <a:pt x="19065" y="922"/>
                  </a:lnTo>
                  <a:lnTo>
                    <a:pt x="19126" y="707"/>
                  </a:lnTo>
                  <a:lnTo>
                    <a:pt x="19249" y="523"/>
                  </a:lnTo>
                  <a:lnTo>
                    <a:pt x="19372" y="338"/>
                  </a:lnTo>
                  <a:lnTo>
                    <a:pt x="19557" y="215"/>
                  </a:lnTo>
                  <a:lnTo>
                    <a:pt x="19741" y="92"/>
                  </a:lnTo>
                  <a:lnTo>
                    <a:pt x="19956" y="31"/>
                  </a:lnTo>
                  <a:lnTo>
                    <a:pt x="20172"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9"/>
            <p:cNvSpPr/>
            <p:nvPr/>
          </p:nvSpPr>
          <p:spPr>
            <a:xfrm>
              <a:off x="3704864" y="4395986"/>
              <a:ext cx="193592" cy="227226"/>
            </a:xfrm>
            <a:custGeom>
              <a:rect b="b" l="l" r="r" t="t"/>
              <a:pathLst>
                <a:path extrusionOk="0" h="5197" w="4428">
                  <a:moveTo>
                    <a:pt x="154" y="0"/>
                  </a:moveTo>
                  <a:lnTo>
                    <a:pt x="92" y="154"/>
                  </a:lnTo>
                  <a:lnTo>
                    <a:pt x="31" y="339"/>
                  </a:lnTo>
                  <a:lnTo>
                    <a:pt x="0" y="523"/>
                  </a:lnTo>
                  <a:lnTo>
                    <a:pt x="0" y="708"/>
                  </a:lnTo>
                  <a:lnTo>
                    <a:pt x="0" y="3506"/>
                  </a:lnTo>
                  <a:lnTo>
                    <a:pt x="31" y="3844"/>
                  </a:lnTo>
                  <a:lnTo>
                    <a:pt x="123" y="4152"/>
                  </a:lnTo>
                  <a:lnTo>
                    <a:pt x="277" y="4428"/>
                  </a:lnTo>
                  <a:lnTo>
                    <a:pt x="492" y="4674"/>
                  </a:lnTo>
                  <a:lnTo>
                    <a:pt x="738" y="4889"/>
                  </a:lnTo>
                  <a:lnTo>
                    <a:pt x="1015" y="5043"/>
                  </a:lnTo>
                  <a:lnTo>
                    <a:pt x="1322" y="5135"/>
                  </a:lnTo>
                  <a:lnTo>
                    <a:pt x="1661" y="5197"/>
                  </a:lnTo>
                  <a:lnTo>
                    <a:pt x="4428" y="5197"/>
                  </a:lnTo>
                  <a:lnTo>
                    <a:pt x="4397" y="4705"/>
                  </a:lnTo>
                  <a:lnTo>
                    <a:pt x="4336" y="4275"/>
                  </a:lnTo>
                  <a:lnTo>
                    <a:pt x="4243" y="3813"/>
                  </a:lnTo>
                  <a:lnTo>
                    <a:pt x="4090" y="3383"/>
                  </a:lnTo>
                  <a:lnTo>
                    <a:pt x="3905" y="2983"/>
                  </a:lnTo>
                  <a:lnTo>
                    <a:pt x="3721" y="2583"/>
                  </a:lnTo>
                  <a:lnTo>
                    <a:pt x="3475" y="2214"/>
                  </a:lnTo>
                  <a:lnTo>
                    <a:pt x="3198" y="1845"/>
                  </a:lnTo>
                  <a:lnTo>
                    <a:pt x="2891" y="1507"/>
                  </a:lnTo>
                  <a:lnTo>
                    <a:pt x="2583" y="1200"/>
                  </a:lnTo>
                  <a:lnTo>
                    <a:pt x="2214" y="923"/>
                  </a:lnTo>
                  <a:lnTo>
                    <a:pt x="1845" y="677"/>
                  </a:lnTo>
                  <a:lnTo>
                    <a:pt x="1445" y="462"/>
                  </a:lnTo>
                  <a:lnTo>
                    <a:pt x="1046" y="277"/>
                  </a:lnTo>
                  <a:lnTo>
                    <a:pt x="584" y="123"/>
                  </a:lnTo>
                  <a:lnTo>
                    <a:pt x="154" y="0"/>
                  </a:lnTo>
                  <a:close/>
                </a:path>
              </a:pathLst>
            </a:custGeom>
            <a:solidFill>
              <a:srgbClr val="FFD30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9"/>
            <p:cNvSpPr/>
            <p:nvPr/>
          </p:nvSpPr>
          <p:spPr>
            <a:xfrm>
              <a:off x="2517856" y="4511582"/>
              <a:ext cx="134483" cy="83423"/>
            </a:xfrm>
            <a:custGeom>
              <a:rect b="b" l="l" r="r" t="t"/>
              <a:pathLst>
                <a:path extrusionOk="0" h="1908" w="3076">
                  <a:moveTo>
                    <a:pt x="923" y="1"/>
                  </a:moveTo>
                  <a:lnTo>
                    <a:pt x="738" y="32"/>
                  </a:lnTo>
                  <a:lnTo>
                    <a:pt x="554" y="62"/>
                  </a:lnTo>
                  <a:lnTo>
                    <a:pt x="400" y="155"/>
                  </a:lnTo>
                  <a:lnTo>
                    <a:pt x="277" y="278"/>
                  </a:lnTo>
                  <a:lnTo>
                    <a:pt x="154" y="431"/>
                  </a:lnTo>
                  <a:lnTo>
                    <a:pt x="62" y="585"/>
                  </a:lnTo>
                  <a:lnTo>
                    <a:pt x="0" y="770"/>
                  </a:lnTo>
                  <a:lnTo>
                    <a:pt x="0" y="954"/>
                  </a:lnTo>
                  <a:lnTo>
                    <a:pt x="0" y="1139"/>
                  </a:lnTo>
                  <a:lnTo>
                    <a:pt x="62" y="1323"/>
                  </a:lnTo>
                  <a:lnTo>
                    <a:pt x="154" y="1477"/>
                  </a:lnTo>
                  <a:lnTo>
                    <a:pt x="277" y="1631"/>
                  </a:lnTo>
                  <a:lnTo>
                    <a:pt x="400" y="1723"/>
                  </a:lnTo>
                  <a:lnTo>
                    <a:pt x="554" y="1815"/>
                  </a:lnTo>
                  <a:lnTo>
                    <a:pt x="738" y="1876"/>
                  </a:lnTo>
                  <a:lnTo>
                    <a:pt x="923" y="1907"/>
                  </a:lnTo>
                  <a:lnTo>
                    <a:pt x="2122" y="1907"/>
                  </a:lnTo>
                  <a:lnTo>
                    <a:pt x="2307" y="1876"/>
                  </a:lnTo>
                  <a:lnTo>
                    <a:pt x="2491" y="1815"/>
                  </a:lnTo>
                  <a:lnTo>
                    <a:pt x="2645" y="1723"/>
                  </a:lnTo>
                  <a:lnTo>
                    <a:pt x="2799" y="1631"/>
                  </a:lnTo>
                  <a:lnTo>
                    <a:pt x="2922" y="1477"/>
                  </a:lnTo>
                  <a:lnTo>
                    <a:pt x="3014" y="1323"/>
                  </a:lnTo>
                  <a:lnTo>
                    <a:pt x="3045" y="1139"/>
                  </a:lnTo>
                  <a:lnTo>
                    <a:pt x="3075" y="954"/>
                  </a:lnTo>
                  <a:lnTo>
                    <a:pt x="3045" y="770"/>
                  </a:lnTo>
                  <a:lnTo>
                    <a:pt x="3014" y="585"/>
                  </a:lnTo>
                  <a:lnTo>
                    <a:pt x="2922" y="431"/>
                  </a:lnTo>
                  <a:lnTo>
                    <a:pt x="2799" y="278"/>
                  </a:lnTo>
                  <a:lnTo>
                    <a:pt x="2645" y="155"/>
                  </a:lnTo>
                  <a:lnTo>
                    <a:pt x="2491" y="62"/>
                  </a:lnTo>
                  <a:lnTo>
                    <a:pt x="2307" y="32"/>
                  </a:lnTo>
                  <a:lnTo>
                    <a:pt x="2122"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9"/>
            <p:cNvSpPr/>
            <p:nvPr/>
          </p:nvSpPr>
          <p:spPr>
            <a:xfrm>
              <a:off x="1996292" y="4511582"/>
              <a:ext cx="135794" cy="83423"/>
            </a:xfrm>
            <a:custGeom>
              <a:rect b="b" l="l" r="r" t="t"/>
              <a:pathLst>
                <a:path extrusionOk="0" h="1908" w="3106">
                  <a:moveTo>
                    <a:pt x="953" y="1"/>
                  </a:moveTo>
                  <a:lnTo>
                    <a:pt x="769" y="32"/>
                  </a:lnTo>
                  <a:lnTo>
                    <a:pt x="584" y="62"/>
                  </a:lnTo>
                  <a:lnTo>
                    <a:pt x="431" y="155"/>
                  </a:lnTo>
                  <a:lnTo>
                    <a:pt x="277" y="278"/>
                  </a:lnTo>
                  <a:lnTo>
                    <a:pt x="185" y="431"/>
                  </a:lnTo>
                  <a:lnTo>
                    <a:pt x="92" y="585"/>
                  </a:lnTo>
                  <a:lnTo>
                    <a:pt x="31" y="770"/>
                  </a:lnTo>
                  <a:lnTo>
                    <a:pt x="0" y="954"/>
                  </a:lnTo>
                  <a:lnTo>
                    <a:pt x="31" y="1139"/>
                  </a:lnTo>
                  <a:lnTo>
                    <a:pt x="92" y="1323"/>
                  </a:lnTo>
                  <a:lnTo>
                    <a:pt x="185" y="1477"/>
                  </a:lnTo>
                  <a:lnTo>
                    <a:pt x="277" y="1631"/>
                  </a:lnTo>
                  <a:lnTo>
                    <a:pt x="431" y="1723"/>
                  </a:lnTo>
                  <a:lnTo>
                    <a:pt x="584" y="1815"/>
                  </a:lnTo>
                  <a:lnTo>
                    <a:pt x="769" y="1876"/>
                  </a:lnTo>
                  <a:lnTo>
                    <a:pt x="953" y="1907"/>
                  </a:lnTo>
                  <a:lnTo>
                    <a:pt x="2153" y="1907"/>
                  </a:lnTo>
                  <a:lnTo>
                    <a:pt x="2337" y="1876"/>
                  </a:lnTo>
                  <a:lnTo>
                    <a:pt x="2522" y="1815"/>
                  </a:lnTo>
                  <a:lnTo>
                    <a:pt x="2675" y="1723"/>
                  </a:lnTo>
                  <a:lnTo>
                    <a:pt x="2829" y="1631"/>
                  </a:lnTo>
                  <a:lnTo>
                    <a:pt x="2952" y="1477"/>
                  </a:lnTo>
                  <a:lnTo>
                    <a:pt x="3013" y="1323"/>
                  </a:lnTo>
                  <a:lnTo>
                    <a:pt x="3075" y="1139"/>
                  </a:lnTo>
                  <a:lnTo>
                    <a:pt x="3106" y="954"/>
                  </a:lnTo>
                  <a:lnTo>
                    <a:pt x="3075" y="770"/>
                  </a:lnTo>
                  <a:lnTo>
                    <a:pt x="3013" y="585"/>
                  </a:lnTo>
                  <a:lnTo>
                    <a:pt x="2952" y="431"/>
                  </a:lnTo>
                  <a:lnTo>
                    <a:pt x="2829" y="278"/>
                  </a:lnTo>
                  <a:lnTo>
                    <a:pt x="2675" y="155"/>
                  </a:lnTo>
                  <a:lnTo>
                    <a:pt x="2522" y="62"/>
                  </a:lnTo>
                  <a:lnTo>
                    <a:pt x="2337" y="32"/>
                  </a:lnTo>
                  <a:lnTo>
                    <a:pt x="2153"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9"/>
            <p:cNvSpPr/>
            <p:nvPr/>
          </p:nvSpPr>
          <p:spPr>
            <a:xfrm>
              <a:off x="1217924" y="4395986"/>
              <a:ext cx="154638" cy="178869"/>
            </a:xfrm>
            <a:custGeom>
              <a:rect b="b" l="l" r="r" t="t"/>
              <a:pathLst>
                <a:path extrusionOk="0" h="4091" w="3537">
                  <a:moveTo>
                    <a:pt x="524" y="0"/>
                  </a:moveTo>
                  <a:lnTo>
                    <a:pt x="308" y="615"/>
                  </a:lnTo>
                  <a:lnTo>
                    <a:pt x="155" y="1261"/>
                  </a:lnTo>
                  <a:lnTo>
                    <a:pt x="32" y="1907"/>
                  </a:lnTo>
                  <a:lnTo>
                    <a:pt x="1" y="2553"/>
                  </a:lnTo>
                  <a:lnTo>
                    <a:pt x="1" y="4090"/>
                  </a:lnTo>
                  <a:lnTo>
                    <a:pt x="1907" y="4090"/>
                  </a:lnTo>
                  <a:lnTo>
                    <a:pt x="2246" y="4059"/>
                  </a:lnTo>
                  <a:lnTo>
                    <a:pt x="2553" y="3967"/>
                  </a:lnTo>
                  <a:lnTo>
                    <a:pt x="2830" y="3813"/>
                  </a:lnTo>
                  <a:lnTo>
                    <a:pt x="3076" y="3629"/>
                  </a:lnTo>
                  <a:lnTo>
                    <a:pt x="3260" y="3383"/>
                  </a:lnTo>
                  <a:lnTo>
                    <a:pt x="3414" y="3106"/>
                  </a:lnTo>
                  <a:lnTo>
                    <a:pt x="3506" y="2799"/>
                  </a:lnTo>
                  <a:lnTo>
                    <a:pt x="3537" y="2460"/>
                  </a:lnTo>
                  <a:lnTo>
                    <a:pt x="3537" y="1630"/>
                  </a:lnTo>
                  <a:lnTo>
                    <a:pt x="3506" y="1292"/>
                  </a:lnTo>
                  <a:lnTo>
                    <a:pt x="3414" y="984"/>
                  </a:lnTo>
                  <a:lnTo>
                    <a:pt x="3260" y="708"/>
                  </a:lnTo>
                  <a:lnTo>
                    <a:pt x="3076" y="462"/>
                  </a:lnTo>
                  <a:lnTo>
                    <a:pt x="2830" y="277"/>
                  </a:lnTo>
                  <a:lnTo>
                    <a:pt x="2553" y="123"/>
                  </a:lnTo>
                  <a:lnTo>
                    <a:pt x="2246" y="31"/>
                  </a:lnTo>
                  <a:lnTo>
                    <a:pt x="1907" y="0"/>
                  </a:lnTo>
                  <a:close/>
                </a:path>
              </a:pathLst>
            </a:custGeom>
            <a:solidFill>
              <a:srgbClr val="FFD30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9"/>
            <p:cNvSpPr/>
            <p:nvPr/>
          </p:nvSpPr>
          <p:spPr>
            <a:xfrm>
              <a:off x="1527146" y="3992666"/>
              <a:ext cx="1536583" cy="403384"/>
            </a:xfrm>
            <a:custGeom>
              <a:rect b="b" l="l" r="r" t="t"/>
              <a:pathLst>
                <a:path extrusionOk="0" h="9226" w="35146">
                  <a:moveTo>
                    <a:pt x="16881" y="1"/>
                  </a:moveTo>
                  <a:lnTo>
                    <a:pt x="15405" y="32"/>
                  </a:lnTo>
                  <a:lnTo>
                    <a:pt x="13867" y="93"/>
                  </a:lnTo>
                  <a:lnTo>
                    <a:pt x="12299" y="216"/>
                  </a:lnTo>
                  <a:lnTo>
                    <a:pt x="10670" y="431"/>
                  </a:lnTo>
                  <a:lnTo>
                    <a:pt x="9009" y="708"/>
                  </a:lnTo>
                  <a:lnTo>
                    <a:pt x="8179" y="862"/>
                  </a:lnTo>
                  <a:lnTo>
                    <a:pt x="7318" y="1077"/>
                  </a:lnTo>
                  <a:lnTo>
                    <a:pt x="6488" y="1262"/>
                  </a:lnTo>
                  <a:lnTo>
                    <a:pt x="5627" y="1508"/>
                  </a:lnTo>
                  <a:lnTo>
                    <a:pt x="4735" y="1754"/>
                  </a:lnTo>
                  <a:lnTo>
                    <a:pt x="3874" y="2061"/>
                  </a:lnTo>
                  <a:lnTo>
                    <a:pt x="3290" y="2276"/>
                  </a:lnTo>
                  <a:lnTo>
                    <a:pt x="2767" y="2553"/>
                  </a:lnTo>
                  <a:lnTo>
                    <a:pt x="2214" y="2861"/>
                  </a:lnTo>
                  <a:lnTo>
                    <a:pt x="1722" y="3199"/>
                  </a:lnTo>
                  <a:lnTo>
                    <a:pt x="1261" y="3599"/>
                  </a:lnTo>
                  <a:lnTo>
                    <a:pt x="830" y="4029"/>
                  </a:lnTo>
                  <a:lnTo>
                    <a:pt x="431" y="4521"/>
                  </a:lnTo>
                  <a:lnTo>
                    <a:pt x="92" y="5013"/>
                  </a:lnTo>
                  <a:lnTo>
                    <a:pt x="0" y="5197"/>
                  </a:lnTo>
                  <a:lnTo>
                    <a:pt x="0" y="5382"/>
                  </a:lnTo>
                  <a:lnTo>
                    <a:pt x="62" y="5536"/>
                  </a:lnTo>
                  <a:lnTo>
                    <a:pt x="185" y="5689"/>
                  </a:lnTo>
                  <a:lnTo>
                    <a:pt x="4090" y="9102"/>
                  </a:lnTo>
                  <a:lnTo>
                    <a:pt x="4243" y="9195"/>
                  </a:lnTo>
                  <a:lnTo>
                    <a:pt x="4428" y="9225"/>
                  </a:lnTo>
                  <a:lnTo>
                    <a:pt x="35145" y="9225"/>
                  </a:lnTo>
                  <a:lnTo>
                    <a:pt x="35022" y="9010"/>
                  </a:lnTo>
                  <a:lnTo>
                    <a:pt x="34961" y="8795"/>
                  </a:lnTo>
                  <a:lnTo>
                    <a:pt x="34899" y="8580"/>
                  </a:lnTo>
                  <a:lnTo>
                    <a:pt x="34899" y="8334"/>
                  </a:lnTo>
                  <a:lnTo>
                    <a:pt x="34899" y="7565"/>
                  </a:lnTo>
                  <a:lnTo>
                    <a:pt x="29211" y="2645"/>
                  </a:lnTo>
                  <a:lnTo>
                    <a:pt x="28873" y="2369"/>
                  </a:lnTo>
                  <a:lnTo>
                    <a:pt x="28504" y="2123"/>
                  </a:lnTo>
                  <a:lnTo>
                    <a:pt x="28135" y="1877"/>
                  </a:lnTo>
                  <a:lnTo>
                    <a:pt x="27735" y="1692"/>
                  </a:lnTo>
                  <a:lnTo>
                    <a:pt x="27335" y="1508"/>
                  </a:lnTo>
                  <a:lnTo>
                    <a:pt x="26935" y="1323"/>
                  </a:lnTo>
                  <a:lnTo>
                    <a:pt x="26536" y="1200"/>
                  </a:lnTo>
                  <a:lnTo>
                    <a:pt x="26105" y="1077"/>
                  </a:lnTo>
                  <a:lnTo>
                    <a:pt x="25244" y="893"/>
                  </a:lnTo>
                  <a:lnTo>
                    <a:pt x="24291" y="708"/>
                  </a:lnTo>
                  <a:lnTo>
                    <a:pt x="23246" y="524"/>
                  </a:lnTo>
                  <a:lnTo>
                    <a:pt x="22139" y="370"/>
                  </a:lnTo>
                  <a:lnTo>
                    <a:pt x="20909" y="247"/>
                  </a:lnTo>
                  <a:lnTo>
                    <a:pt x="19648" y="124"/>
                  </a:lnTo>
                  <a:lnTo>
                    <a:pt x="18295" y="62"/>
                  </a:lnTo>
                  <a:lnTo>
                    <a:pt x="1688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9"/>
            <p:cNvSpPr/>
            <p:nvPr/>
          </p:nvSpPr>
          <p:spPr>
            <a:xfrm>
              <a:off x="3046154" y="4218525"/>
              <a:ext cx="216458" cy="216514"/>
            </a:xfrm>
            <a:custGeom>
              <a:rect b="b" l="l" r="r" t="t"/>
              <a:pathLst>
                <a:path extrusionOk="0" h="4952" w="4951">
                  <a:moveTo>
                    <a:pt x="1784" y="1"/>
                  </a:moveTo>
                  <a:lnTo>
                    <a:pt x="1415" y="31"/>
                  </a:lnTo>
                  <a:lnTo>
                    <a:pt x="1077" y="124"/>
                  </a:lnTo>
                  <a:lnTo>
                    <a:pt x="800" y="308"/>
                  </a:lnTo>
                  <a:lnTo>
                    <a:pt x="523" y="523"/>
                  </a:lnTo>
                  <a:lnTo>
                    <a:pt x="308" y="769"/>
                  </a:lnTo>
                  <a:lnTo>
                    <a:pt x="154" y="1077"/>
                  </a:lnTo>
                  <a:lnTo>
                    <a:pt x="62" y="1415"/>
                  </a:lnTo>
                  <a:lnTo>
                    <a:pt x="1" y="1753"/>
                  </a:lnTo>
                  <a:lnTo>
                    <a:pt x="1" y="3168"/>
                  </a:lnTo>
                  <a:lnTo>
                    <a:pt x="62" y="3537"/>
                  </a:lnTo>
                  <a:lnTo>
                    <a:pt x="154" y="3875"/>
                  </a:lnTo>
                  <a:lnTo>
                    <a:pt x="308" y="4152"/>
                  </a:lnTo>
                  <a:lnTo>
                    <a:pt x="523" y="4428"/>
                  </a:lnTo>
                  <a:lnTo>
                    <a:pt x="800" y="4644"/>
                  </a:lnTo>
                  <a:lnTo>
                    <a:pt x="1077" y="4797"/>
                  </a:lnTo>
                  <a:lnTo>
                    <a:pt x="1415" y="4920"/>
                  </a:lnTo>
                  <a:lnTo>
                    <a:pt x="1784" y="4951"/>
                  </a:lnTo>
                  <a:lnTo>
                    <a:pt x="3198" y="4951"/>
                  </a:lnTo>
                  <a:lnTo>
                    <a:pt x="3567" y="4920"/>
                  </a:lnTo>
                  <a:lnTo>
                    <a:pt x="3875" y="4797"/>
                  </a:lnTo>
                  <a:lnTo>
                    <a:pt x="4182" y="4644"/>
                  </a:lnTo>
                  <a:lnTo>
                    <a:pt x="4459" y="4428"/>
                  </a:lnTo>
                  <a:lnTo>
                    <a:pt x="4674" y="4152"/>
                  </a:lnTo>
                  <a:lnTo>
                    <a:pt x="4828" y="3875"/>
                  </a:lnTo>
                  <a:lnTo>
                    <a:pt x="4920" y="3537"/>
                  </a:lnTo>
                  <a:lnTo>
                    <a:pt x="4951" y="3168"/>
                  </a:lnTo>
                  <a:lnTo>
                    <a:pt x="4951" y="1753"/>
                  </a:lnTo>
                  <a:lnTo>
                    <a:pt x="4920" y="1415"/>
                  </a:lnTo>
                  <a:lnTo>
                    <a:pt x="4828" y="1077"/>
                  </a:lnTo>
                  <a:lnTo>
                    <a:pt x="4674" y="769"/>
                  </a:lnTo>
                  <a:lnTo>
                    <a:pt x="4459" y="523"/>
                  </a:lnTo>
                  <a:lnTo>
                    <a:pt x="4182" y="308"/>
                  </a:lnTo>
                  <a:lnTo>
                    <a:pt x="3875" y="124"/>
                  </a:lnTo>
                  <a:lnTo>
                    <a:pt x="3567" y="31"/>
                  </a:lnTo>
                  <a:lnTo>
                    <a:pt x="3198"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9"/>
            <p:cNvSpPr/>
            <p:nvPr/>
          </p:nvSpPr>
          <p:spPr>
            <a:xfrm>
              <a:off x="3046154" y="4218525"/>
              <a:ext cx="162726" cy="216514"/>
            </a:xfrm>
            <a:custGeom>
              <a:rect b="b" l="l" r="r" t="t"/>
              <a:pathLst>
                <a:path extrusionOk="0" h="4952" w="3722">
                  <a:moveTo>
                    <a:pt x="1784" y="1"/>
                  </a:moveTo>
                  <a:lnTo>
                    <a:pt x="1415" y="31"/>
                  </a:lnTo>
                  <a:lnTo>
                    <a:pt x="1077" y="124"/>
                  </a:lnTo>
                  <a:lnTo>
                    <a:pt x="800" y="308"/>
                  </a:lnTo>
                  <a:lnTo>
                    <a:pt x="523" y="523"/>
                  </a:lnTo>
                  <a:lnTo>
                    <a:pt x="308" y="769"/>
                  </a:lnTo>
                  <a:lnTo>
                    <a:pt x="154" y="1077"/>
                  </a:lnTo>
                  <a:lnTo>
                    <a:pt x="62" y="1415"/>
                  </a:lnTo>
                  <a:lnTo>
                    <a:pt x="1" y="1753"/>
                  </a:lnTo>
                  <a:lnTo>
                    <a:pt x="1" y="3168"/>
                  </a:lnTo>
                  <a:lnTo>
                    <a:pt x="62" y="3537"/>
                  </a:lnTo>
                  <a:lnTo>
                    <a:pt x="154" y="3875"/>
                  </a:lnTo>
                  <a:lnTo>
                    <a:pt x="308" y="4152"/>
                  </a:lnTo>
                  <a:lnTo>
                    <a:pt x="523" y="4428"/>
                  </a:lnTo>
                  <a:lnTo>
                    <a:pt x="800" y="4644"/>
                  </a:lnTo>
                  <a:lnTo>
                    <a:pt x="1077" y="4797"/>
                  </a:lnTo>
                  <a:lnTo>
                    <a:pt x="1415" y="4920"/>
                  </a:lnTo>
                  <a:lnTo>
                    <a:pt x="1784" y="4951"/>
                  </a:lnTo>
                  <a:lnTo>
                    <a:pt x="3198" y="4951"/>
                  </a:lnTo>
                  <a:lnTo>
                    <a:pt x="3475" y="4920"/>
                  </a:lnTo>
                  <a:lnTo>
                    <a:pt x="3721" y="4859"/>
                  </a:lnTo>
                  <a:lnTo>
                    <a:pt x="3475" y="4767"/>
                  </a:lnTo>
                  <a:lnTo>
                    <a:pt x="3229" y="4613"/>
                  </a:lnTo>
                  <a:lnTo>
                    <a:pt x="3014" y="4428"/>
                  </a:lnTo>
                  <a:lnTo>
                    <a:pt x="2829" y="4244"/>
                  </a:lnTo>
                  <a:lnTo>
                    <a:pt x="2676" y="3998"/>
                  </a:lnTo>
                  <a:lnTo>
                    <a:pt x="2583" y="3752"/>
                  </a:lnTo>
                  <a:lnTo>
                    <a:pt x="2522" y="3475"/>
                  </a:lnTo>
                  <a:lnTo>
                    <a:pt x="2491" y="3168"/>
                  </a:lnTo>
                  <a:lnTo>
                    <a:pt x="2491" y="1753"/>
                  </a:lnTo>
                  <a:lnTo>
                    <a:pt x="2522" y="1477"/>
                  </a:lnTo>
                  <a:lnTo>
                    <a:pt x="2583" y="1200"/>
                  </a:lnTo>
                  <a:lnTo>
                    <a:pt x="2676" y="923"/>
                  </a:lnTo>
                  <a:lnTo>
                    <a:pt x="2829" y="708"/>
                  </a:lnTo>
                  <a:lnTo>
                    <a:pt x="3014" y="493"/>
                  </a:lnTo>
                  <a:lnTo>
                    <a:pt x="3229" y="308"/>
                  </a:lnTo>
                  <a:lnTo>
                    <a:pt x="3475" y="185"/>
                  </a:lnTo>
                  <a:lnTo>
                    <a:pt x="3721" y="62"/>
                  </a:lnTo>
                  <a:lnTo>
                    <a:pt x="3475" y="1"/>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9"/>
            <p:cNvSpPr/>
            <p:nvPr/>
          </p:nvSpPr>
          <p:spPr>
            <a:xfrm>
              <a:off x="1344315" y="4574801"/>
              <a:ext cx="568666" cy="568699"/>
            </a:xfrm>
            <a:custGeom>
              <a:rect b="b" l="l" r="r" t="t"/>
              <a:pathLst>
                <a:path extrusionOk="0" h="13007" w="13007">
                  <a:moveTo>
                    <a:pt x="6488" y="0"/>
                  </a:moveTo>
                  <a:lnTo>
                    <a:pt x="5842" y="31"/>
                  </a:lnTo>
                  <a:lnTo>
                    <a:pt x="5197" y="154"/>
                  </a:lnTo>
                  <a:lnTo>
                    <a:pt x="4582" y="307"/>
                  </a:lnTo>
                  <a:lnTo>
                    <a:pt x="3967" y="523"/>
                  </a:lnTo>
                  <a:lnTo>
                    <a:pt x="3413" y="799"/>
                  </a:lnTo>
                  <a:lnTo>
                    <a:pt x="2860" y="1107"/>
                  </a:lnTo>
                  <a:lnTo>
                    <a:pt x="2368" y="1507"/>
                  </a:lnTo>
                  <a:lnTo>
                    <a:pt x="1907" y="1906"/>
                  </a:lnTo>
                  <a:lnTo>
                    <a:pt x="1476" y="2368"/>
                  </a:lnTo>
                  <a:lnTo>
                    <a:pt x="1107" y="2890"/>
                  </a:lnTo>
                  <a:lnTo>
                    <a:pt x="800" y="3413"/>
                  </a:lnTo>
                  <a:lnTo>
                    <a:pt x="523" y="3967"/>
                  </a:lnTo>
                  <a:lnTo>
                    <a:pt x="308" y="4582"/>
                  </a:lnTo>
                  <a:lnTo>
                    <a:pt x="123" y="5196"/>
                  </a:lnTo>
                  <a:lnTo>
                    <a:pt x="31" y="5842"/>
                  </a:lnTo>
                  <a:lnTo>
                    <a:pt x="0" y="6519"/>
                  </a:lnTo>
                  <a:lnTo>
                    <a:pt x="31" y="7164"/>
                  </a:lnTo>
                  <a:lnTo>
                    <a:pt x="123" y="7810"/>
                  </a:lnTo>
                  <a:lnTo>
                    <a:pt x="308" y="8456"/>
                  </a:lnTo>
                  <a:lnTo>
                    <a:pt x="523" y="9040"/>
                  </a:lnTo>
                  <a:lnTo>
                    <a:pt x="800" y="9593"/>
                  </a:lnTo>
                  <a:lnTo>
                    <a:pt x="1107" y="10147"/>
                  </a:lnTo>
                  <a:lnTo>
                    <a:pt x="1476" y="10639"/>
                  </a:lnTo>
                  <a:lnTo>
                    <a:pt x="1907" y="11100"/>
                  </a:lnTo>
                  <a:lnTo>
                    <a:pt x="2368" y="11531"/>
                  </a:lnTo>
                  <a:lnTo>
                    <a:pt x="2860" y="11900"/>
                  </a:lnTo>
                  <a:lnTo>
                    <a:pt x="3413" y="12238"/>
                  </a:lnTo>
                  <a:lnTo>
                    <a:pt x="3967" y="12484"/>
                  </a:lnTo>
                  <a:lnTo>
                    <a:pt x="4582" y="12730"/>
                  </a:lnTo>
                  <a:lnTo>
                    <a:pt x="5197" y="12884"/>
                  </a:lnTo>
                  <a:lnTo>
                    <a:pt x="5842" y="12976"/>
                  </a:lnTo>
                  <a:lnTo>
                    <a:pt x="6488" y="13007"/>
                  </a:lnTo>
                  <a:lnTo>
                    <a:pt x="7165" y="12976"/>
                  </a:lnTo>
                  <a:lnTo>
                    <a:pt x="7810" y="12884"/>
                  </a:lnTo>
                  <a:lnTo>
                    <a:pt x="8425" y="12730"/>
                  </a:lnTo>
                  <a:lnTo>
                    <a:pt x="9040" y="12484"/>
                  </a:lnTo>
                  <a:lnTo>
                    <a:pt x="9594" y="12238"/>
                  </a:lnTo>
                  <a:lnTo>
                    <a:pt x="10147" y="11900"/>
                  </a:lnTo>
                  <a:lnTo>
                    <a:pt x="10639" y="11531"/>
                  </a:lnTo>
                  <a:lnTo>
                    <a:pt x="11100" y="11100"/>
                  </a:lnTo>
                  <a:lnTo>
                    <a:pt x="11531" y="10639"/>
                  </a:lnTo>
                  <a:lnTo>
                    <a:pt x="11900" y="10147"/>
                  </a:lnTo>
                  <a:lnTo>
                    <a:pt x="12207" y="9593"/>
                  </a:lnTo>
                  <a:lnTo>
                    <a:pt x="12484" y="9040"/>
                  </a:lnTo>
                  <a:lnTo>
                    <a:pt x="12699" y="8456"/>
                  </a:lnTo>
                  <a:lnTo>
                    <a:pt x="12884" y="7810"/>
                  </a:lnTo>
                  <a:lnTo>
                    <a:pt x="12976" y="7164"/>
                  </a:lnTo>
                  <a:lnTo>
                    <a:pt x="13007" y="6519"/>
                  </a:lnTo>
                  <a:lnTo>
                    <a:pt x="12976" y="5842"/>
                  </a:lnTo>
                  <a:lnTo>
                    <a:pt x="12884" y="5196"/>
                  </a:lnTo>
                  <a:lnTo>
                    <a:pt x="12699" y="4582"/>
                  </a:lnTo>
                  <a:lnTo>
                    <a:pt x="12484" y="3967"/>
                  </a:lnTo>
                  <a:lnTo>
                    <a:pt x="12207" y="3413"/>
                  </a:lnTo>
                  <a:lnTo>
                    <a:pt x="11900" y="2890"/>
                  </a:lnTo>
                  <a:lnTo>
                    <a:pt x="11531" y="2368"/>
                  </a:lnTo>
                  <a:lnTo>
                    <a:pt x="11100" y="1906"/>
                  </a:lnTo>
                  <a:lnTo>
                    <a:pt x="10639" y="1507"/>
                  </a:lnTo>
                  <a:lnTo>
                    <a:pt x="10147" y="1107"/>
                  </a:lnTo>
                  <a:lnTo>
                    <a:pt x="9594" y="799"/>
                  </a:lnTo>
                  <a:lnTo>
                    <a:pt x="9040" y="523"/>
                  </a:lnTo>
                  <a:lnTo>
                    <a:pt x="8425" y="307"/>
                  </a:lnTo>
                  <a:lnTo>
                    <a:pt x="7810" y="154"/>
                  </a:lnTo>
                  <a:lnTo>
                    <a:pt x="7165" y="31"/>
                  </a:lnTo>
                  <a:lnTo>
                    <a:pt x="6488" y="0"/>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9"/>
            <p:cNvSpPr/>
            <p:nvPr/>
          </p:nvSpPr>
          <p:spPr>
            <a:xfrm>
              <a:off x="1344315" y="4574801"/>
              <a:ext cx="360297" cy="568699"/>
            </a:xfrm>
            <a:custGeom>
              <a:rect b="b" l="l" r="r" t="t"/>
              <a:pathLst>
                <a:path extrusionOk="0" h="13007" w="8241">
                  <a:moveTo>
                    <a:pt x="6488" y="0"/>
                  </a:moveTo>
                  <a:lnTo>
                    <a:pt x="5842" y="31"/>
                  </a:lnTo>
                  <a:lnTo>
                    <a:pt x="5197" y="154"/>
                  </a:lnTo>
                  <a:lnTo>
                    <a:pt x="4582" y="307"/>
                  </a:lnTo>
                  <a:lnTo>
                    <a:pt x="3967" y="523"/>
                  </a:lnTo>
                  <a:lnTo>
                    <a:pt x="3413" y="799"/>
                  </a:lnTo>
                  <a:lnTo>
                    <a:pt x="2860" y="1107"/>
                  </a:lnTo>
                  <a:lnTo>
                    <a:pt x="2368" y="1507"/>
                  </a:lnTo>
                  <a:lnTo>
                    <a:pt x="1907" y="1906"/>
                  </a:lnTo>
                  <a:lnTo>
                    <a:pt x="1476" y="2368"/>
                  </a:lnTo>
                  <a:lnTo>
                    <a:pt x="1107" y="2890"/>
                  </a:lnTo>
                  <a:lnTo>
                    <a:pt x="800" y="3413"/>
                  </a:lnTo>
                  <a:lnTo>
                    <a:pt x="523" y="3967"/>
                  </a:lnTo>
                  <a:lnTo>
                    <a:pt x="308" y="4582"/>
                  </a:lnTo>
                  <a:lnTo>
                    <a:pt x="123" y="5196"/>
                  </a:lnTo>
                  <a:lnTo>
                    <a:pt x="31" y="5842"/>
                  </a:lnTo>
                  <a:lnTo>
                    <a:pt x="0" y="6519"/>
                  </a:lnTo>
                  <a:lnTo>
                    <a:pt x="31" y="7164"/>
                  </a:lnTo>
                  <a:lnTo>
                    <a:pt x="123" y="7810"/>
                  </a:lnTo>
                  <a:lnTo>
                    <a:pt x="308" y="8456"/>
                  </a:lnTo>
                  <a:lnTo>
                    <a:pt x="523" y="9040"/>
                  </a:lnTo>
                  <a:lnTo>
                    <a:pt x="800" y="9593"/>
                  </a:lnTo>
                  <a:lnTo>
                    <a:pt x="1107" y="10147"/>
                  </a:lnTo>
                  <a:lnTo>
                    <a:pt x="1476" y="10639"/>
                  </a:lnTo>
                  <a:lnTo>
                    <a:pt x="1907" y="11100"/>
                  </a:lnTo>
                  <a:lnTo>
                    <a:pt x="2368" y="11531"/>
                  </a:lnTo>
                  <a:lnTo>
                    <a:pt x="2860" y="11900"/>
                  </a:lnTo>
                  <a:lnTo>
                    <a:pt x="3413" y="12238"/>
                  </a:lnTo>
                  <a:lnTo>
                    <a:pt x="3967" y="12484"/>
                  </a:lnTo>
                  <a:lnTo>
                    <a:pt x="4582" y="12730"/>
                  </a:lnTo>
                  <a:lnTo>
                    <a:pt x="5197" y="12884"/>
                  </a:lnTo>
                  <a:lnTo>
                    <a:pt x="5842" y="12976"/>
                  </a:lnTo>
                  <a:lnTo>
                    <a:pt x="6488" y="13007"/>
                  </a:lnTo>
                  <a:lnTo>
                    <a:pt x="6949" y="13007"/>
                  </a:lnTo>
                  <a:lnTo>
                    <a:pt x="7411" y="12945"/>
                  </a:lnTo>
                  <a:lnTo>
                    <a:pt x="7841" y="12884"/>
                  </a:lnTo>
                  <a:lnTo>
                    <a:pt x="8241" y="12761"/>
                  </a:lnTo>
                  <a:lnTo>
                    <a:pt x="7749" y="12607"/>
                  </a:lnTo>
                  <a:lnTo>
                    <a:pt x="7257" y="12392"/>
                  </a:lnTo>
                  <a:lnTo>
                    <a:pt x="6796" y="12176"/>
                  </a:lnTo>
                  <a:lnTo>
                    <a:pt x="6365" y="11900"/>
                  </a:lnTo>
                  <a:lnTo>
                    <a:pt x="5935" y="11592"/>
                  </a:lnTo>
                  <a:lnTo>
                    <a:pt x="5535" y="11223"/>
                  </a:lnTo>
                  <a:lnTo>
                    <a:pt x="5197" y="10854"/>
                  </a:lnTo>
                  <a:lnTo>
                    <a:pt x="4858" y="10485"/>
                  </a:lnTo>
                  <a:lnTo>
                    <a:pt x="4551" y="10055"/>
                  </a:lnTo>
                  <a:lnTo>
                    <a:pt x="4274" y="9593"/>
                  </a:lnTo>
                  <a:lnTo>
                    <a:pt x="4059" y="9132"/>
                  </a:lnTo>
                  <a:lnTo>
                    <a:pt x="3875" y="8640"/>
                  </a:lnTo>
                  <a:lnTo>
                    <a:pt x="3721" y="8118"/>
                  </a:lnTo>
                  <a:lnTo>
                    <a:pt x="3598" y="7595"/>
                  </a:lnTo>
                  <a:lnTo>
                    <a:pt x="3536" y="7072"/>
                  </a:lnTo>
                  <a:lnTo>
                    <a:pt x="3506" y="6519"/>
                  </a:lnTo>
                  <a:lnTo>
                    <a:pt x="3536" y="5965"/>
                  </a:lnTo>
                  <a:lnTo>
                    <a:pt x="3598" y="5412"/>
                  </a:lnTo>
                  <a:lnTo>
                    <a:pt x="3721" y="4889"/>
                  </a:lnTo>
                  <a:lnTo>
                    <a:pt x="3875" y="4366"/>
                  </a:lnTo>
                  <a:lnTo>
                    <a:pt x="4059" y="3905"/>
                  </a:lnTo>
                  <a:lnTo>
                    <a:pt x="4274" y="3413"/>
                  </a:lnTo>
                  <a:lnTo>
                    <a:pt x="4551" y="2983"/>
                  </a:lnTo>
                  <a:lnTo>
                    <a:pt x="4858" y="2552"/>
                  </a:lnTo>
                  <a:lnTo>
                    <a:pt x="5197" y="2152"/>
                  </a:lnTo>
                  <a:lnTo>
                    <a:pt x="5535" y="1783"/>
                  </a:lnTo>
                  <a:lnTo>
                    <a:pt x="5935" y="1445"/>
                  </a:lnTo>
                  <a:lnTo>
                    <a:pt x="6365" y="1138"/>
                  </a:lnTo>
                  <a:lnTo>
                    <a:pt x="6796" y="861"/>
                  </a:lnTo>
                  <a:lnTo>
                    <a:pt x="7257" y="615"/>
                  </a:lnTo>
                  <a:lnTo>
                    <a:pt x="7749" y="400"/>
                  </a:lnTo>
                  <a:lnTo>
                    <a:pt x="8241" y="246"/>
                  </a:lnTo>
                  <a:lnTo>
                    <a:pt x="7841" y="154"/>
                  </a:lnTo>
                  <a:lnTo>
                    <a:pt x="7411" y="62"/>
                  </a:lnTo>
                  <a:lnTo>
                    <a:pt x="6949" y="31"/>
                  </a:lnTo>
                  <a:lnTo>
                    <a:pt x="6488" y="0"/>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9"/>
            <p:cNvSpPr/>
            <p:nvPr/>
          </p:nvSpPr>
          <p:spPr>
            <a:xfrm>
              <a:off x="1486794" y="4717286"/>
              <a:ext cx="283699" cy="283715"/>
            </a:xfrm>
            <a:custGeom>
              <a:rect b="b" l="l" r="r" t="t"/>
              <a:pathLst>
                <a:path extrusionOk="0" h="6489" w="6489">
                  <a:moveTo>
                    <a:pt x="3229" y="0"/>
                  </a:moveTo>
                  <a:lnTo>
                    <a:pt x="2922" y="31"/>
                  </a:lnTo>
                  <a:lnTo>
                    <a:pt x="2583" y="62"/>
                  </a:lnTo>
                  <a:lnTo>
                    <a:pt x="2276" y="154"/>
                  </a:lnTo>
                  <a:lnTo>
                    <a:pt x="1968" y="246"/>
                  </a:lnTo>
                  <a:lnTo>
                    <a:pt x="1692" y="400"/>
                  </a:lnTo>
                  <a:lnTo>
                    <a:pt x="1415" y="554"/>
                  </a:lnTo>
                  <a:lnTo>
                    <a:pt x="1169" y="738"/>
                  </a:lnTo>
                  <a:lnTo>
                    <a:pt x="954" y="954"/>
                  </a:lnTo>
                  <a:lnTo>
                    <a:pt x="739" y="1169"/>
                  </a:lnTo>
                  <a:lnTo>
                    <a:pt x="554" y="1446"/>
                  </a:lnTo>
                  <a:lnTo>
                    <a:pt x="400" y="1691"/>
                  </a:lnTo>
                  <a:lnTo>
                    <a:pt x="247" y="1999"/>
                  </a:lnTo>
                  <a:lnTo>
                    <a:pt x="154" y="2276"/>
                  </a:lnTo>
                  <a:lnTo>
                    <a:pt x="62" y="2583"/>
                  </a:lnTo>
                  <a:lnTo>
                    <a:pt x="1" y="2921"/>
                  </a:lnTo>
                  <a:lnTo>
                    <a:pt x="1" y="3260"/>
                  </a:lnTo>
                  <a:lnTo>
                    <a:pt x="1" y="3598"/>
                  </a:lnTo>
                  <a:lnTo>
                    <a:pt x="62" y="3905"/>
                  </a:lnTo>
                  <a:lnTo>
                    <a:pt x="154" y="4213"/>
                  </a:lnTo>
                  <a:lnTo>
                    <a:pt x="247" y="4520"/>
                  </a:lnTo>
                  <a:lnTo>
                    <a:pt x="400" y="4797"/>
                  </a:lnTo>
                  <a:lnTo>
                    <a:pt x="554" y="5074"/>
                  </a:lnTo>
                  <a:lnTo>
                    <a:pt x="739" y="5320"/>
                  </a:lnTo>
                  <a:lnTo>
                    <a:pt x="954" y="5535"/>
                  </a:lnTo>
                  <a:lnTo>
                    <a:pt x="1169" y="5750"/>
                  </a:lnTo>
                  <a:lnTo>
                    <a:pt x="1415" y="5935"/>
                  </a:lnTo>
                  <a:lnTo>
                    <a:pt x="1692" y="6119"/>
                  </a:lnTo>
                  <a:lnTo>
                    <a:pt x="1968" y="6242"/>
                  </a:lnTo>
                  <a:lnTo>
                    <a:pt x="2276" y="6365"/>
                  </a:lnTo>
                  <a:lnTo>
                    <a:pt x="2583" y="6427"/>
                  </a:lnTo>
                  <a:lnTo>
                    <a:pt x="2922" y="6488"/>
                  </a:lnTo>
                  <a:lnTo>
                    <a:pt x="3567" y="6488"/>
                  </a:lnTo>
                  <a:lnTo>
                    <a:pt x="3906" y="6427"/>
                  </a:lnTo>
                  <a:lnTo>
                    <a:pt x="4213" y="6365"/>
                  </a:lnTo>
                  <a:lnTo>
                    <a:pt x="4521" y="6242"/>
                  </a:lnTo>
                  <a:lnTo>
                    <a:pt x="4797" y="6119"/>
                  </a:lnTo>
                  <a:lnTo>
                    <a:pt x="5074" y="5935"/>
                  </a:lnTo>
                  <a:lnTo>
                    <a:pt x="5320" y="5750"/>
                  </a:lnTo>
                  <a:lnTo>
                    <a:pt x="5535" y="5535"/>
                  </a:lnTo>
                  <a:lnTo>
                    <a:pt x="5751" y="5320"/>
                  </a:lnTo>
                  <a:lnTo>
                    <a:pt x="5935" y="5074"/>
                  </a:lnTo>
                  <a:lnTo>
                    <a:pt x="6089" y="4797"/>
                  </a:lnTo>
                  <a:lnTo>
                    <a:pt x="6242" y="4520"/>
                  </a:lnTo>
                  <a:lnTo>
                    <a:pt x="6335" y="4213"/>
                  </a:lnTo>
                  <a:lnTo>
                    <a:pt x="6427" y="3905"/>
                  </a:lnTo>
                  <a:lnTo>
                    <a:pt x="6488" y="3598"/>
                  </a:lnTo>
                  <a:lnTo>
                    <a:pt x="6488" y="3260"/>
                  </a:lnTo>
                  <a:lnTo>
                    <a:pt x="6488" y="2921"/>
                  </a:lnTo>
                  <a:lnTo>
                    <a:pt x="6427" y="2583"/>
                  </a:lnTo>
                  <a:lnTo>
                    <a:pt x="6335" y="2276"/>
                  </a:lnTo>
                  <a:lnTo>
                    <a:pt x="6242" y="1999"/>
                  </a:lnTo>
                  <a:lnTo>
                    <a:pt x="6089" y="1691"/>
                  </a:lnTo>
                  <a:lnTo>
                    <a:pt x="5935" y="1446"/>
                  </a:lnTo>
                  <a:lnTo>
                    <a:pt x="5751" y="1169"/>
                  </a:lnTo>
                  <a:lnTo>
                    <a:pt x="5535" y="954"/>
                  </a:lnTo>
                  <a:lnTo>
                    <a:pt x="5320" y="738"/>
                  </a:lnTo>
                  <a:lnTo>
                    <a:pt x="5074" y="554"/>
                  </a:lnTo>
                  <a:lnTo>
                    <a:pt x="4797" y="400"/>
                  </a:lnTo>
                  <a:lnTo>
                    <a:pt x="4521" y="246"/>
                  </a:lnTo>
                  <a:lnTo>
                    <a:pt x="4213" y="154"/>
                  </a:lnTo>
                  <a:lnTo>
                    <a:pt x="3906" y="62"/>
                  </a:lnTo>
                  <a:lnTo>
                    <a:pt x="3567" y="31"/>
                  </a:lnTo>
                  <a:lnTo>
                    <a:pt x="3229"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9"/>
            <p:cNvSpPr/>
            <p:nvPr/>
          </p:nvSpPr>
          <p:spPr>
            <a:xfrm>
              <a:off x="1486794" y="4717286"/>
              <a:ext cx="217813" cy="283715"/>
            </a:xfrm>
            <a:custGeom>
              <a:rect b="b" l="l" r="r" t="t"/>
              <a:pathLst>
                <a:path extrusionOk="0" h="6489" w="4982">
                  <a:moveTo>
                    <a:pt x="3229" y="0"/>
                  </a:moveTo>
                  <a:lnTo>
                    <a:pt x="2922" y="31"/>
                  </a:lnTo>
                  <a:lnTo>
                    <a:pt x="2583" y="62"/>
                  </a:lnTo>
                  <a:lnTo>
                    <a:pt x="2276" y="154"/>
                  </a:lnTo>
                  <a:lnTo>
                    <a:pt x="1968" y="246"/>
                  </a:lnTo>
                  <a:lnTo>
                    <a:pt x="1692" y="400"/>
                  </a:lnTo>
                  <a:lnTo>
                    <a:pt x="1415" y="554"/>
                  </a:lnTo>
                  <a:lnTo>
                    <a:pt x="1169" y="738"/>
                  </a:lnTo>
                  <a:lnTo>
                    <a:pt x="954" y="954"/>
                  </a:lnTo>
                  <a:lnTo>
                    <a:pt x="739" y="1169"/>
                  </a:lnTo>
                  <a:lnTo>
                    <a:pt x="554" y="1446"/>
                  </a:lnTo>
                  <a:lnTo>
                    <a:pt x="400" y="1691"/>
                  </a:lnTo>
                  <a:lnTo>
                    <a:pt x="247" y="1999"/>
                  </a:lnTo>
                  <a:lnTo>
                    <a:pt x="154" y="2276"/>
                  </a:lnTo>
                  <a:lnTo>
                    <a:pt x="62" y="2583"/>
                  </a:lnTo>
                  <a:lnTo>
                    <a:pt x="1" y="2921"/>
                  </a:lnTo>
                  <a:lnTo>
                    <a:pt x="1" y="3260"/>
                  </a:lnTo>
                  <a:lnTo>
                    <a:pt x="1" y="3598"/>
                  </a:lnTo>
                  <a:lnTo>
                    <a:pt x="62" y="3905"/>
                  </a:lnTo>
                  <a:lnTo>
                    <a:pt x="154" y="4213"/>
                  </a:lnTo>
                  <a:lnTo>
                    <a:pt x="247" y="4520"/>
                  </a:lnTo>
                  <a:lnTo>
                    <a:pt x="400" y="4797"/>
                  </a:lnTo>
                  <a:lnTo>
                    <a:pt x="554" y="5074"/>
                  </a:lnTo>
                  <a:lnTo>
                    <a:pt x="739" y="5320"/>
                  </a:lnTo>
                  <a:lnTo>
                    <a:pt x="954" y="5535"/>
                  </a:lnTo>
                  <a:lnTo>
                    <a:pt x="1169" y="5750"/>
                  </a:lnTo>
                  <a:lnTo>
                    <a:pt x="1415" y="5935"/>
                  </a:lnTo>
                  <a:lnTo>
                    <a:pt x="1692" y="6119"/>
                  </a:lnTo>
                  <a:lnTo>
                    <a:pt x="1968" y="6242"/>
                  </a:lnTo>
                  <a:lnTo>
                    <a:pt x="2276" y="6365"/>
                  </a:lnTo>
                  <a:lnTo>
                    <a:pt x="2583" y="6427"/>
                  </a:lnTo>
                  <a:lnTo>
                    <a:pt x="2922" y="6488"/>
                  </a:lnTo>
                  <a:lnTo>
                    <a:pt x="3229" y="6488"/>
                  </a:lnTo>
                  <a:lnTo>
                    <a:pt x="3721" y="6457"/>
                  </a:lnTo>
                  <a:lnTo>
                    <a:pt x="4182" y="6365"/>
                  </a:lnTo>
                  <a:lnTo>
                    <a:pt x="4613" y="6212"/>
                  </a:lnTo>
                  <a:lnTo>
                    <a:pt x="4982" y="5996"/>
                  </a:lnTo>
                  <a:lnTo>
                    <a:pt x="4674" y="5750"/>
                  </a:lnTo>
                  <a:lnTo>
                    <a:pt x="4367" y="5474"/>
                  </a:lnTo>
                  <a:lnTo>
                    <a:pt x="4121" y="5166"/>
                  </a:lnTo>
                  <a:lnTo>
                    <a:pt x="3906" y="4828"/>
                  </a:lnTo>
                  <a:lnTo>
                    <a:pt x="3721" y="4459"/>
                  </a:lnTo>
                  <a:lnTo>
                    <a:pt x="3598" y="4090"/>
                  </a:lnTo>
                  <a:lnTo>
                    <a:pt x="3537" y="3659"/>
                  </a:lnTo>
                  <a:lnTo>
                    <a:pt x="3506" y="3260"/>
                  </a:lnTo>
                  <a:lnTo>
                    <a:pt x="3537" y="2829"/>
                  </a:lnTo>
                  <a:lnTo>
                    <a:pt x="3598" y="2429"/>
                  </a:lnTo>
                  <a:lnTo>
                    <a:pt x="3721" y="2030"/>
                  </a:lnTo>
                  <a:lnTo>
                    <a:pt x="3906" y="1661"/>
                  </a:lnTo>
                  <a:lnTo>
                    <a:pt x="4121" y="1323"/>
                  </a:lnTo>
                  <a:lnTo>
                    <a:pt x="4367" y="1015"/>
                  </a:lnTo>
                  <a:lnTo>
                    <a:pt x="4674" y="738"/>
                  </a:lnTo>
                  <a:lnTo>
                    <a:pt x="4982" y="523"/>
                  </a:lnTo>
                  <a:lnTo>
                    <a:pt x="4613" y="308"/>
                  </a:lnTo>
                  <a:lnTo>
                    <a:pt x="4182" y="123"/>
                  </a:lnTo>
                  <a:lnTo>
                    <a:pt x="3721" y="31"/>
                  </a:lnTo>
                  <a:lnTo>
                    <a:pt x="3229"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9"/>
            <p:cNvSpPr/>
            <p:nvPr/>
          </p:nvSpPr>
          <p:spPr>
            <a:xfrm>
              <a:off x="3120082" y="4574801"/>
              <a:ext cx="568710" cy="568699"/>
            </a:xfrm>
            <a:custGeom>
              <a:rect b="b" l="l" r="r" t="t"/>
              <a:pathLst>
                <a:path extrusionOk="0" h="13007" w="13008">
                  <a:moveTo>
                    <a:pt x="6489" y="0"/>
                  </a:moveTo>
                  <a:lnTo>
                    <a:pt x="5843" y="31"/>
                  </a:lnTo>
                  <a:lnTo>
                    <a:pt x="5197" y="154"/>
                  </a:lnTo>
                  <a:lnTo>
                    <a:pt x="4551" y="307"/>
                  </a:lnTo>
                  <a:lnTo>
                    <a:pt x="3967" y="523"/>
                  </a:lnTo>
                  <a:lnTo>
                    <a:pt x="3383" y="799"/>
                  </a:lnTo>
                  <a:lnTo>
                    <a:pt x="2860" y="1107"/>
                  </a:lnTo>
                  <a:lnTo>
                    <a:pt x="2368" y="1507"/>
                  </a:lnTo>
                  <a:lnTo>
                    <a:pt x="1907" y="1906"/>
                  </a:lnTo>
                  <a:lnTo>
                    <a:pt x="1477" y="2368"/>
                  </a:lnTo>
                  <a:lnTo>
                    <a:pt x="1108" y="2890"/>
                  </a:lnTo>
                  <a:lnTo>
                    <a:pt x="769" y="3413"/>
                  </a:lnTo>
                  <a:lnTo>
                    <a:pt x="493" y="3967"/>
                  </a:lnTo>
                  <a:lnTo>
                    <a:pt x="277" y="4582"/>
                  </a:lnTo>
                  <a:lnTo>
                    <a:pt x="124" y="5196"/>
                  </a:lnTo>
                  <a:lnTo>
                    <a:pt x="31" y="5842"/>
                  </a:lnTo>
                  <a:lnTo>
                    <a:pt x="1" y="6519"/>
                  </a:lnTo>
                  <a:lnTo>
                    <a:pt x="31" y="7164"/>
                  </a:lnTo>
                  <a:lnTo>
                    <a:pt x="124" y="7810"/>
                  </a:lnTo>
                  <a:lnTo>
                    <a:pt x="277" y="8456"/>
                  </a:lnTo>
                  <a:lnTo>
                    <a:pt x="493" y="9040"/>
                  </a:lnTo>
                  <a:lnTo>
                    <a:pt x="769" y="9593"/>
                  </a:lnTo>
                  <a:lnTo>
                    <a:pt x="1108" y="10147"/>
                  </a:lnTo>
                  <a:lnTo>
                    <a:pt x="1477" y="10639"/>
                  </a:lnTo>
                  <a:lnTo>
                    <a:pt x="1907" y="11100"/>
                  </a:lnTo>
                  <a:lnTo>
                    <a:pt x="2368" y="11531"/>
                  </a:lnTo>
                  <a:lnTo>
                    <a:pt x="2860" y="11900"/>
                  </a:lnTo>
                  <a:lnTo>
                    <a:pt x="3383" y="12238"/>
                  </a:lnTo>
                  <a:lnTo>
                    <a:pt x="3967" y="12484"/>
                  </a:lnTo>
                  <a:lnTo>
                    <a:pt x="4551" y="12730"/>
                  </a:lnTo>
                  <a:lnTo>
                    <a:pt x="5197" y="12884"/>
                  </a:lnTo>
                  <a:lnTo>
                    <a:pt x="5843" y="12976"/>
                  </a:lnTo>
                  <a:lnTo>
                    <a:pt x="6489" y="13007"/>
                  </a:lnTo>
                  <a:lnTo>
                    <a:pt x="7165" y="12976"/>
                  </a:lnTo>
                  <a:lnTo>
                    <a:pt x="7811" y="12884"/>
                  </a:lnTo>
                  <a:lnTo>
                    <a:pt x="8426" y="12730"/>
                  </a:lnTo>
                  <a:lnTo>
                    <a:pt x="9010" y="12484"/>
                  </a:lnTo>
                  <a:lnTo>
                    <a:pt x="9594" y="12238"/>
                  </a:lnTo>
                  <a:lnTo>
                    <a:pt x="10117" y="11900"/>
                  </a:lnTo>
                  <a:lnTo>
                    <a:pt x="10640" y="11531"/>
                  </a:lnTo>
                  <a:lnTo>
                    <a:pt x="11101" y="11100"/>
                  </a:lnTo>
                  <a:lnTo>
                    <a:pt x="11501" y="10639"/>
                  </a:lnTo>
                  <a:lnTo>
                    <a:pt x="11870" y="10147"/>
                  </a:lnTo>
                  <a:lnTo>
                    <a:pt x="12208" y="9593"/>
                  </a:lnTo>
                  <a:lnTo>
                    <a:pt x="12484" y="9040"/>
                  </a:lnTo>
                  <a:lnTo>
                    <a:pt x="12700" y="8456"/>
                  </a:lnTo>
                  <a:lnTo>
                    <a:pt x="12853" y="7810"/>
                  </a:lnTo>
                  <a:lnTo>
                    <a:pt x="12946" y="7164"/>
                  </a:lnTo>
                  <a:lnTo>
                    <a:pt x="13007" y="6519"/>
                  </a:lnTo>
                  <a:lnTo>
                    <a:pt x="12946" y="5842"/>
                  </a:lnTo>
                  <a:lnTo>
                    <a:pt x="12853" y="5196"/>
                  </a:lnTo>
                  <a:lnTo>
                    <a:pt x="12700" y="4582"/>
                  </a:lnTo>
                  <a:lnTo>
                    <a:pt x="12484" y="3967"/>
                  </a:lnTo>
                  <a:lnTo>
                    <a:pt x="12208" y="3413"/>
                  </a:lnTo>
                  <a:lnTo>
                    <a:pt x="11870" y="2890"/>
                  </a:lnTo>
                  <a:lnTo>
                    <a:pt x="11501" y="2368"/>
                  </a:lnTo>
                  <a:lnTo>
                    <a:pt x="11101" y="1906"/>
                  </a:lnTo>
                  <a:lnTo>
                    <a:pt x="10640" y="1507"/>
                  </a:lnTo>
                  <a:lnTo>
                    <a:pt x="10117" y="1107"/>
                  </a:lnTo>
                  <a:lnTo>
                    <a:pt x="9594" y="799"/>
                  </a:lnTo>
                  <a:lnTo>
                    <a:pt x="9010" y="523"/>
                  </a:lnTo>
                  <a:lnTo>
                    <a:pt x="8426" y="307"/>
                  </a:lnTo>
                  <a:lnTo>
                    <a:pt x="7811" y="154"/>
                  </a:lnTo>
                  <a:lnTo>
                    <a:pt x="7165" y="31"/>
                  </a:lnTo>
                  <a:lnTo>
                    <a:pt x="6489" y="0"/>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9"/>
            <p:cNvSpPr/>
            <p:nvPr/>
          </p:nvSpPr>
          <p:spPr>
            <a:xfrm>
              <a:off x="3120082" y="4574801"/>
              <a:ext cx="360340" cy="568699"/>
            </a:xfrm>
            <a:custGeom>
              <a:rect b="b" l="l" r="r" t="t"/>
              <a:pathLst>
                <a:path extrusionOk="0" h="13007" w="8242">
                  <a:moveTo>
                    <a:pt x="6489" y="0"/>
                  </a:moveTo>
                  <a:lnTo>
                    <a:pt x="5843" y="31"/>
                  </a:lnTo>
                  <a:lnTo>
                    <a:pt x="5197" y="154"/>
                  </a:lnTo>
                  <a:lnTo>
                    <a:pt x="4551" y="307"/>
                  </a:lnTo>
                  <a:lnTo>
                    <a:pt x="3967" y="523"/>
                  </a:lnTo>
                  <a:lnTo>
                    <a:pt x="3383" y="799"/>
                  </a:lnTo>
                  <a:lnTo>
                    <a:pt x="2860" y="1107"/>
                  </a:lnTo>
                  <a:lnTo>
                    <a:pt x="2368" y="1507"/>
                  </a:lnTo>
                  <a:lnTo>
                    <a:pt x="1907" y="1906"/>
                  </a:lnTo>
                  <a:lnTo>
                    <a:pt x="1477" y="2368"/>
                  </a:lnTo>
                  <a:lnTo>
                    <a:pt x="1108" y="2890"/>
                  </a:lnTo>
                  <a:lnTo>
                    <a:pt x="769" y="3413"/>
                  </a:lnTo>
                  <a:lnTo>
                    <a:pt x="493" y="3967"/>
                  </a:lnTo>
                  <a:lnTo>
                    <a:pt x="277" y="4582"/>
                  </a:lnTo>
                  <a:lnTo>
                    <a:pt x="124" y="5196"/>
                  </a:lnTo>
                  <a:lnTo>
                    <a:pt x="31" y="5842"/>
                  </a:lnTo>
                  <a:lnTo>
                    <a:pt x="1" y="6519"/>
                  </a:lnTo>
                  <a:lnTo>
                    <a:pt x="31" y="7164"/>
                  </a:lnTo>
                  <a:lnTo>
                    <a:pt x="124" y="7810"/>
                  </a:lnTo>
                  <a:lnTo>
                    <a:pt x="277" y="8456"/>
                  </a:lnTo>
                  <a:lnTo>
                    <a:pt x="493" y="9040"/>
                  </a:lnTo>
                  <a:lnTo>
                    <a:pt x="769" y="9593"/>
                  </a:lnTo>
                  <a:lnTo>
                    <a:pt x="1108" y="10147"/>
                  </a:lnTo>
                  <a:lnTo>
                    <a:pt x="1477" y="10639"/>
                  </a:lnTo>
                  <a:lnTo>
                    <a:pt x="1907" y="11100"/>
                  </a:lnTo>
                  <a:lnTo>
                    <a:pt x="2368" y="11531"/>
                  </a:lnTo>
                  <a:lnTo>
                    <a:pt x="2860" y="11900"/>
                  </a:lnTo>
                  <a:lnTo>
                    <a:pt x="3383" y="12238"/>
                  </a:lnTo>
                  <a:lnTo>
                    <a:pt x="3967" y="12484"/>
                  </a:lnTo>
                  <a:lnTo>
                    <a:pt x="4551" y="12730"/>
                  </a:lnTo>
                  <a:lnTo>
                    <a:pt x="5197" y="12884"/>
                  </a:lnTo>
                  <a:lnTo>
                    <a:pt x="5843" y="12976"/>
                  </a:lnTo>
                  <a:lnTo>
                    <a:pt x="6489" y="13007"/>
                  </a:lnTo>
                  <a:lnTo>
                    <a:pt x="6950" y="13007"/>
                  </a:lnTo>
                  <a:lnTo>
                    <a:pt x="7380" y="12945"/>
                  </a:lnTo>
                  <a:lnTo>
                    <a:pt x="7811" y="12884"/>
                  </a:lnTo>
                  <a:lnTo>
                    <a:pt x="8241" y="12761"/>
                  </a:lnTo>
                  <a:lnTo>
                    <a:pt x="7749" y="12607"/>
                  </a:lnTo>
                  <a:lnTo>
                    <a:pt x="7257" y="12392"/>
                  </a:lnTo>
                  <a:lnTo>
                    <a:pt x="6796" y="12176"/>
                  </a:lnTo>
                  <a:lnTo>
                    <a:pt x="6335" y="11900"/>
                  </a:lnTo>
                  <a:lnTo>
                    <a:pt x="5935" y="11592"/>
                  </a:lnTo>
                  <a:lnTo>
                    <a:pt x="5535" y="11223"/>
                  </a:lnTo>
                  <a:lnTo>
                    <a:pt x="5166" y="10854"/>
                  </a:lnTo>
                  <a:lnTo>
                    <a:pt x="4859" y="10485"/>
                  </a:lnTo>
                  <a:lnTo>
                    <a:pt x="4551" y="10055"/>
                  </a:lnTo>
                  <a:lnTo>
                    <a:pt x="4275" y="9593"/>
                  </a:lnTo>
                  <a:lnTo>
                    <a:pt x="4059" y="9132"/>
                  </a:lnTo>
                  <a:lnTo>
                    <a:pt x="3844" y="8640"/>
                  </a:lnTo>
                  <a:lnTo>
                    <a:pt x="3690" y="8118"/>
                  </a:lnTo>
                  <a:lnTo>
                    <a:pt x="3598" y="7595"/>
                  </a:lnTo>
                  <a:lnTo>
                    <a:pt x="3506" y="7072"/>
                  </a:lnTo>
                  <a:lnTo>
                    <a:pt x="3506" y="6519"/>
                  </a:lnTo>
                  <a:lnTo>
                    <a:pt x="3506" y="5965"/>
                  </a:lnTo>
                  <a:lnTo>
                    <a:pt x="3598" y="5412"/>
                  </a:lnTo>
                  <a:lnTo>
                    <a:pt x="3690" y="4889"/>
                  </a:lnTo>
                  <a:lnTo>
                    <a:pt x="3844" y="4366"/>
                  </a:lnTo>
                  <a:lnTo>
                    <a:pt x="4059" y="3905"/>
                  </a:lnTo>
                  <a:lnTo>
                    <a:pt x="4275" y="3413"/>
                  </a:lnTo>
                  <a:lnTo>
                    <a:pt x="4551" y="2983"/>
                  </a:lnTo>
                  <a:lnTo>
                    <a:pt x="4859" y="2552"/>
                  </a:lnTo>
                  <a:lnTo>
                    <a:pt x="5166" y="2152"/>
                  </a:lnTo>
                  <a:lnTo>
                    <a:pt x="5535" y="1783"/>
                  </a:lnTo>
                  <a:lnTo>
                    <a:pt x="5935" y="1445"/>
                  </a:lnTo>
                  <a:lnTo>
                    <a:pt x="6335" y="1138"/>
                  </a:lnTo>
                  <a:lnTo>
                    <a:pt x="6796" y="861"/>
                  </a:lnTo>
                  <a:lnTo>
                    <a:pt x="7257" y="615"/>
                  </a:lnTo>
                  <a:lnTo>
                    <a:pt x="7749" y="400"/>
                  </a:lnTo>
                  <a:lnTo>
                    <a:pt x="8241" y="246"/>
                  </a:lnTo>
                  <a:lnTo>
                    <a:pt x="7811" y="154"/>
                  </a:lnTo>
                  <a:lnTo>
                    <a:pt x="7380" y="62"/>
                  </a:lnTo>
                  <a:lnTo>
                    <a:pt x="6950" y="31"/>
                  </a:lnTo>
                  <a:lnTo>
                    <a:pt x="6489" y="0"/>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9"/>
            <p:cNvSpPr/>
            <p:nvPr/>
          </p:nvSpPr>
          <p:spPr>
            <a:xfrm>
              <a:off x="3261250" y="4717286"/>
              <a:ext cx="285011" cy="283715"/>
            </a:xfrm>
            <a:custGeom>
              <a:rect b="b" l="l" r="r" t="t"/>
              <a:pathLst>
                <a:path extrusionOk="0" h="6489" w="6519">
                  <a:moveTo>
                    <a:pt x="3260" y="0"/>
                  </a:moveTo>
                  <a:lnTo>
                    <a:pt x="2921" y="31"/>
                  </a:lnTo>
                  <a:lnTo>
                    <a:pt x="2614" y="62"/>
                  </a:lnTo>
                  <a:lnTo>
                    <a:pt x="2306" y="154"/>
                  </a:lnTo>
                  <a:lnTo>
                    <a:pt x="1999" y="246"/>
                  </a:lnTo>
                  <a:lnTo>
                    <a:pt x="1722" y="400"/>
                  </a:lnTo>
                  <a:lnTo>
                    <a:pt x="1445" y="554"/>
                  </a:lnTo>
                  <a:lnTo>
                    <a:pt x="1199" y="738"/>
                  </a:lnTo>
                  <a:lnTo>
                    <a:pt x="953" y="954"/>
                  </a:lnTo>
                  <a:lnTo>
                    <a:pt x="769" y="1169"/>
                  </a:lnTo>
                  <a:lnTo>
                    <a:pt x="584" y="1446"/>
                  </a:lnTo>
                  <a:lnTo>
                    <a:pt x="400" y="1691"/>
                  </a:lnTo>
                  <a:lnTo>
                    <a:pt x="277" y="1999"/>
                  </a:lnTo>
                  <a:lnTo>
                    <a:pt x="154" y="2276"/>
                  </a:lnTo>
                  <a:lnTo>
                    <a:pt x="93" y="2583"/>
                  </a:lnTo>
                  <a:lnTo>
                    <a:pt x="31" y="2921"/>
                  </a:lnTo>
                  <a:lnTo>
                    <a:pt x="0" y="3260"/>
                  </a:lnTo>
                  <a:lnTo>
                    <a:pt x="31" y="3598"/>
                  </a:lnTo>
                  <a:lnTo>
                    <a:pt x="93" y="3905"/>
                  </a:lnTo>
                  <a:lnTo>
                    <a:pt x="154" y="4213"/>
                  </a:lnTo>
                  <a:lnTo>
                    <a:pt x="277" y="4520"/>
                  </a:lnTo>
                  <a:lnTo>
                    <a:pt x="400" y="4797"/>
                  </a:lnTo>
                  <a:lnTo>
                    <a:pt x="584" y="5074"/>
                  </a:lnTo>
                  <a:lnTo>
                    <a:pt x="769" y="5320"/>
                  </a:lnTo>
                  <a:lnTo>
                    <a:pt x="953" y="5535"/>
                  </a:lnTo>
                  <a:lnTo>
                    <a:pt x="1199" y="5750"/>
                  </a:lnTo>
                  <a:lnTo>
                    <a:pt x="1445" y="5935"/>
                  </a:lnTo>
                  <a:lnTo>
                    <a:pt x="1722" y="6119"/>
                  </a:lnTo>
                  <a:lnTo>
                    <a:pt x="1999" y="6242"/>
                  </a:lnTo>
                  <a:lnTo>
                    <a:pt x="2306" y="6365"/>
                  </a:lnTo>
                  <a:lnTo>
                    <a:pt x="2614" y="6427"/>
                  </a:lnTo>
                  <a:lnTo>
                    <a:pt x="2921" y="6488"/>
                  </a:lnTo>
                  <a:lnTo>
                    <a:pt x="3598" y="6488"/>
                  </a:lnTo>
                  <a:lnTo>
                    <a:pt x="3905" y="6427"/>
                  </a:lnTo>
                  <a:lnTo>
                    <a:pt x="4244" y="6365"/>
                  </a:lnTo>
                  <a:lnTo>
                    <a:pt x="4520" y="6242"/>
                  </a:lnTo>
                  <a:lnTo>
                    <a:pt x="4828" y="6119"/>
                  </a:lnTo>
                  <a:lnTo>
                    <a:pt x="5074" y="5935"/>
                  </a:lnTo>
                  <a:lnTo>
                    <a:pt x="5320" y="5750"/>
                  </a:lnTo>
                  <a:lnTo>
                    <a:pt x="5566" y="5535"/>
                  </a:lnTo>
                  <a:lnTo>
                    <a:pt x="5781" y="5320"/>
                  </a:lnTo>
                  <a:lnTo>
                    <a:pt x="5965" y="5074"/>
                  </a:lnTo>
                  <a:lnTo>
                    <a:pt x="6119" y="4797"/>
                  </a:lnTo>
                  <a:lnTo>
                    <a:pt x="6273" y="4520"/>
                  </a:lnTo>
                  <a:lnTo>
                    <a:pt x="6365" y="4213"/>
                  </a:lnTo>
                  <a:lnTo>
                    <a:pt x="6457" y="3905"/>
                  </a:lnTo>
                  <a:lnTo>
                    <a:pt x="6488" y="3598"/>
                  </a:lnTo>
                  <a:lnTo>
                    <a:pt x="6519" y="3260"/>
                  </a:lnTo>
                  <a:lnTo>
                    <a:pt x="6488" y="2921"/>
                  </a:lnTo>
                  <a:lnTo>
                    <a:pt x="6457" y="2583"/>
                  </a:lnTo>
                  <a:lnTo>
                    <a:pt x="6365" y="2276"/>
                  </a:lnTo>
                  <a:lnTo>
                    <a:pt x="6273" y="1999"/>
                  </a:lnTo>
                  <a:lnTo>
                    <a:pt x="6119" y="1691"/>
                  </a:lnTo>
                  <a:lnTo>
                    <a:pt x="5965" y="1446"/>
                  </a:lnTo>
                  <a:lnTo>
                    <a:pt x="5781" y="1169"/>
                  </a:lnTo>
                  <a:lnTo>
                    <a:pt x="5566" y="954"/>
                  </a:lnTo>
                  <a:lnTo>
                    <a:pt x="5320" y="738"/>
                  </a:lnTo>
                  <a:lnTo>
                    <a:pt x="5074" y="554"/>
                  </a:lnTo>
                  <a:lnTo>
                    <a:pt x="4828" y="400"/>
                  </a:lnTo>
                  <a:lnTo>
                    <a:pt x="4520" y="246"/>
                  </a:lnTo>
                  <a:lnTo>
                    <a:pt x="4244" y="154"/>
                  </a:lnTo>
                  <a:lnTo>
                    <a:pt x="3905" y="62"/>
                  </a:lnTo>
                  <a:lnTo>
                    <a:pt x="3598" y="31"/>
                  </a:lnTo>
                  <a:lnTo>
                    <a:pt x="3260"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9"/>
            <p:cNvSpPr/>
            <p:nvPr/>
          </p:nvSpPr>
          <p:spPr>
            <a:xfrm>
              <a:off x="3261250" y="4717286"/>
              <a:ext cx="219168" cy="283715"/>
            </a:xfrm>
            <a:custGeom>
              <a:rect b="b" l="l" r="r" t="t"/>
              <a:pathLst>
                <a:path extrusionOk="0" h="6489" w="5013">
                  <a:moveTo>
                    <a:pt x="3260" y="0"/>
                  </a:moveTo>
                  <a:lnTo>
                    <a:pt x="2921" y="31"/>
                  </a:lnTo>
                  <a:lnTo>
                    <a:pt x="2614" y="62"/>
                  </a:lnTo>
                  <a:lnTo>
                    <a:pt x="2306" y="154"/>
                  </a:lnTo>
                  <a:lnTo>
                    <a:pt x="1999" y="246"/>
                  </a:lnTo>
                  <a:lnTo>
                    <a:pt x="1722" y="400"/>
                  </a:lnTo>
                  <a:lnTo>
                    <a:pt x="1445" y="554"/>
                  </a:lnTo>
                  <a:lnTo>
                    <a:pt x="1199" y="738"/>
                  </a:lnTo>
                  <a:lnTo>
                    <a:pt x="953" y="954"/>
                  </a:lnTo>
                  <a:lnTo>
                    <a:pt x="769" y="1169"/>
                  </a:lnTo>
                  <a:lnTo>
                    <a:pt x="584" y="1446"/>
                  </a:lnTo>
                  <a:lnTo>
                    <a:pt x="400" y="1691"/>
                  </a:lnTo>
                  <a:lnTo>
                    <a:pt x="277" y="1999"/>
                  </a:lnTo>
                  <a:lnTo>
                    <a:pt x="154" y="2276"/>
                  </a:lnTo>
                  <a:lnTo>
                    <a:pt x="93" y="2583"/>
                  </a:lnTo>
                  <a:lnTo>
                    <a:pt x="31" y="2921"/>
                  </a:lnTo>
                  <a:lnTo>
                    <a:pt x="0" y="3260"/>
                  </a:lnTo>
                  <a:lnTo>
                    <a:pt x="31" y="3598"/>
                  </a:lnTo>
                  <a:lnTo>
                    <a:pt x="93" y="3905"/>
                  </a:lnTo>
                  <a:lnTo>
                    <a:pt x="154" y="4213"/>
                  </a:lnTo>
                  <a:lnTo>
                    <a:pt x="277" y="4520"/>
                  </a:lnTo>
                  <a:lnTo>
                    <a:pt x="400" y="4797"/>
                  </a:lnTo>
                  <a:lnTo>
                    <a:pt x="584" y="5074"/>
                  </a:lnTo>
                  <a:lnTo>
                    <a:pt x="769" y="5320"/>
                  </a:lnTo>
                  <a:lnTo>
                    <a:pt x="953" y="5535"/>
                  </a:lnTo>
                  <a:lnTo>
                    <a:pt x="1199" y="5750"/>
                  </a:lnTo>
                  <a:lnTo>
                    <a:pt x="1445" y="5935"/>
                  </a:lnTo>
                  <a:lnTo>
                    <a:pt x="1722" y="6119"/>
                  </a:lnTo>
                  <a:lnTo>
                    <a:pt x="1999" y="6242"/>
                  </a:lnTo>
                  <a:lnTo>
                    <a:pt x="2306" y="6365"/>
                  </a:lnTo>
                  <a:lnTo>
                    <a:pt x="2614" y="6427"/>
                  </a:lnTo>
                  <a:lnTo>
                    <a:pt x="2921" y="6488"/>
                  </a:lnTo>
                  <a:lnTo>
                    <a:pt x="3260" y="6488"/>
                  </a:lnTo>
                  <a:lnTo>
                    <a:pt x="3752" y="6457"/>
                  </a:lnTo>
                  <a:lnTo>
                    <a:pt x="4182" y="6365"/>
                  </a:lnTo>
                  <a:lnTo>
                    <a:pt x="4612" y="6212"/>
                  </a:lnTo>
                  <a:lnTo>
                    <a:pt x="5012" y="5996"/>
                  </a:lnTo>
                  <a:lnTo>
                    <a:pt x="4705" y="5750"/>
                  </a:lnTo>
                  <a:lnTo>
                    <a:pt x="4397" y="5474"/>
                  </a:lnTo>
                  <a:lnTo>
                    <a:pt x="4151" y="5166"/>
                  </a:lnTo>
                  <a:lnTo>
                    <a:pt x="3936" y="4828"/>
                  </a:lnTo>
                  <a:lnTo>
                    <a:pt x="3752" y="4459"/>
                  </a:lnTo>
                  <a:lnTo>
                    <a:pt x="3629" y="4090"/>
                  </a:lnTo>
                  <a:lnTo>
                    <a:pt x="3536" y="3659"/>
                  </a:lnTo>
                  <a:lnTo>
                    <a:pt x="3506" y="3260"/>
                  </a:lnTo>
                  <a:lnTo>
                    <a:pt x="3536" y="2829"/>
                  </a:lnTo>
                  <a:lnTo>
                    <a:pt x="3629" y="2429"/>
                  </a:lnTo>
                  <a:lnTo>
                    <a:pt x="3752" y="2030"/>
                  </a:lnTo>
                  <a:lnTo>
                    <a:pt x="3936" y="1661"/>
                  </a:lnTo>
                  <a:lnTo>
                    <a:pt x="4151" y="1323"/>
                  </a:lnTo>
                  <a:lnTo>
                    <a:pt x="4397" y="1015"/>
                  </a:lnTo>
                  <a:lnTo>
                    <a:pt x="4705" y="738"/>
                  </a:lnTo>
                  <a:lnTo>
                    <a:pt x="5012" y="523"/>
                  </a:lnTo>
                  <a:lnTo>
                    <a:pt x="4612" y="308"/>
                  </a:lnTo>
                  <a:lnTo>
                    <a:pt x="4182" y="123"/>
                  </a:lnTo>
                  <a:lnTo>
                    <a:pt x="3752" y="31"/>
                  </a:lnTo>
                  <a:lnTo>
                    <a:pt x="3260"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9"/>
            <p:cNvSpPr/>
            <p:nvPr/>
          </p:nvSpPr>
          <p:spPr>
            <a:xfrm>
              <a:off x="1226012" y="3276179"/>
              <a:ext cx="947762" cy="947816"/>
            </a:xfrm>
            <a:custGeom>
              <a:rect b="b" l="l" r="r" t="t"/>
              <a:pathLst>
                <a:path extrusionOk="0" h="21678" w="21678">
                  <a:moveTo>
                    <a:pt x="10855" y="0"/>
                  </a:moveTo>
                  <a:lnTo>
                    <a:pt x="10301" y="31"/>
                  </a:lnTo>
                  <a:lnTo>
                    <a:pt x="9748" y="62"/>
                  </a:lnTo>
                  <a:lnTo>
                    <a:pt x="9194" y="123"/>
                  </a:lnTo>
                  <a:lnTo>
                    <a:pt x="8671" y="215"/>
                  </a:lnTo>
                  <a:lnTo>
                    <a:pt x="8149" y="338"/>
                  </a:lnTo>
                  <a:lnTo>
                    <a:pt x="7626" y="492"/>
                  </a:lnTo>
                  <a:lnTo>
                    <a:pt x="7103" y="646"/>
                  </a:lnTo>
                  <a:lnTo>
                    <a:pt x="6611" y="861"/>
                  </a:lnTo>
                  <a:lnTo>
                    <a:pt x="6150" y="1076"/>
                  </a:lnTo>
                  <a:lnTo>
                    <a:pt x="5689" y="1322"/>
                  </a:lnTo>
                  <a:lnTo>
                    <a:pt x="5228" y="1568"/>
                  </a:lnTo>
                  <a:lnTo>
                    <a:pt x="4797" y="1845"/>
                  </a:lnTo>
                  <a:lnTo>
                    <a:pt x="4367" y="2152"/>
                  </a:lnTo>
                  <a:lnTo>
                    <a:pt x="3936" y="2491"/>
                  </a:lnTo>
                  <a:lnTo>
                    <a:pt x="3567" y="2829"/>
                  </a:lnTo>
                  <a:lnTo>
                    <a:pt x="3168" y="3167"/>
                  </a:lnTo>
                  <a:lnTo>
                    <a:pt x="2829" y="3567"/>
                  </a:lnTo>
                  <a:lnTo>
                    <a:pt x="2491" y="3936"/>
                  </a:lnTo>
                  <a:lnTo>
                    <a:pt x="2153" y="4366"/>
                  </a:lnTo>
                  <a:lnTo>
                    <a:pt x="1845" y="4766"/>
                  </a:lnTo>
                  <a:lnTo>
                    <a:pt x="1569" y="5227"/>
                  </a:lnTo>
                  <a:lnTo>
                    <a:pt x="1323" y="5689"/>
                  </a:lnTo>
                  <a:lnTo>
                    <a:pt x="1077" y="6150"/>
                  </a:lnTo>
                  <a:lnTo>
                    <a:pt x="861" y="6611"/>
                  </a:lnTo>
                  <a:lnTo>
                    <a:pt x="677" y="7103"/>
                  </a:lnTo>
                  <a:lnTo>
                    <a:pt x="492" y="7626"/>
                  </a:lnTo>
                  <a:lnTo>
                    <a:pt x="339" y="8118"/>
                  </a:lnTo>
                  <a:lnTo>
                    <a:pt x="216" y="8640"/>
                  </a:lnTo>
                  <a:lnTo>
                    <a:pt x="123" y="9194"/>
                  </a:lnTo>
                  <a:lnTo>
                    <a:pt x="62" y="9717"/>
                  </a:lnTo>
                  <a:lnTo>
                    <a:pt x="31" y="10270"/>
                  </a:lnTo>
                  <a:lnTo>
                    <a:pt x="0" y="10854"/>
                  </a:lnTo>
                  <a:lnTo>
                    <a:pt x="31" y="11408"/>
                  </a:lnTo>
                  <a:lnTo>
                    <a:pt x="62" y="11961"/>
                  </a:lnTo>
                  <a:lnTo>
                    <a:pt x="123" y="12484"/>
                  </a:lnTo>
                  <a:lnTo>
                    <a:pt x="216" y="13037"/>
                  </a:lnTo>
                  <a:lnTo>
                    <a:pt x="339" y="13560"/>
                  </a:lnTo>
                  <a:lnTo>
                    <a:pt x="492" y="14052"/>
                  </a:lnTo>
                  <a:lnTo>
                    <a:pt x="677" y="14575"/>
                  </a:lnTo>
                  <a:lnTo>
                    <a:pt x="861" y="15067"/>
                  </a:lnTo>
                  <a:lnTo>
                    <a:pt x="1077" y="15528"/>
                  </a:lnTo>
                  <a:lnTo>
                    <a:pt x="1323" y="15989"/>
                  </a:lnTo>
                  <a:lnTo>
                    <a:pt x="1569" y="16450"/>
                  </a:lnTo>
                  <a:lnTo>
                    <a:pt x="1845" y="16912"/>
                  </a:lnTo>
                  <a:lnTo>
                    <a:pt x="2153" y="17311"/>
                  </a:lnTo>
                  <a:lnTo>
                    <a:pt x="2491" y="17742"/>
                  </a:lnTo>
                  <a:lnTo>
                    <a:pt x="2829" y="18111"/>
                  </a:lnTo>
                  <a:lnTo>
                    <a:pt x="3168" y="18511"/>
                  </a:lnTo>
                  <a:lnTo>
                    <a:pt x="3567" y="18849"/>
                  </a:lnTo>
                  <a:lnTo>
                    <a:pt x="3936" y="19187"/>
                  </a:lnTo>
                  <a:lnTo>
                    <a:pt x="4367" y="19525"/>
                  </a:lnTo>
                  <a:lnTo>
                    <a:pt x="4797" y="19833"/>
                  </a:lnTo>
                  <a:lnTo>
                    <a:pt x="5228" y="20110"/>
                  </a:lnTo>
                  <a:lnTo>
                    <a:pt x="5689" y="20356"/>
                  </a:lnTo>
                  <a:lnTo>
                    <a:pt x="6150" y="20602"/>
                  </a:lnTo>
                  <a:lnTo>
                    <a:pt x="6611" y="20817"/>
                  </a:lnTo>
                  <a:lnTo>
                    <a:pt x="7103" y="21032"/>
                  </a:lnTo>
                  <a:lnTo>
                    <a:pt x="7626" y="21186"/>
                  </a:lnTo>
                  <a:lnTo>
                    <a:pt x="8149" y="21339"/>
                  </a:lnTo>
                  <a:lnTo>
                    <a:pt x="8671" y="21462"/>
                  </a:lnTo>
                  <a:lnTo>
                    <a:pt x="9194" y="21555"/>
                  </a:lnTo>
                  <a:lnTo>
                    <a:pt x="9748" y="21616"/>
                  </a:lnTo>
                  <a:lnTo>
                    <a:pt x="10301" y="21647"/>
                  </a:lnTo>
                  <a:lnTo>
                    <a:pt x="10855" y="21678"/>
                  </a:lnTo>
                  <a:lnTo>
                    <a:pt x="11408" y="21647"/>
                  </a:lnTo>
                  <a:lnTo>
                    <a:pt x="11961" y="21616"/>
                  </a:lnTo>
                  <a:lnTo>
                    <a:pt x="12484" y="21555"/>
                  </a:lnTo>
                  <a:lnTo>
                    <a:pt x="13038" y="21462"/>
                  </a:lnTo>
                  <a:lnTo>
                    <a:pt x="13560" y="21339"/>
                  </a:lnTo>
                  <a:lnTo>
                    <a:pt x="14052" y="21186"/>
                  </a:lnTo>
                  <a:lnTo>
                    <a:pt x="14575" y="21032"/>
                  </a:lnTo>
                  <a:lnTo>
                    <a:pt x="15067" y="20817"/>
                  </a:lnTo>
                  <a:lnTo>
                    <a:pt x="15528" y="20602"/>
                  </a:lnTo>
                  <a:lnTo>
                    <a:pt x="16020" y="20356"/>
                  </a:lnTo>
                  <a:lnTo>
                    <a:pt x="16451" y="20110"/>
                  </a:lnTo>
                  <a:lnTo>
                    <a:pt x="16912" y="19833"/>
                  </a:lnTo>
                  <a:lnTo>
                    <a:pt x="17342" y="19525"/>
                  </a:lnTo>
                  <a:lnTo>
                    <a:pt x="17742" y="19187"/>
                  </a:lnTo>
                  <a:lnTo>
                    <a:pt x="18142" y="18849"/>
                  </a:lnTo>
                  <a:lnTo>
                    <a:pt x="18511" y="18511"/>
                  </a:lnTo>
                  <a:lnTo>
                    <a:pt x="18880" y="18111"/>
                  </a:lnTo>
                  <a:lnTo>
                    <a:pt x="19218" y="17742"/>
                  </a:lnTo>
                  <a:lnTo>
                    <a:pt x="19526" y="17311"/>
                  </a:lnTo>
                  <a:lnTo>
                    <a:pt x="19833" y="16912"/>
                  </a:lnTo>
                  <a:lnTo>
                    <a:pt x="20110" y="16450"/>
                  </a:lnTo>
                  <a:lnTo>
                    <a:pt x="20387" y="15989"/>
                  </a:lnTo>
                  <a:lnTo>
                    <a:pt x="20602" y="15528"/>
                  </a:lnTo>
                  <a:lnTo>
                    <a:pt x="20817" y="15067"/>
                  </a:lnTo>
                  <a:lnTo>
                    <a:pt x="21032" y="14575"/>
                  </a:lnTo>
                  <a:lnTo>
                    <a:pt x="21186" y="14052"/>
                  </a:lnTo>
                  <a:lnTo>
                    <a:pt x="21340" y="13560"/>
                  </a:lnTo>
                  <a:lnTo>
                    <a:pt x="21463" y="13037"/>
                  </a:lnTo>
                  <a:lnTo>
                    <a:pt x="21555" y="12484"/>
                  </a:lnTo>
                  <a:lnTo>
                    <a:pt x="21616" y="11961"/>
                  </a:lnTo>
                  <a:lnTo>
                    <a:pt x="21678" y="11408"/>
                  </a:lnTo>
                  <a:lnTo>
                    <a:pt x="21678" y="10854"/>
                  </a:lnTo>
                  <a:lnTo>
                    <a:pt x="21678" y="10270"/>
                  </a:lnTo>
                  <a:lnTo>
                    <a:pt x="21616" y="9717"/>
                  </a:lnTo>
                  <a:lnTo>
                    <a:pt x="21555" y="9194"/>
                  </a:lnTo>
                  <a:lnTo>
                    <a:pt x="21463" y="8640"/>
                  </a:lnTo>
                  <a:lnTo>
                    <a:pt x="21340" y="8118"/>
                  </a:lnTo>
                  <a:lnTo>
                    <a:pt x="21186" y="7626"/>
                  </a:lnTo>
                  <a:lnTo>
                    <a:pt x="21032" y="7103"/>
                  </a:lnTo>
                  <a:lnTo>
                    <a:pt x="20817" y="6611"/>
                  </a:lnTo>
                  <a:lnTo>
                    <a:pt x="20602" y="6150"/>
                  </a:lnTo>
                  <a:lnTo>
                    <a:pt x="20387" y="5689"/>
                  </a:lnTo>
                  <a:lnTo>
                    <a:pt x="20110" y="5227"/>
                  </a:lnTo>
                  <a:lnTo>
                    <a:pt x="19833" y="4766"/>
                  </a:lnTo>
                  <a:lnTo>
                    <a:pt x="19526" y="4366"/>
                  </a:lnTo>
                  <a:lnTo>
                    <a:pt x="19218" y="3936"/>
                  </a:lnTo>
                  <a:lnTo>
                    <a:pt x="18880" y="3567"/>
                  </a:lnTo>
                  <a:lnTo>
                    <a:pt x="18511" y="3167"/>
                  </a:lnTo>
                  <a:lnTo>
                    <a:pt x="18142" y="2829"/>
                  </a:lnTo>
                  <a:lnTo>
                    <a:pt x="17742" y="2491"/>
                  </a:lnTo>
                  <a:lnTo>
                    <a:pt x="17342" y="2152"/>
                  </a:lnTo>
                  <a:lnTo>
                    <a:pt x="16912" y="1845"/>
                  </a:lnTo>
                  <a:lnTo>
                    <a:pt x="16451" y="1568"/>
                  </a:lnTo>
                  <a:lnTo>
                    <a:pt x="16020" y="1322"/>
                  </a:lnTo>
                  <a:lnTo>
                    <a:pt x="15528" y="1076"/>
                  </a:lnTo>
                  <a:lnTo>
                    <a:pt x="15067" y="861"/>
                  </a:lnTo>
                  <a:lnTo>
                    <a:pt x="14575" y="646"/>
                  </a:lnTo>
                  <a:lnTo>
                    <a:pt x="14052" y="492"/>
                  </a:lnTo>
                  <a:lnTo>
                    <a:pt x="13560" y="338"/>
                  </a:lnTo>
                  <a:lnTo>
                    <a:pt x="13038" y="215"/>
                  </a:lnTo>
                  <a:lnTo>
                    <a:pt x="12484" y="123"/>
                  </a:lnTo>
                  <a:lnTo>
                    <a:pt x="11961" y="62"/>
                  </a:lnTo>
                  <a:lnTo>
                    <a:pt x="11408" y="31"/>
                  </a:lnTo>
                  <a:lnTo>
                    <a:pt x="1085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9"/>
            <p:cNvSpPr/>
            <p:nvPr/>
          </p:nvSpPr>
          <p:spPr>
            <a:xfrm>
              <a:off x="1658871" y="3899936"/>
              <a:ext cx="83374" cy="324027"/>
            </a:xfrm>
            <a:custGeom>
              <a:rect b="b" l="l" r="r" t="t"/>
              <a:pathLst>
                <a:path extrusionOk="0" h="7411" w="1907">
                  <a:moveTo>
                    <a:pt x="954" y="0"/>
                  </a:moveTo>
                  <a:lnTo>
                    <a:pt x="738" y="31"/>
                  </a:lnTo>
                  <a:lnTo>
                    <a:pt x="585" y="93"/>
                  </a:lnTo>
                  <a:lnTo>
                    <a:pt x="400" y="154"/>
                  </a:lnTo>
                  <a:lnTo>
                    <a:pt x="277" y="277"/>
                  </a:lnTo>
                  <a:lnTo>
                    <a:pt x="154" y="431"/>
                  </a:lnTo>
                  <a:lnTo>
                    <a:pt x="62" y="585"/>
                  </a:lnTo>
                  <a:lnTo>
                    <a:pt x="0" y="769"/>
                  </a:lnTo>
                  <a:lnTo>
                    <a:pt x="0" y="954"/>
                  </a:lnTo>
                  <a:lnTo>
                    <a:pt x="0" y="7380"/>
                  </a:lnTo>
                  <a:lnTo>
                    <a:pt x="462" y="7411"/>
                  </a:lnTo>
                  <a:lnTo>
                    <a:pt x="1415" y="7411"/>
                  </a:lnTo>
                  <a:lnTo>
                    <a:pt x="1907" y="7380"/>
                  </a:lnTo>
                  <a:lnTo>
                    <a:pt x="1907" y="954"/>
                  </a:lnTo>
                  <a:lnTo>
                    <a:pt x="1876" y="769"/>
                  </a:lnTo>
                  <a:lnTo>
                    <a:pt x="1815" y="585"/>
                  </a:lnTo>
                  <a:lnTo>
                    <a:pt x="1722" y="431"/>
                  </a:lnTo>
                  <a:lnTo>
                    <a:pt x="1630" y="277"/>
                  </a:lnTo>
                  <a:lnTo>
                    <a:pt x="1476" y="154"/>
                  </a:lnTo>
                  <a:lnTo>
                    <a:pt x="1323" y="93"/>
                  </a:lnTo>
                  <a:lnTo>
                    <a:pt x="1138"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9"/>
            <p:cNvSpPr/>
            <p:nvPr/>
          </p:nvSpPr>
          <p:spPr>
            <a:xfrm>
              <a:off x="1767730" y="3484550"/>
              <a:ext cx="83418" cy="242004"/>
            </a:xfrm>
            <a:custGeom>
              <a:rect b="b" l="l" r="r" t="t"/>
              <a:pathLst>
                <a:path extrusionOk="0" h="5535" w="1908">
                  <a:moveTo>
                    <a:pt x="954" y="0"/>
                  </a:moveTo>
                  <a:lnTo>
                    <a:pt x="770" y="31"/>
                  </a:lnTo>
                  <a:lnTo>
                    <a:pt x="585" y="92"/>
                  </a:lnTo>
                  <a:lnTo>
                    <a:pt x="431" y="185"/>
                  </a:lnTo>
                  <a:lnTo>
                    <a:pt x="278" y="277"/>
                  </a:lnTo>
                  <a:lnTo>
                    <a:pt x="155" y="431"/>
                  </a:lnTo>
                  <a:lnTo>
                    <a:pt x="62" y="584"/>
                  </a:lnTo>
                  <a:lnTo>
                    <a:pt x="32" y="769"/>
                  </a:lnTo>
                  <a:lnTo>
                    <a:pt x="1" y="953"/>
                  </a:lnTo>
                  <a:lnTo>
                    <a:pt x="1" y="4582"/>
                  </a:lnTo>
                  <a:lnTo>
                    <a:pt x="32" y="4766"/>
                  </a:lnTo>
                  <a:lnTo>
                    <a:pt x="62" y="4951"/>
                  </a:lnTo>
                  <a:lnTo>
                    <a:pt x="155" y="5104"/>
                  </a:lnTo>
                  <a:lnTo>
                    <a:pt x="278" y="5258"/>
                  </a:lnTo>
                  <a:lnTo>
                    <a:pt x="431" y="5381"/>
                  </a:lnTo>
                  <a:lnTo>
                    <a:pt x="585" y="5473"/>
                  </a:lnTo>
                  <a:lnTo>
                    <a:pt x="770" y="5504"/>
                  </a:lnTo>
                  <a:lnTo>
                    <a:pt x="954" y="5535"/>
                  </a:lnTo>
                  <a:lnTo>
                    <a:pt x="1139" y="5504"/>
                  </a:lnTo>
                  <a:lnTo>
                    <a:pt x="1323" y="5473"/>
                  </a:lnTo>
                  <a:lnTo>
                    <a:pt x="1477" y="5381"/>
                  </a:lnTo>
                  <a:lnTo>
                    <a:pt x="1631" y="5258"/>
                  </a:lnTo>
                  <a:lnTo>
                    <a:pt x="1723" y="5104"/>
                  </a:lnTo>
                  <a:lnTo>
                    <a:pt x="1815" y="4951"/>
                  </a:lnTo>
                  <a:lnTo>
                    <a:pt x="1877" y="4766"/>
                  </a:lnTo>
                  <a:lnTo>
                    <a:pt x="1907" y="4582"/>
                  </a:lnTo>
                  <a:lnTo>
                    <a:pt x="1907" y="953"/>
                  </a:lnTo>
                  <a:lnTo>
                    <a:pt x="1877" y="769"/>
                  </a:lnTo>
                  <a:lnTo>
                    <a:pt x="1815" y="584"/>
                  </a:lnTo>
                  <a:lnTo>
                    <a:pt x="1723" y="431"/>
                  </a:lnTo>
                  <a:lnTo>
                    <a:pt x="1631" y="277"/>
                  </a:lnTo>
                  <a:lnTo>
                    <a:pt x="1477" y="185"/>
                  </a:lnTo>
                  <a:lnTo>
                    <a:pt x="1323" y="92"/>
                  </a:lnTo>
                  <a:lnTo>
                    <a:pt x="1139"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9"/>
            <p:cNvSpPr/>
            <p:nvPr/>
          </p:nvSpPr>
          <p:spPr>
            <a:xfrm>
              <a:off x="1549967" y="3484550"/>
              <a:ext cx="82062" cy="242004"/>
            </a:xfrm>
            <a:custGeom>
              <a:rect b="b" l="l" r="r" t="t"/>
              <a:pathLst>
                <a:path extrusionOk="0" h="5535" w="1877">
                  <a:moveTo>
                    <a:pt x="954" y="0"/>
                  </a:moveTo>
                  <a:lnTo>
                    <a:pt x="739" y="31"/>
                  </a:lnTo>
                  <a:lnTo>
                    <a:pt x="554" y="92"/>
                  </a:lnTo>
                  <a:lnTo>
                    <a:pt x="400" y="185"/>
                  </a:lnTo>
                  <a:lnTo>
                    <a:pt x="277" y="277"/>
                  </a:lnTo>
                  <a:lnTo>
                    <a:pt x="154" y="431"/>
                  </a:lnTo>
                  <a:lnTo>
                    <a:pt x="62" y="584"/>
                  </a:lnTo>
                  <a:lnTo>
                    <a:pt x="1" y="769"/>
                  </a:lnTo>
                  <a:lnTo>
                    <a:pt x="1" y="953"/>
                  </a:lnTo>
                  <a:lnTo>
                    <a:pt x="1" y="4582"/>
                  </a:lnTo>
                  <a:lnTo>
                    <a:pt x="1" y="4766"/>
                  </a:lnTo>
                  <a:lnTo>
                    <a:pt x="62" y="4951"/>
                  </a:lnTo>
                  <a:lnTo>
                    <a:pt x="154" y="5104"/>
                  </a:lnTo>
                  <a:lnTo>
                    <a:pt x="277" y="5258"/>
                  </a:lnTo>
                  <a:lnTo>
                    <a:pt x="400" y="5381"/>
                  </a:lnTo>
                  <a:lnTo>
                    <a:pt x="554" y="5473"/>
                  </a:lnTo>
                  <a:lnTo>
                    <a:pt x="739" y="5504"/>
                  </a:lnTo>
                  <a:lnTo>
                    <a:pt x="954" y="5535"/>
                  </a:lnTo>
                  <a:lnTo>
                    <a:pt x="1138" y="5504"/>
                  </a:lnTo>
                  <a:lnTo>
                    <a:pt x="1323" y="5473"/>
                  </a:lnTo>
                  <a:lnTo>
                    <a:pt x="1477" y="5381"/>
                  </a:lnTo>
                  <a:lnTo>
                    <a:pt x="1600" y="5258"/>
                  </a:lnTo>
                  <a:lnTo>
                    <a:pt x="1723" y="5104"/>
                  </a:lnTo>
                  <a:lnTo>
                    <a:pt x="1815" y="4951"/>
                  </a:lnTo>
                  <a:lnTo>
                    <a:pt x="1876" y="4766"/>
                  </a:lnTo>
                  <a:lnTo>
                    <a:pt x="1876" y="4582"/>
                  </a:lnTo>
                  <a:lnTo>
                    <a:pt x="1876" y="953"/>
                  </a:lnTo>
                  <a:lnTo>
                    <a:pt x="1876" y="769"/>
                  </a:lnTo>
                  <a:lnTo>
                    <a:pt x="1815" y="584"/>
                  </a:lnTo>
                  <a:lnTo>
                    <a:pt x="1723" y="431"/>
                  </a:lnTo>
                  <a:lnTo>
                    <a:pt x="1600" y="277"/>
                  </a:lnTo>
                  <a:lnTo>
                    <a:pt x="1477" y="185"/>
                  </a:lnTo>
                  <a:lnTo>
                    <a:pt x="1323" y="92"/>
                  </a:lnTo>
                  <a:lnTo>
                    <a:pt x="1138"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9"/>
            <p:cNvSpPr/>
            <p:nvPr/>
          </p:nvSpPr>
          <p:spPr>
            <a:xfrm>
              <a:off x="1506948" y="3672722"/>
              <a:ext cx="385873" cy="320005"/>
            </a:xfrm>
            <a:custGeom>
              <a:rect b="b" l="l" r="r" t="t"/>
              <a:pathLst>
                <a:path extrusionOk="0" h="7319" w="8826">
                  <a:moveTo>
                    <a:pt x="1138" y="1"/>
                  </a:moveTo>
                  <a:lnTo>
                    <a:pt x="893" y="32"/>
                  </a:lnTo>
                  <a:lnTo>
                    <a:pt x="708" y="93"/>
                  </a:lnTo>
                  <a:lnTo>
                    <a:pt x="493" y="185"/>
                  </a:lnTo>
                  <a:lnTo>
                    <a:pt x="339" y="339"/>
                  </a:lnTo>
                  <a:lnTo>
                    <a:pt x="185" y="493"/>
                  </a:lnTo>
                  <a:lnTo>
                    <a:pt x="93" y="677"/>
                  </a:lnTo>
                  <a:lnTo>
                    <a:pt x="32" y="893"/>
                  </a:lnTo>
                  <a:lnTo>
                    <a:pt x="1" y="1139"/>
                  </a:lnTo>
                  <a:lnTo>
                    <a:pt x="1" y="3814"/>
                  </a:lnTo>
                  <a:lnTo>
                    <a:pt x="32" y="4183"/>
                  </a:lnTo>
                  <a:lnTo>
                    <a:pt x="62" y="4521"/>
                  </a:lnTo>
                  <a:lnTo>
                    <a:pt x="155" y="4859"/>
                  </a:lnTo>
                  <a:lnTo>
                    <a:pt x="278" y="5197"/>
                  </a:lnTo>
                  <a:lnTo>
                    <a:pt x="431" y="5505"/>
                  </a:lnTo>
                  <a:lnTo>
                    <a:pt x="616" y="5782"/>
                  </a:lnTo>
                  <a:lnTo>
                    <a:pt x="800" y="6058"/>
                  </a:lnTo>
                  <a:lnTo>
                    <a:pt x="1046" y="6304"/>
                  </a:lnTo>
                  <a:lnTo>
                    <a:pt x="1292" y="6520"/>
                  </a:lnTo>
                  <a:lnTo>
                    <a:pt x="1569" y="6735"/>
                  </a:lnTo>
                  <a:lnTo>
                    <a:pt x="1846" y="6919"/>
                  </a:lnTo>
                  <a:lnTo>
                    <a:pt x="2153" y="7042"/>
                  </a:lnTo>
                  <a:lnTo>
                    <a:pt x="2461" y="7165"/>
                  </a:lnTo>
                  <a:lnTo>
                    <a:pt x="2799" y="7257"/>
                  </a:lnTo>
                  <a:lnTo>
                    <a:pt x="3168" y="7319"/>
                  </a:lnTo>
                  <a:lnTo>
                    <a:pt x="5689" y="7319"/>
                  </a:lnTo>
                  <a:lnTo>
                    <a:pt x="6027" y="7257"/>
                  </a:lnTo>
                  <a:lnTo>
                    <a:pt x="6366" y="7165"/>
                  </a:lnTo>
                  <a:lnTo>
                    <a:pt x="6673" y="7042"/>
                  </a:lnTo>
                  <a:lnTo>
                    <a:pt x="6981" y="6919"/>
                  </a:lnTo>
                  <a:lnTo>
                    <a:pt x="7288" y="6735"/>
                  </a:lnTo>
                  <a:lnTo>
                    <a:pt x="7565" y="6520"/>
                  </a:lnTo>
                  <a:lnTo>
                    <a:pt x="7811" y="6304"/>
                  </a:lnTo>
                  <a:lnTo>
                    <a:pt x="8026" y="6058"/>
                  </a:lnTo>
                  <a:lnTo>
                    <a:pt x="8241" y="5782"/>
                  </a:lnTo>
                  <a:lnTo>
                    <a:pt x="8395" y="5505"/>
                  </a:lnTo>
                  <a:lnTo>
                    <a:pt x="8549" y="5197"/>
                  </a:lnTo>
                  <a:lnTo>
                    <a:pt x="8672" y="4859"/>
                  </a:lnTo>
                  <a:lnTo>
                    <a:pt x="8764" y="4521"/>
                  </a:lnTo>
                  <a:lnTo>
                    <a:pt x="8826" y="4183"/>
                  </a:lnTo>
                  <a:lnTo>
                    <a:pt x="8826" y="3814"/>
                  </a:lnTo>
                  <a:lnTo>
                    <a:pt x="8826" y="1139"/>
                  </a:lnTo>
                  <a:lnTo>
                    <a:pt x="8826" y="893"/>
                  </a:lnTo>
                  <a:lnTo>
                    <a:pt x="8733" y="677"/>
                  </a:lnTo>
                  <a:lnTo>
                    <a:pt x="8641" y="493"/>
                  </a:lnTo>
                  <a:lnTo>
                    <a:pt x="8487" y="339"/>
                  </a:lnTo>
                  <a:lnTo>
                    <a:pt x="8334" y="185"/>
                  </a:lnTo>
                  <a:lnTo>
                    <a:pt x="8149" y="93"/>
                  </a:lnTo>
                  <a:lnTo>
                    <a:pt x="7934" y="32"/>
                  </a:lnTo>
                  <a:lnTo>
                    <a:pt x="7719" y="1"/>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9"/>
            <p:cNvSpPr/>
            <p:nvPr/>
          </p:nvSpPr>
          <p:spPr>
            <a:xfrm>
              <a:off x="1506948" y="3672722"/>
              <a:ext cx="259522" cy="320005"/>
            </a:xfrm>
            <a:custGeom>
              <a:rect b="b" l="l" r="r" t="t"/>
              <a:pathLst>
                <a:path extrusionOk="0" h="7319" w="5936">
                  <a:moveTo>
                    <a:pt x="1138" y="1"/>
                  </a:moveTo>
                  <a:lnTo>
                    <a:pt x="893" y="32"/>
                  </a:lnTo>
                  <a:lnTo>
                    <a:pt x="708" y="93"/>
                  </a:lnTo>
                  <a:lnTo>
                    <a:pt x="493" y="185"/>
                  </a:lnTo>
                  <a:lnTo>
                    <a:pt x="339" y="339"/>
                  </a:lnTo>
                  <a:lnTo>
                    <a:pt x="185" y="493"/>
                  </a:lnTo>
                  <a:lnTo>
                    <a:pt x="93" y="677"/>
                  </a:lnTo>
                  <a:lnTo>
                    <a:pt x="32" y="893"/>
                  </a:lnTo>
                  <a:lnTo>
                    <a:pt x="1" y="1139"/>
                  </a:lnTo>
                  <a:lnTo>
                    <a:pt x="1" y="3814"/>
                  </a:lnTo>
                  <a:lnTo>
                    <a:pt x="32" y="4183"/>
                  </a:lnTo>
                  <a:lnTo>
                    <a:pt x="62" y="4521"/>
                  </a:lnTo>
                  <a:lnTo>
                    <a:pt x="155" y="4859"/>
                  </a:lnTo>
                  <a:lnTo>
                    <a:pt x="278" y="5197"/>
                  </a:lnTo>
                  <a:lnTo>
                    <a:pt x="431" y="5505"/>
                  </a:lnTo>
                  <a:lnTo>
                    <a:pt x="616" y="5782"/>
                  </a:lnTo>
                  <a:lnTo>
                    <a:pt x="800" y="6058"/>
                  </a:lnTo>
                  <a:lnTo>
                    <a:pt x="1046" y="6304"/>
                  </a:lnTo>
                  <a:lnTo>
                    <a:pt x="1292" y="6520"/>
                  </a:lnTo>
                  <a:lnTo>
                    <a:pt x="1569" y="6735"/>
                  </a:lnTo>
                  <a:lnTo>
                    <a:pt x="1846" y="6919"/>
                  </a:lnTo>
                  <a:lnTo>
                    <a:pt x="2153" y="7042"/>
                  </a:lnTo>
                  <a:lnTo>
                    <a:pt x="2461" y="7165"/>
                  </a:lnTo>
                  <a:lnTo>
                    <a:pt x="2799" y="7257"/>
                  </a:lnTo>
                  <a:lnTo>
                    <a:pt x="3168" y="7319"/>
                  </a:lnTo>
                  <a:lnTo>
                    <a:pt x="5628" y="7319"/>
                  </a:lnTo>
                  <a:lnTo>
                    <a:pt x="5935" y="7288"/>
                  </a:lnTo>
                  <a:lnTo>
                    <a:pt x="5628" y="7227"/>
                  </a:lnTo>
                  <a:lnTo>
                    <a:pt x="5320" y="7134"/>
                  </a:lnTo>
                  <a:lnTo>
                    <a:pt x="5044" y="7011"/>
                  </a:lnTo>
                  <a:lnTo>
                    <a:pt x="4767" y="6858"/>
                  </a:lnTo>
                  <a:lnTo>
                    <a:pt x="4521" y="6704"/>
                  </a:lnTo>
                  <a:lnTo>
                    <a:pt x="4275" y="6520"/>
                  </a:lnTo>
                  <a:lnTo>
                    <a:pt x="4060" y="6304"/>
                  </a:lnTo>
                  <a:lnTo>
                    <a:pt x="3844" y="6089"/>
                  </a:lnTo>
                  <a:lnTo>
                    <a:pt x="3660" y="5843"/>
                  </a:lnTo>
                  <a:lnTo>
                    <a:pt x="3506" y="5597"/>
                  </a:lnTo>
                  <a:lnTo>
                    <a:pt x="3352" y="5320"/>
                  </a:lnTo>
                  <a:lnTo>
                    <a:pt x="3229" y="5044"/>
                  </a:lnTo>
                  <a:lnTo>
                    <a:pt x="3137" y="4767"/>
                  </a:lnTo>
                  <a:lnTo>
                    <a:pt x="3076" y="4459"/>
                  </a:lnTo>
                  <a:lnTo>
                    <a:pt x="3045" y="4152"/>
                  </a:lnTo>
                  <a:lnTo>
                    <a:pt x="3014" y="3814"/>
                  </a:lnTo>
                  <a:lnTo>
                    <a:pt x="3014" y="1139"/>
                  </a:lnTo>
                  <a:lnTo>
                    <a:pt x="3045" y="893"/>
                  </a:lnTo>
                  <a:lnTo>
                    <a:pt x="3106" y="677"/>
                  </a:lnTo>
                  <a:lnTo>
                    <a:pt x="3199" y="493"/>
                  </a:lnTo>
                  <a:lnTo>
                    <a:pt x="3352" y="339"/>
                  </a:lnTo>
                  <a:lnTo>
                    <a:pt x="3506" y="185"/>
                  </a:lnTo>
                  <a:lnTo>
                    <a:pt x="3721" y="93"/>
                  </a:lnTo>
                  <a:lnTo>
                    <a:pt x="3906" y="32"/>
                  </a:lnTo>
                  <a:lnTo>
                    <a:pt x="4152" y="1"/>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9"/>
            <p:cNvSpPr/>
            <p:nvPr/>
          </p:nvSpPr>
          <p:spPr>
            <a:xfrm>
              <a:off x="1650783" y="3773540"/>
              <a:ext cx="99550" cy="82067"/>
            </a:xfrm>
            <a:custGeom>
              <a:rect b="b" l="l" r="r" t="t"/>
              <a:pathLst>
                <a:path extrusionOk="0" h="1877" w="2277">
                  <a:moveTo>
                    <a:pt x="739" y="1"/>
                  </a:moveTo>
                  <a:lnTo>
                    <a:pt x="585" y="62"/>
                  </a:lnTo>
                  <a:lnTo>
                    <a:pt x="401" y="155"/>
                  </a:lnTo>
                  <a:lnTo>
                    <a:pt x="278" y="278"/>
                  </a:lnTo>
                  <a:lnTo>
                    <a:pt x="155" y="401"/>
                  </a:lnTo>
                  <a:lnTo>
                    <a:pt x="62" y="554"/>
                  </a:lnTo>
                  <a:lnTo>
                    <a:pt x="1" y="739"/>
                  </a:lnTo>
                  <a:lnTo>
                    <a:pt x="1" y="923"/>
                  </a:lnTo>
                  <a:lnTo>
                    <a:pt x="1" y="1139"/>
                  </a:lnTo>
                  <a:lnTo>
                    <a:pt x="62" y="1292"/>
                  </a:lnTo>
                  <a:lnTo>
                    <a:pt x="155" y="1477"/>
                  </a:lnTo>
                  <a:lnTo>
                    <a:pt x="278" y="1600"/>
                  </a:lnTo>
                  <a:lnTo>
                    <a:pt x="401" y="1723"/>
                  </a:lnTo>
                  <a:lnTo>
                    <a:pt x="585" y="1815"/>
                  </a:lnTo>
                  <a:lnTo>
                    <a:pt x="739" y="1877"/>
                  </a:lnTo>
                  <a:lnTo>
                    <a:pt x="1508" y="1877"/>
                  </a:lnTo>
                  <a:lnTo>
                    <a:pt x="1692" y="1815"/>
                  </a:lnTo>
                  <a:lnTo>
                    <a:pt x="1846" y="1723"/>
                  </a:lnTo>
                  <a:lnTo>
                    <a:pt x="2000" y="1600"/>
                  </a:lnTo>
                  <a:lnTo>
                    <a:pt x="2092" y="1477"/>
                  </a:lnTo>
                  <a:lnTo>
                    <a:pt x="2184" y="1292"/>
                  </a:lnTo>
                  <a:lnTo>
                    <a:pt x="2245" y="1139"/>
                  </a:lnTo>
                  <a:lnTo>
                    <a:pt x="2276" y="923"/>
                  </a:lnTo>
                  <a:lnTo>
                    <a:pt x="2245" y="739"/>
                  </a:lnTo>
                  <a:lnTo>
                    <a:pt x="2184" y="554"/>
                  </a:lnTo>
                  <a:lnTo>
                    <a:pt x="2092" y="401"/>
                  </a:lnTo>
                  <a:lnTo>
                    <a:pt x="2000" y="278"/>
                  </a:lnTo>
                  <a:lnTo>
                    <a:pt x="1846" y="155"/>
                  </a:lnTo>
                  <a:lnTo>
                    <a:pt x="1692" y="62"/>
                  </a:lnTo>
                  <a:lnTo>
                    <a:pt x="1508" y="1"/>
                  </a:lnTo>
                  <a:close/>
                </a:path>
              </a:pathLst>
            </a:custGeom>
            <a:solidFill>
              <a:srgbClr val="7B6C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0"/>
          <p:cNvSpPr txBox="1"/>
          <p:nvPr>
            <p:ph type="title"/>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800"/>
              <a:buFont typeface="Fira Sans"/>
              <a:buNone/>
            </a:pPr>
            <a:r>
              <a:rPr lang="en-NL"/>
              <a:t>Beyond APIs: Market Intelligence Through Web Scraping</a:t>
            </a:r>
            <a:endParaRPr/>
          </a:p>
        </p:txBody>
      </p:sp>
      <p:cxnSp>
        <p:nvCxnSpPr>
          <p:cNvPr id="823" name="Google Shape;823;p10"/>
          <p:cNvCxnSpPr/>
          <p:nvPr/>
        </p:nvCxnSpPr>
        <p:spPr>
          <a:xfrm rot="10800000">
            <a:off x="253283" y="945712"/>
            <a:ext cx="8787685" cy="0"/>
          </a:xfrm>
          <a:prstGeom prst="straightConnector1">
            <a:avLst/>
          </a:prstGeom>
          <a:noFill/>
          <a:ln cap="flat" cmpd="sng" w="19050">
            <a:solidFill>
              <a:srgbClr val="C00000"/>
            </a:solidFill>
            <a:prstDash val="solid"/>
            <a:round/>
            <a:headEnd len="sm" w="sm" type="none"/>
            <a:tailEnd len="sm" w="sm" type="none"/>
          </a:ln>
        </p:spPr>
      </p:cxnSp>
      <p:pic>
        <p:nvPicPr>
          <p:cNvPr id="824" name="Google Shape;824;p10"/>
          <p:cNvPicPr preferRelativeResize="0"/>
          <p:nvPr/>
        </p:nvPicPr>
        <p:blipFill rotWithShape="1">
          <a:blip r:embed="rId3">
            <a:alphaModFix/>
          </a:blip>
          <a:srcRect b="0" l="0" r="0" t="0"/>
          <a:stretch/>
        </p:blipFill>
        <p:spPr>
          <a:xfrm>
            <a:off x="1704575" y="2064295"/>
            <a:ext cx="4812025" cy="2669575"/>
          </a:xfrm>
          <a:prstGeom prst="rect">
            <a:avLst/>
          </a:prstGeom>
          <a:noFill/>
          <a:ln>
            <a:noFill/>
          </a:ln>
        </p:spPr>
      </p:pic>
      <p:grpSp>
        <p:nvGrpSpPr>
          <p:cNvPr id="825" name="Google Shape;825;p10"/>
          <p:cNvGrpSpPr/>
          <p:nvPr/>
        </p:nvGrpSpPr>
        <p:grpSpPr>
          <a:xfrm>
            <a:off x="798489" y="1052420"/>
            <a:ext cx="7048145" cy="962940"/>
            <a:chOff x="798489" y="1052420"/>
            <a:chExt cx="7048145" cy="962940"/>
          </a:xfrm>
        </p:grpSpPr>
        <p:pic>
          <p:nvPicPr>
            <p:cNvPr id="826" name="Google Shape;826;p10"/>
            <p:cNvPicPr preferRelativeResize="0"/>
            <p:nvPr/>
          </p:nvPicPr>
          <p:blipFill rotWithShape="1">
            <a:blip r:embed="rId4">
              <a:alphaModFix/>
            </a:blip>
            <a:srcRect b="73923" l="-830" r="1" t="0"/>
            <a:stretch/>
          </p:blipFill>
          <p:spPr>
            <a:xfrm>
              <a:off x="832833" y="1052420"/>
              <a:ext cx="7013801" cy="905168"/>
            </a:xfrm>
            <a:prstGeom prst="round2DiagRect">
              <a:avLst>
                <a:gd fmla="val 16667" name="adj1"/>
                <a:gd fmla="val 0" name="adj2"/>
              </a:avLst>
            </a:prstGeom>
            <a:noFill/>
            <a:ln>
              <a:noFill/>
            </a:ln>
          </p:spPr>
        </p:pic>
        <p:sp>
          <p:nvSpPr>
            <p:cNvPr id="827" name="Google Shape;827;p10"/>
            <p:cNvSpPr/>
            <p:nvPr/>
          </p:nvSpPr>
          <p:spPr>
            <a:xfrm>
              <a:off x="798489" y="1794023"/>
              <a:ext cx="4001036" cy="221337"/>
            </a:xfrm>
            <a:prstGeom prst="round2DiagRect">
              <a:avLst>
                <a:gd fmla="val 16667" name="adj1"/>
                <a:gd fmla="val 0" name="adj2"/>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NL" sz="700" u="none" cap="none" strike="noStrike">
                  <a:solidFill>
                    <a:srgbClr val="428D23"/>
                  </a:solidFill>
                  <a:latin typeface="Roboto"/>
                  <a:ea typeface="Roboto"/>
                  <a:cs typeface="Roboto"/>
                  <a:sym typeface="Roboto"/>
                </a:rPr>
                <a:t>*Source:   Global Banking &amp; Finance Review</a:t>
              </a:r>
              <a:endParaRPr/>
            </a:p>
          </p:txBody>
        </p:sp>
      </p:grpSp>
      <p:grpSp>
        <p:nvGrpSpPr>
          <p:cNvPr id="828" name="Google Shape;828;p10"/>
          <p:cNvGrpSpPr/>
          <p:nvPr/>
        </p:nvGrpSpPr>
        <p:grpSpPr>
          <a:xfrm>
            <a:off x="508715" y="1009839"/>
            <a:ext cx="8165206" cy="3829318"/>
            <a:chOff x="605307" y="1030310"/>
            <a:chExt cx="8165206" cy="3829318"/>
          </a:xfrm>
        </p:grpSpPr>
        <p:sp>
          <p:nvSpPr>
            <p:cNvPr id="829" name="Google Shape;829;p10"/>
            <p:cNvSpPr/>
            <p:nvPr/>
          </p:nvSpPr>
          <p:spPr>
            <a:xfrm>
              <a:off x="605307" y="1030310"/>
              <a:ext cx="8165206" cy="3829318"/>
            </a:xfrm>
            <a:prstGeom prst="rect">
              <a:avLst/>
            </a:prstGeom>
            <a:solidFill>
              <a:srgbClr val="C5F8FE"/>
            </a:solidFill>
            <a:ln cap="flat" cmpd="sng" w="25400">
              <a:solidFill>
                <a:srgbClr val="01545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830" name="Google Shape;830;p10"/>
            <p:cNvPicPr preferRelativeResize="0"/>
            <p:nvPr/>
          </p:nvPicPr>
          <p:blipFill rotWithShape="1">
            <a:blip r:embed="rId5">
              <a:alphaModFix/>
            </a:blip>
            <a:srcRect b="0" l="0" r="0" t="0"/>
            <a:stretch/>
          </p:blipFill>
          <p:spPr>
            <a:xfrm>
              <a:off x="739707" y="1257258"/>
              <a:ext cx="7947093" cy="3211710"/>
            </a:xfrm>
            <a:prstGeom prst="rect">
              <a:avLst/>
            </a:prstGeom>
            <a:noFill/>
            <a:ln>
              <a:noFill/>
            </a:ln>
          </p:spPr>
        </p:pic>
      </p:grpSp>
      <p:grpSp>
        <p:nvGrpSpPr>
          <p:cNvPr id="831" name="Google Shape;831;p10"/>
          <p:cNvGrpSpPr/>
          <p:nvPr/>
        </p:nvGrpSpPr>
        <p:grpSpPr>
          <a:xfrm>
            <a:off x="378851" y="1005774"/>
            <a:ext cx="8536548" cy="4023820"/>
            <a:chOff x="362754" y="994648"/>
            <a:chExt cx="8536548" cy="4023820"/>
          </a:xfrm>
        </p:grpSpPr>
        <p:grpSp>
          <p:nvGrpSpPr>
            <p:cNvPr id="832" name="Google Shape;832;p10"/>
            <p:cNvGrpSpPr/>
            <p:nvPr/>
          </p:nvGrpSpPr>
          <p:grpSpPr>
            <a:xfrm>
              <a:off x="362754" y="994648"/>
              <a:ext cx="8536548" cy="4023820"/>
              <a:chOff x="300507" y="1111876"/>
              <a:chExt cx="8568743" cy="3620149"/>
            </a:xfrm>
          </p:grpSpPr>
          <p:sp>
            <p:nvSpPr>
              <p:cNvPr id="833" name="Google Shape;833;p10"/>
              <p:cNvSpPr/>
              <p:nvPr/>
            </p:nvSpPr>
            <p:spPr>
              <a:xfrm>
                <a:off x="300507" y="1111876"/>
                <a:ext cx="8568743" cy="3620149"/>
              </a:xfrm>
              <a:prstGeom prst="rect">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100" u="none" cap="none" strike="noStrike">
                  <a:solidFill>
                    <a:schemeClr val="dk1"/>
                  </a:solidFill>
                  <a:latin typeface="Roboto"/>
                  <a:ea typeface="Roboto"/>
                  <a:cs typeface="Roboto"/>
                  <a:sym typeface="Roboto"/>
                </a:endParaRPr>
              </a:p>
            </p:txBody>
          </p:sp>
          <p:sp>
            <p:nvSpPr>
              <p:cNvPr id="834" name="Google Shape;834;p10"/>
              <p:cNvSpPr txBox="1"/>
              <p:nvPr/>
            </p:nvSpPr>
            <p:spPr>
              <a:xfrm>
                <a:off x="772359" y="3292650"/>
                <a:ext cx="371738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NL" sz="1200" u="sng" cap="none" strike="noStrike">
                    <a:solidFill>
                      <a:srgbClr val="00B0F0"/>
                    </a:solidFill>
                    <a:latin typeface="Roboto"/>
                    <a:ea typeface="Roboto"/>
                    <a:cs typeface="Roboto"/>
                    <a:sym typeface="Roboto"/>
                  </a:rPr>
                  <a:t>Why This Matters to EcoCharge:</a:t>
                </a:r>
                <a:endParaRPr/>
              </a:p>
              <a:p>
                <a:pPr indent="0" lvl="0" marL="0" marR="0" rtl="0" algn="l">
                  <a:lnSpc>
                    <a:spcPct val="100000"/>
                  </a:lnSpc>
                  <a:spcBef>
                    <a:spcPts val="0"/>
                  </a:spcBef>
                  <a:spcAft>
                    <a:spcPts val="0"/>
                  </a:spcAft>
                  <a:buNone/>
                </a:pPr>
                <a:r>
                  <a:t/>
                </a:r>
                <a:endParaRPr b="1" i="0" sz="1000" u="none" cap="none" strike="noStrike">
                  <a:solidFill>
                    <a:srgbClr val="00B0F0"/>
                  </a:solidFill>
                  <a:latin typeface="Roboto"/>
                  <a:ea typeface="Roboto"/>
                  <a:cs typeface="Roboto"/>
                  <a:sym typeface="Roboto"/>
                </a:endParaRPr>
              </a:p>
              <a:p>
                <a:pPr indent="-171450" lvl="0" marL="171450" marR="0" rtl="0" algn="l">
                  <a:lnSpc>
                    <a:spcPct val="100000"/>
                  </a:lnSpc>
                  <a:spcBef>
                    <a:spcPts val="0"/>
                  </a:spcBef>
                  <a:spcAft>
                    <a:spcPts val="0"/>
                  </a:spcAft>
                  <a:buClr>
                    <a:srgbClr val="00B0F0"/>
                  </a:buClr>
                  <a:buSzPts val="1000"/>
                  <a:buFont typeface="Arial"/>
                  <a:buChar char="•"/>
                </a:pPr>
                <a:r>
                  <a:rPr b="0" i="0" lang="en-NL" sz="1000" u="none" cap="none" strike="noStrike">
                    <a:solidFill>
                      <a:srgbClr val="00B0F0"/>
                    </a:solidFill>
                    <a:latin typeface="Roboto"/>
                    <a:ea typeface="Roboto"/>
                    <a:cs typeface="Roboto"/>
                    <a:sym typeface="Roboto"/>
                  </a:rPr>
                  <a:t>Strong government support reduces investment uncertainty</a:t>
                </a:r>
                <a:endParaRPr/>
              </a:p>
              <a:p>
                <a:pPr indent="-171450" lvl="0" marL="171450" marR="0" rtl="0" algn="l">
                  <a:lnSpc>
                    <a:spcPct val="100000"/>
                  </a:lnSpc>
                  <a:spcBef>
                    <a:spcPts val="0"/>
                  </a:spcBef>
                  <a:spcAft>
                    <a:spcPts val="0"/>
                  </a:spcAft>
                  <a:buClr>
                    <a:srgbClr val="00B0F0"/>
                  </a:buClr>
                  <a:buSzPts val="1000"/>
                  <a:buFont typeface="Arial"/>
                  <a:buChar char="•"/>
                </a:pPr>
                <a:r>
                  <a:rPr b="0" i="0" lang="en-NL" sz="1000" u="none" cap="none" strike="noStrike">
                    <a:solidFill>
                      <a:srgbClr val="00B0F0"/>
                    </a:solidFill>
                    <a:latin typeface="Roboto"/>
                    <a:ea typeface="Roboto"/>
                    <a:cs typeface="Roboto"/>
                    <a:sym typeface="Roboto"/>
                  </a:rPr>
                  <a:t>Increasing EV ownership will create higher demand for charging infrastructure</a:t>
                </a:r>
                <a:endParaRPr/>
              </a:p>
              <a:p>
                <a:pPr indent="-171450" lvl="0" marL="171450" marR="0" rtl="0" algn="l">
                  <a:lnSpc>
                    <a:spcPct val="100000"/>
                  </a:lnSpc>
                  <a:spcBef>
                    <a:spcPts val="0"/>
                  </a:spcBef>
                  <a:spcAft>
                    <a:spcPts val="0"/>
                  </a:spcAft>
                  <a:buClr>
                    <a:srgbClr val="00B0F0"/>
                  </a:buClr>
                  <a:buSzPts val="1000"/>
                  <a:buFont typeface="Arial"/>
                  <a:buChar char="•"/>
                </a:pPr>
                <a:r>
                  <a:rPr b="0" i="0" lang="en-NL" sz="1000" u="none" cap="none" strike="noStrike">
                    <a:solidFill>
                      <a:srgbClr val="00B0F0"/>
                    </a:solidFill>
                    <a:latin typeface="Roboto"/>
                    <a:ea typeface="Roboto"/>
                    <a:cs typeface="Roboto"/>
                    <a:sym typeface="Roboto"/>
                  </a:rPr>
                  <a:t>Public funding and market growth make Spain an attractive market for network expansion</a:t>
                </a:r>
                <a:endParaRPr/>
              </a:p>
            </p:txBody>
          </p:sp>
          <p:sp>
            <p:nvSpPr>
              <p:cNvPr id="835" name="Google Shape;835;p10"/>
              <p:cNvSpPr txBox="1"/>
              <p:nvPr/>
            </p:nvSpPr>
            <p:spPr>
              <a:xfrm>
                <a:off x="772359" y="1252139"/>
                <a:ext cx="3614048" cy="19774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NL" sz="1200" u="sng" cap="none" strike="noStrike">
                    <a:solidFill>
                      <a:srgbClr val="CB6501"/>
                    </a:solidFill>
                    <a:latin typeface="Roboto"/>
                    <a:ea typeface="Roboto"/>
                    <a:cs typeface="Roboto"/>
                    <a:sym typeface="Roboto"/>
                  </a:rPr>
                  <a:t>Key Takeaways</a:t>
                </a:r>
                <a:r>
                  <a:rPr b="1" i="1" lang="en-NL" sz="1200" u="sng" cap="none" strike="noStrike">
                    <a:solidFill>
                      <a:schemeClr val="accent6"/>
                    </a:solidFill>
                    <a:latin typeface="Roboto"/>
                    <a:ea typeface="Roboto"/>
                    <a:cs typeface="Roboto"/>
                    <a:sym typeface="Roboto"/>
                  </a:rPr>
                  <a:t>:</a:t>
                </a:r>
                <a:endParaRPr/>
              </a:p>
              <a:p>
                <a:pPr indent="0" lvl="0" marL="0" marR="0" rtl="0" algn="l">
                  <a:lnSpc>
                    <a:spcPct val="100000"/>
                  </a:lnSpc>
                  <a:spcBef>
                    <a:spcPts val="0"/>
                  </a:spcBef>
                  <a:spcAft>
                    <a:spcPts val="0"/>
                  </a:spcAft>
                  <a:buNone/>
                </a:pPr>
                <a:r>
                  <a:t/>
                </a:r>
                <a:endParaRPr b="1" i="1" sz="1050" u="sng" cap="none" strike="noStrike">
                  <a:solidFill>
                    <a:srgbClr val="CB6501"/>
                  </a:solidFill>
                  <a:latin typeface="Roboto"/>
                  <a:ea typeface="Roboto"/>
                  <a:cs typeface="Roboto"/>
                  <a:sym typeface="Roboto"/>
                </a:endParaRPr>
              </a:p>
              <a:p>
                <a:pPr indent="-171450" lvl="0" marL="171450" marR="0" rtl="0" algn="l">
                  <a:lnSpc>
                    <a:spcPct val="100000"/>
                  </a:lnSpc>
                  <a:spcBef>
                    <a:spcPts val="0"/>
                  </a:spcBef>
                  <a:spcAft>
                    <a:spcPts val="0"/>
                  </a:spcAft>
                  <a:buClr>
                    <a:srgbClr val="CB6501"/>
                  </a:buClr>
                  <a:buSzPts val="1000"/>
                  <a:buFont typeface="Arial"/>
                  <a:buChar char="•"/>
                </a:pPr>
                <a:r>
                  <a:rPr b="0" i="0" lang="en-NL" sz="1000" u="none" cap="none" strike="noStrike">
                    <a:solidFill>
                      <a:srgbClr val="CB6501"/>
                    </a:solidFill>
                    <a:latin typeface="Roboto"/>
                    <a:ea typeface="Roboto"/>
                    <a:cs typeface="Roboto"/>
                    <a:sym typeface="Roboto"/>
                  </a:rPr>
                  <a:t>Spain announced a </a:t>
                </a:r>
                <a:r>
                  <a:rPr b="1" i="0" lang="en-NL" sz="1000" u="none" cap="none" strike="noStrike">
                    <a:solidFill>
                      <a:srgbClr val="CB6501"/>
                    </a:solidFill>
                    <a:latin typeface="Roboto"/>
                    <a:ea typeface="Roboto"/>
                    <a:cs typeface="Roboto"/>
                    <a:sym typeface="Roboto"/>
                  </a:rPr>
                  <a:t>$1.5 billion investment</a:t>
                </a:r>
                <a:r>
                  <a:rPr b="0" i="0" lang="en-NL" sz="1000" u="none" cap="none" strike="noStrike">
                    <a:solidFill>
                      <a:srgbClr val="CB6501"/>
                    </a:solidFill>
                    <a:latin typeface="Roboto"/>
                    <a:ea typeface="Roboto"/>
                    <a:cs typeface="Roboto"/>
                    <a:sym typeface="Roboto"/>
                  </a:rPr>
                  <a:t> to accelerate the EV market</a:t>
                </a:r>
                <a:endParaRPr/>
              </a:p>
              <a:p>
                <a:pPr indent="-171450" lvl="0" marL="171450" marR="0" rtl="0" algn="l">
                  <a:lnSpc>
                    <a:spcPct val="100000"/>
                  </a:lnSpc>
                  <a:spcBef>
                    <a:spcPts val="0"/>
                  </a:spcBef>
                  <a:spcAft>
                    <a:spcPts val="0"/>
                  </a:spcAft>
                  <a:buClr>
                    <a:srgbClr val="CB6501"/>
                  </a:buClr>
                  <a:buSzPts val="1000"/>
                  <a:buFont typeface="Arial"/>
                  <a:buChar char="•"/>
                </a:pPr>
                <a:r>
                  <a:rPr b="0" i="0" lang="en-NL" sz="1000" u="none" cap="none" strike="noStrike">
                    <a:solidFill>
                      <a:srgbClr val="CB6501"/>
                    </a:solidFill>
                    <a:latin typeface="Roboto"/>
                    <a:ea typeface="Roboto"/>
                    <a:cs typeface="Roboto"/>
                    <a:sym typeface="Roboto"/>
                  </a:rPr>
                  <a:t>The package includes funding for </a:t>
                </a:r>
                <a:r>
                  <a:rPr b="1" i="0" lang="en-NL" sz="1000" u="none" cap="none" strike="noStrike">
                    <a:solidFill>
                      <a:srgbClr val="CB6501"/>
                    </a:solidFill>
                    <a:latin typeface="Roboto"/>
                    <a:ea typeface="Roboto"/>
                    <a:cs typeface="Roboto"/>
                    <a:sym typeface="Roboto"/>
                  </a:rPr>
                  <a:t>EV charging infrastructure</a:t>
                </a:r>
                <a:endParaRPr b="0" i="0" sz="1000" u="none" cap="none" strike="noStrike">
                  <a:solidFill>
                    <a:srgbClr val="CB6501"/>
                  </a:solidFill>
                  <a:latin typeface="Roboto"/>
                  <a:ea typeface="Roboto"/>
                  <a:cs typeface="Roboto"/>
                  <a:sym typeface="Roboto"/>
                </a:endParaRPr>
              </a:p>
              <a:p>
                <a:pPr indent="-171450" lvl="0" marL="171450" marR="0" rtl="0" algn="l">
                  <a:lnSpc>
                    <a:spcPct val="100000"/>
                  </a:lnSpc>
                  <a:spcBef>
                    <a:spcPts val="0"/>
                  </a:spcBef>
                  <a:spcAft>
                    <a:spcPts val="0"/>
                  </a:spcAft>
                  <a:buClr>
                    <a:srgbClr val="CB6501"/>
                  </a:buClr>
                  <a:buSzPts val="1000"/>
                  <a:buFont typeface="Arial"/>
                  <a:buChar char="•"/>
                </a:pPr>
                <a:r>
                  <a:rPr b="0" i="0" lang="en-NL" sz="1000" u="none" cap="none" strike="noStrike">
                    <a:solidFill>
                      <a:srgbClr val="CB6501"/>
                    </a:solidFill>
                    <a:latin typeface="Roboto"/>
                    <a:ea typeface="Roboto"/>
                    <a:cs typeface="Roboto"/>
                    <a:sym typeface="Roboto"/>
                  </a:rPr>
                  <a:t>Government incentives are expected to increase EV adoption</a:t>
                </a:r>
                <a:endParaRPr/>
              </a:p>
              <a:p>
                <a:pPr indent="-171450" lvl="0" marL="171450" marR="0" rtl="0" algn="l">
                  <a:lnSpc>
                    <a:spcPct val="100000"/>
                  </a:lnSpc>
                  <a:spcBef>
                    <a:spcPts val="0"/>
                  </a:spcBef>
                  <a:spcAft>
                    <a:spcPts val="0"/>
                  </a:spcAft>
                  <a:buClr>
                    <a:srgbClr val="CB6501"/>
                  </a:buClr>
                  <a:buSzPts val="1000"/>
                  <a:buFont typeface="Arial"/>
                  <a:buChar char="•"/>
                </a:pPr>
                <a:r>
                  <a:rPr b="0" i="0" lang="en-NL" sz="1000" u="none" cap="none" strike="noStrike">
                    <a:solidFill>
                      <a:srgbClr val="CB6501"/>
                    </a:solidFill>
                    <a:latin typeface="Roboto"/>
                    <a:ea typeface="Roboto"/>
                    <a:cs typeface="Roboto"/>
                    <a:sym typeface="Roboto"/>
                  </a:rPr>
                  <a:t>Spain aims to keep its position as a leading European automotive hub</a:t>
                </a:r>
                <a:endParaRPr/>
              </a:p>
              <a:p>
                <a:pPr indent="-171450" lvl="0" marL="171450" marR="0" rtl="0" algn="l">
                  <a:lnSpc>
                    <a:spcPct val="100000"/>
                  </a:lnSpc>
                  <a:spcBef>
                    <a:spcPts val="0"/>
                  </a:spcBef>
                  <a:spcAft>
                    <a:spcPts val="0"/>
                  </a:spcAft>
                  <a:buClr>
                    <a:srgbClr val="CB6501"/>
                  </a:buClr>
                  <a:buSzPts val="1000"/>
                  <a:buFont typeface="Arial"/>
                  <a:buChar char="•"/>
                </a:pPr>
                <a:r>
                  <a:rPr b="0" i="0" lang="en-NL" sz="1000" u="none" cap="none" strike="noStrike">
                    <a:solidFill>
                      <a:srgbClr val="CB6501"/>
                    </a:solidFill>
                    <a:latin typeface="Roboto"/>
                    <a:ea typeface="Roboto"/>
                    <a:cs typeface="Roboto"/>
                    <a:sym typeface="Roboto"/>
                  </a:rPr>
                  <a:t>These initiatives are likely to drive long-term demand for public charging networks</a:t>
                </a:r>
                <a:endParaRPr/>
              </a:p>
            </p:txBody>
          </p:sp>
        </p:grpSp>
        <p:grpSp>
          <p:nvGrpSpPr>
            <p:cNvPr id="836" name="Google Shape;836;p10"/>
            <p:cNvGrpSpPr/>
            <p:nvPr/>
          </p:nvGrpSpPr>
          <p:grpSpPr>
            <a:xfrm>
              <a:off x="6001498" y="1257258"/>
              <a:ext cx="1888941" cy="3421100"/>
              <a:chOff x="3637775" y="1310975"/>
              <a:chExt cx="1888941" cy="3421100"/>
            </a:xfrm>
          </p:grpSpPr>
          <p:sp>
            <p:nvSpPr>
              <p:cNvPr id="837" name="Google Shape;837;p10"/>
              <p:cNvSpPr/>
              <p:nvPr/>
            </p:nvSpPr>
            <p:spPr>
              <a:xfrm>
                <a:off x="4216042" y="3740285"/>
                <a:ext cx="754062" cy="267624"/>
              </a:xfrm>
              <a:custGeom>
                <a:rect b="b" l="l" r="r" t="t"/>
                <a:pathLst>
                  <a:path extrusionOk="0" h="3043" w="8574">
                    <a:moveTo>
                      <a:pt x="3872" y="1"/>
                    </a:moveTo>
                    <a:lnTo>
                      <a:pt x="2489" y="31"/>
                    </a:lnTo>
                    <a:lnTo>
                      <a:pt x="1199" y="93"/>
                    </a:lnTo>
                    <a:lnTo>
                      <a:pt x="93" y="185"/>
                    </a:lnTo>
                    <a:lnTo>
                      <a:pt x="31" y="584"/>
                    </a:lnTo>
                    <a:lnTo>
                      <a:pt x="1" y="1260"/>
                    </a:lnTo>
                    <a:lnTo>
                      <a:pt x="1" y="2059"/>
                    </a:lnTo>
                    <a:lnTo>
                      <a:pt x="31" y="2459"/>
                    </a:lnTo>
                    <a:lnTo>
                      <a:pt x="62" y="2858"/>
                    </a:lnTo>
                    <a:lnTo>
                      <a:pt x="8174" y="3042"/>
                    </a:lnTo>
                    <a:lnTo>
                      <a:pt x="8297" y="3042"/>
                    </a:lnTo>
                    <a:lnTo>
                      <a:pt x="8419" y="3012"/>
                    </a:lnTo>
                    <a:lnTo>
                      <a:pt x="8481" y="2950"/>
                    </a:lnTo>
                    <a:lnTo>
                      <a:pt x="8542" y="2858"/>
                    </a:lnTo>
                    <a:lnTo>
                      <a:pt x="8573" y="2797"/>
                    </a:lnTo>
                    <a:lnTo>
                      <a:pt x="8573" y="2704"/>
                    </a:lnTo>
                    <a:lnTo>
                      <a:pt x="8512" y="2612"/>
                    </a:lnTo>
                    <a:lnTo>
                      <a:pt x="8450" y="2520"/>
                    </a:lnTo>
                    <a:lnTo>
                      <a:pt x="5716" y="246"/>
                    </a:lnTo>
                    <a:lnTo>
                      <a:pt x="5685" y="216"/>
                    </a:lnTo>
                    <a:lnTo>
                      <a:pt x="5470" y="93"/>
                    </a:lnTo>
                    <a:lnTo>
                      <a:pt x="5347" y="62"/>
                    </a:lnTo>
                    <a:lnTo>
                      <a:pt x="5224" y="62"/>
                    </a:lnTo>
                    <a:lnTo>
                      <a:pt x="387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10"/>
              <p:cNvSpPr/>
              <p:nvPr/>
            </p:nvSpPr>
            <p:spPr>
              <a:xfrm>
                <a:off x="4024224" y="3759194"/>
                <a:ext cx="183810" cy="229807"/>
              </a:xfrm>
              <a:custGeom>
                <a:rect b="b" l="l" r="r" t="t"/>
                <a:pathLst>
                  <a:path extrusionOk="0" h="2613" w="2090">
                    <a:moveTo>
                      <a:pt x="2089" y="1"/>
                    </a:moveTo>
                    <a:lnTo>
                      <a:pt x="1321" y="93"/>
                    </a:lnTo>
                    <a:lnTo>
                      <a:pt x="1106" y="185"/>
                    </a:lnTo>
                    <a:lnTo>
                      <a:pt x="891" y="308"/>
                    </a:lnTo>
                    <a:lnTo>
                      <a:pt x="737" y="492"/>
                    </a:lnTo>
                    <a:lnTo>
                      <a:pt x="615" y="707"/>
                    </a:lnTo>
                    <a:lnTo>
                      <a:pt x="31" y="2059"/>
                    </a:lnTo>
                    <a:lnTo>
                      <a:pt x="0" y="2151"/>
                    </a:lnTo>
                    <a:lnTo>
                      <a:pt x="0" y="2244"/>
                    </a:lnTo>
                    <a:lnTo>
                      <a:pt x="31" y="2336"/>
                    </a:lnTo>
                    <a:lnTo>
                      <a:pt x="61" y="2428"/>
                    </a:lnTo>
                    <a:lnTo>
                      <a:pt x="123" y="2489"/>
                    </a:lnTo>
                    <a:lnTo>
                      <a:pt x="184" y="2520"/>
                    </a:lnTo>
                    <a:lnTo>
                      <a:pt x="277" y="2582"/>
                    </a:lnTo>
                    <a:lnTo>
                      <a:pt x="369" y="2582"/>
                    </a:lnTo>
                    <a:lnTo>
                      <a:pt x="2089" y="2612"/>
                    </a:lnTo>
                    <a:lnTo>
                      <a:pt x="2028" y="2244"/>
                    </a:lnTo>
                    <a:lnTo>
                      <a:pt x="1997" y="1844"/>
                    </a:lnTo>
                    <a:lnTo>
                      <a:pt x="1997" y="1076"/>
                    </a:lnTo>
                    <a:lnTo>
                      <a:pt x="2059" y="431"/>
                    </a:lnTo>
                    <a:lnTo>
                      <a:pt x="208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0"/>
              <p:cNvSpPr/>
              <p:nvPr/>
            </p:nvSpPr>
            <p:spPr>
              <a:xfrm>
                <a:off x="5051032" y="4394269"/>
                <a:ext cx="340621" cy="337806"/>
              </a:xfrm>
              <a:custGeom>
                <a:rect b="b" l="l" r="r" t="t"/>
                <a:pathLst>
                  <a:path extrusionOk="0" h="3841" w="3873">
                    <a:moveTo>
                      <a:pt x="1937" y="707"/>
                    </a:moveTo>
                    <a:lnTo>
                      <a:pt x="2182" y="738"/>
                    </a:lnTo>
                    <a:lnTo>
                      <a:pt x="2397" y="830"/>
                    </a:lnTo>
                    <a:lnTo>
                      <a:pt x="2613" y="922"/>
                    </a:lnTo>
                    <a:lnTo>
                      <a:pt x="2766" y="1076"/>
                    </a:lnTo>
                    <a:lnTo>
                      <a:pt x="2920" y="1260"/>
                    </a:lnTo>
                    <a:lnTo>
                      <a:pt x="3043" y="1444"/>
                    </a:lnTo>
                    <a:lnTo>
                      <a:pt x="3104" y="1690"/>
                    </a:lnTo>
                    <a:lnTo>
                      <a:pt x="3135" y="1905"/>
                    </a:lnTo>
                    <a:lnTo>
                      <a:pt x="3104" y="2151"/>
                    </a:lnTo>
                    <a:lnTo>
                      <a:pt x="3043" y="2366"/>
                    </a:lnTo>
                    <a:lnTo>
                      <a:pt x="2951" y="2581"/>
                    </a:lnTo>
                    <a:lnTo>
                      <a:pt x="2797" y="2765"/>
                    </a:lnTo>
                    <a:lnTo>
                      <a:pt x="2735" y="2796"/>
                    </a:lnTo>
                    <a:lnTo>
                      <a:pt x="2735" y="2827"/>
                    </a:lnTo>
                    <a:lnTo>
                      <a:pt x="2674" y="2858"/>
                    </a:lnTo>
                    <a:lnTo>
                      <a:pt x="2582" y="2919"/>
                    </a:lnTo>
                    <a:lnTo>
                      <a:pt x="2520" y="2950"/>
                    </a:lnTo>
                    <a:lnTo>
                      <a:pt x="2520" y="2981"/>
                    </a:lnTo>
                    <a:lnTo>
                      <a:pt x="2459" y="3011"/>
                    </a:lnTo>
                    <a:lnTo>
                      <a:pt x="2367" y="3042"/>
                    </a:lnTo>
                    <a:lnTo>
                      <a:pt x="2275" y="3073"/>
                    </a:lnTo>
                    <a:lnTo>
                      <a:pt x="2213" y="3073"/>
                    </a:lnTo>
                    <a:lnTo>
                      <a:pt x="2182" y="3103"/>
                    </a:lnTo>
                    <a:lnTo>
                      <a:pt x="1691" y="3103"/>
                    </a:lnTo>
                    <a:lnTo>
                      <a:pt x="1506" y="3042"/>
                    </a:lnTo>
                    <a:lnTo>
                      <a:pt x="1322" y="2950"/>
                    </a:lnTo>
                    <a:lnTo>
                      <a:pt x="1261" y="2919"/>
                    </a:lnTo>
                    <a:lnTo>
                      <a:pt x="1046" y="2735"/>
                    </a:lnTo>
                    <a:lnTo>
                      <a:pt x="861" y="2489"/>
                    </a:lnTo>
                    <a:lnTo>
                      <a:pt x="769" y="2212"/>
                    </a:lnTo>
                    <a:lnTo>
                      <a:pt x="738" y="1905"/>
                    </a:lnTo>
                    <a:lnTo>
                      <a:pt x="738" y="1844"/>
                    </a:lnTo>
                    <a:lnTo>
                      <a:pt x="738" y="1782"/>
                    </a:lnTo>
                    <a:lnTo>
                      <a:pt x="738" y="1752"/>
                    </a:lnTo>
                    <a:lnTo>
                      <a:pt x="738" y="1690"/>
                    </a:lnTo>
                    <a:lnTo>
                      <a:pt x="769" y="1690"/>
                    </a:lnTo>
                    <a:lnTo>
                      <a:pt x="769" y="1598"/>
                    </a:lnTo>
                    <a:lnTo>
                      <a:pt x="800" y="1536"/>
                    </a:lnTo>
                    <a:lnTo>
                      <a:pt x="830" y="1475"/>
                    </a:lnTo>
                    <a:lnTo>
                      <a:pt x="892" y="1321"/>
                    </a:lnTo>
                    <a:lnTo>
                      <a:pt x="1015" y="1168"/>
                    </a:lnTo>
                    <a:lnTo>
                      <a:pt x="1138" y="1045"/>
                    </a:lnTo>
                    <a:lnTo>
                      <a:pt x="1261" y="922"/>
                    </a:lnTo>
                    <a:lnTo>
                      <a:pt x="1414" y="830"/>
                    </a:lnTo>
                    <a:lnTo>
                      <a:pt x="1568" y="768"/>
                    </a:lnTo>
                    <a:lnTo>
                      <a:pt x="1752" y="738"/>
                    </a:lnTo>
                    <a:lnTo>
                      <a:pt x="1937" y="707"/>
                    </a:lnTo>
                    <a:close/>
                    <a:moveTo>
                      <a:pt x="1629" y="0"/>
                    </a:moveTo>
                    <a:lnTo>
                      <a:pt x="1353" y="62"/>
                    </a:lnTo>
                    <a:lnTo>
                      <a:pt x="1076" y="185"/>
                    </a:lnTo>
                    <a:lnTo>
                      <a:pt x="830" y="338"/>
                    </a:lnTo>
                    <a:lnTo>
                      <a:pt x="615" y="492"/>
                    </a:lnTo>
                    <a:lnTo>
                      <a:pt x="431" y="707"/>
                    </a:lnTo>
                    <a:lnTo>
                      <a:pt x="277" y="922"/>
                    </a:lnTo>
                    <a:lnTo>
                      <a:pt x="154" y="1198"/>
                    </a:lnTo>
                    <a:lnTo>
                      <a:pt x="124" y="1198"/>
                    </a:lnTo>
                    <a:lnTo>
                      <a:pt x="93" y="1291"/>
                    </a:lnTo>
                    <a:lnTo>
                      <a:pt x="93" y="1321"/>
                    </a:lnTo>
                    <a:lnTo>
                      <a:pt x="62" y="1414"/>
                    </a:lnTo>
                    <a:lnTo>
                      <a:pt x="32" y="1536"/>
                    </a:lnTo>
                    <a:lnTo>
                      <a:pt x="32" y="1567"/>
                    </a:lnTo>
                    <a:lnTo>
                      <a:pt x="32" y="1659"/>
                    </a:lnTo>
                    <a:lnTo>
                      <a:pt x="1" y="1690"/>
                    </a:lnTo>
                    <a:lnTo>
                      <a:pt x="1" y="1782"/>
                    </a:lnTo>
                    <a:lnTo>
                      <a:pt x="1" y="1813"/>
                    </a:lnTo>
                    <a:lnTo>
                      <a:pt x="1" y="1905"/>
                    </a:lnTo>
                    <a:lnTo>
                      <a:pt x="1" y="2151"/>
                    </a:lnTo>
                    <a:lnTo>
                      <a:pt x="62" y="2397"/>
                    </a:lnTo>
                    <a:lnTo>
                      <a:pt x="124" y="2643"/>
                    </a:lnTo>
                    <a:lnTo>
                      <a:pt x="216" y="2827"/>
                    </a:lnTo>
                    <a:lnTo>
                      <a:pt x="339" y="3042"/>
                    </a:lnTo>
                    <a:lnTo>
                      <a:pt x="492" y="3226"/>
                    </a:lnTo>
                    <a:lnTo>
                      <a:pt x="677" y="3380"/>
                    </a:lnTo>
                    <a:lnTo>
                      <a:pt x="861" y="3534"/>
                    </a:lnTo>
                    <a:lnTo>
                      <a:pt x="923" y="3564"/>
                    </a:lnTo>
                    <a:lnTo>
                      <a:pt x="1230" y="3718"/>
                    </a:lnTo>
                    <a:lnTo>
                      <a:pt x="1537" y="3810"/>
                    </a:lnTo>
                    <a:lnTo>
                      <a:pt x="1721" y="3841"/>
                    </a:lnTo>
                    <a:lnTo>
                      <a:pt x="2213" y="3841"/>
                    </a:lnTo>
                    <a:lnTo>
                      <a:pt x="2336" y="3810"/>
                    </a:lnTo>
                    <a:lnTo>
                      <a:pt x="2367" y="3810"/>
                    </a:lnTo>
                    <a:lnTo>
                      <a:pt x="2490" y="3779"/>
                    </a:lnTo>
                    <a:lnTo>
                      <a:pt x="2613" y="3718"/>
                    </a:lnTo>
                    <a:lnTo>
                      <a:pt x="2643" y="3718"/>
                    </a:lnTo>
                    <a:lnTo>
                      <a:pt x="2766" y="3657"/>
                    </a:lnTo>
                    <a:lnTo>
                      <a:pt x="2889" y="3595"/>
                    </a:lnTo>
                    <a:lnTo>
                      <a:pt x="2981" y="3534"/>
                    </a:lnTo>
                    <a:lnTo>
                      <a:pt x="3012" y="3534"/>
                    </a:lnTo>
                    <a:lnTo>
                      <a:pt x="3104" y="3441"/>
                    </a:lnTo>
                    <a:lnTo>
                      <a:pt x="3227" y="3349"/>
                    </a:lnTo>
                    <a:lnTo>
                      <a:pt x="3319" y="3257"/>
                    </a:lnTo>
                    <a:lnTo>
                      <a:pt x="3534" y="2981"/>
                    </a:lnTo>
                    <a:lnTo>
                      <a:pt x="3719" y="2643"/>
                    </a:lnTo>
                    <a:lnTo>
                      <a:pt x="3811" y="2305"/>
                    </a:lnTo>
                    <a:lnTo>
                      <a:pt x="3842" y="2120"/>
                    </a:lnTo>
                    <a:lnTo>
                      <a:pt x="3872" y="1905"/>
                    </a:lnTo>
                    <a:lnTo>
                      <a:pt x="3842" y="1721"/>
                    </a:lnTo>
                    <a:lnTo>
                      <a:pt x="3811" y="1536"/>
                    </a:lnTo>
                    <a:lnTo>
                      <a:pt x="3780" y="1352"/>
                    </a:lnTo>
                    <a:lnTo>
                      <a:pt x="3719" y="1168"/>
                    </a:lnTo>
                    <a:lnTo>
                      <a:pt x="3534" y="830"/>
                    </a:lnTo>
                    <a:lnTo>
                      <a:pt x="3288" y="553"/>
                    </a:lnTo>
                    <a:lnTo>
                      <a:pt x="3012" y="307"/>
                    </a:lnTo>
                    <a:lnTo>
                      <a:pt x="2674" y="123"/>
                    </a:lnTo>
                    <a:lnTo>
                      <a:pt x="2520" y="62"/>
                    </a:lnTo>
                    <a:lnTo>
                      <a:pt x="2305" y="31"/>
                    </a:lnTo>
                    <a:lnTo>
                      <a:pt x="212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10"/>
              <p:cNvSpPr/>
              <p:nvPr/>
            </p:nvSpPr>
            <p:spPr>
              <a:xfrm>
                <a:off x="5151030" y="4494266"/>
                <a:ext cx="137902" cy="137902"/>
              </a:xfrm>
              <a:custGeom>
                <a:rect b="b" l="l" r="r" t="t"/>
                <a:pathLst>
                  <a:path extrusionOk="0" h="1568" w="1568">
                    <a:moveTo>
                      <a:pt x="800" y="0"/>
                    </a:moveTo>
                    <a:lnTo>
                      <a:pt x="554" y="31"/>
                    </a:lnTo>
                    <a:lnTo>
                      <a:pt x="369" y="123"/>
                    </a:lnTo>
                    <a:lnTo>
                      <a:pt x="185" y="277"/>
                    </a:lnTo>
                    <a:lnTo>
                      <a:pt x="62" y="492"/>
                    </a:lnTo>
                    <a:lnTo>
                      <a:pt x="62" y="522"/>
                    </a:lnTo>
                    <a:lnTo>
                      <a:pt x="31" y="584"/>
                    </a:lnTo>
                    <a:lnTo>
                      <a:pt x="31" y="615"/>
                    </a:lnTo>
                    <a:lnTo>
                      <a:pt x="1" y="676"/>
                    </a:lnTo>
                    <a:lnTo>
                      <a:pt x="1" y="707"/>
                    </a:lnTo>
                    <a:lnTo>
                      <a:pt x="1" y="737"/>
                    </a:lnTo>
                    <a:lnTo>
                      <a:pt x="1" y="768"/>
                    </a:lnTo>
                    <a:lnTo>
                      <a:pt x="31" y="983"/>
                    </a:lnTo>
                    <a:lnTo>
                      <a:pt x="93" y="1137"/>
                    </a:lnTo>
                    <a:lnTo>
                      <a:pt x="216" y="1321"/>
                    </a:lnTo>
                    <a:lnTo>
                      <a:pt x="339" y="1444"/>
                    </a:lnTo>
                    <a:lnTo>
                      <a:pt x="400" y="1444"/>
                    </a:lnTo>
                    <a:lnTo>
                      <a:pt x="492" y="1506"/>
                    </a:lnTo>
                    <a:lnTo>
                      <a:pt x="646" y="1567"/>
                    </a:lnTo>
                    <a:lnTo>
                      <a:pt x="922" y="1567"/>
                    </a:lnTo>
                    <a:lnTo>
                      <a:pt x="953" y="1536"/>
                    </a:lnTo>
                    <a:lnTo>
                      <a:pt x="1045" y="1536"/>
                    </a:lnTo>
                    <a:lnTo>
                      <a:pt x="1076" y="1506"/>
                    </a:lnTo>
                    <a:lnTo>
                      <a:pt x="1138" y="1506"/>
                    </a:lnTo>
                    <a:lnTo>
                      <a:pt x="1168" y="1475"/>
                    </a:lnTo>
                    <a:lnTo>
                      <a:pt x="1199" y="1475"/>
                    </a:lnTo>
                    <a:lnTo>
                      <a:pt x="1230" y="1444"/>
                    </a:lnTo>
                    <a:lnTo>
                      <a:pt x="1260" y="1413"/>
                    </a:lnTo>
                    <a:lnTo>
                      <a:pt x="1322" y="1383"/>
                    </a:lnTo>
                    <a:lnTo>
                      <a:pt x="1322" y="1352"/>
                    </a:lnTo>
                    <a:lnTo>
                      <a:pt x="1353" y="1321"/>
                    </a:lnTo>
                    <a:lnTo>
                      <a:pt x="1445" y="1198"/>
                    </a:lnTo>
                    <a:lnTo>
                      <a:pt x="1537" y="1075"/>
                    </a:lnTo>
                    <a:lnTo>
                      <a:pt x="1568" y="922"/>
                    </a:lnTo>
                    <a:lnTo>
                      <a:pt x="1568" y="768"/>
                    </a:lnTo>
                    <a:lnTo>
                      <a:pt x="1568" y="615"/>
                    </a:lnTo>
                    <a:lnTo>
                      <a:pt x="1506" y="492"/>
                    </a:lnTo>
                    <a:lnTo>
                      <a:pt x="1445" y="338"/>
                    </a:lnTo>
                    <a:lnTo>
                      <a:pt x="1353" y="215"/>
                    </a:lnTo>
                    <a:lnTo>
                      <a:pt x="1230" y="123"/>
                    </a:lnTo>
                    <a:lnTo>
                      <a:pt x="1107" y="61"/>
                    </a:lnTo>
                    <a:lnTo>
                      <a:pt x="95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10"/>
              <p:cNvSpPr/>
              <p:nvPr/>
            </p:nvSpPr>
            <p:spPr>
              <a:xfrm>
                <a:off x="3945773" y="4394269"/>
                <a:ext cx="340621" cy="337806"/>
              </a:xfrm>
              <a:custGeom>
                <a:rect b="b" l="l" r="r" t="t"/>
                <a:pathLst>
                  <a:path extrusionOk="0" h="3841" w="3873">
                    <a:moveTo>
                      <a:pt x="1937" y="707"/>
                    </a:moveTo>
                    <a:lnTo>
                      <a:pt x="2183" y="738"/>
                    </a:lnTo>
                    <a:lnTo>
                      <a:pt x="2428" y="830"/>
                    </a:lnTo>
                    <a:lnTo>
                      <a:pt x="2613" y="922"/>
                    </a:lnTo>
                    <a:lnTo>
                      <a:pt x="2797" y="1076"/>
                    </a:lnTo>
                    <a:lnTo>
                      <a:pt x="2951" y="1260"/>
                    </a:lnTo>
                    <a:lnTo>
                      <a:pt x="3043" y="1444"/>
                    </a:lnTo>
                    <a:lnTo>
                      <a:pt x="3135" y="1690"/>
                    </a:lnTo>
                    <a:lnTo>
                      <a:pt x="3135" y="1905"/>
                    </a:lnTo>
                    <a:lnTo>
                      <a:pt x="3135" y="2151"/>
                    </a:lnTo>
                    <a:lnTo>
                      <a:pt x="3074" y="2366"/>
                    </a:lnTo>
                    <a:lnTo>
                      <a:pt x="2951" y="2581"/>
                    </a:lnTo>
                    <a:lnTo>
                      <a:pt x="2797" y="2765"/>
                    </a:lnTo>
                    <a:lnTo>
                      <a:pt x="2736" y="2796"/>
                    </a:lnTo>
                    <a:lnTo>
                      <a:pt x="2736" y="2827"/>
                    </a:lnTo>
                    <a:lnTo>
                      <a:pt x="2674" y="2858"/>
                    </a:lnTo>
                    <a:lnTo>
                      <a:pt x="2613" y="2919"/>
                    </a:lnTo>
                    <a:lnTo>
                      <a:pt x="2551" y="2950"/>
                    </a:lnTo>
                    <a:lnTo>
                      <a:pt x="2521" y="2981"/>
                    </a:lnTo>
                    <a:lnTo>
                      <a:pt x="2459" y="3011"/>
                    </a:lnTo>
                    <a:lnTo>
                      <a:pt x="2398" y="3042"/>
                    </a:lnTo>
                    <a:lnTo>
                      <a:pt x="2367" y="3042"/>
                    </a:lnTo>
                    <a:lnTo>
                      <a:pt x="2305" y="3073"/>
                    </a:lnTo>
                    <a:lnTo>
                      <a:pt x="2213" y="3073"/>
                    </a:lnTo>
                    <a:lnTo>
                      <a:pt x="2213" y="3103"/>
                    </a:lnTo>
                    <a:lnTo>
                      <a:pt x="1722" y="3103"/>
                    </a:lnTo>
                    <a:lnTo>
                      <a:pt x="1507" y="3042"/>
                    </a:lnTo>
                    <a:lnTo>
                      <a:pt x="1322" y="2950"/>
                    </a:lnTo>
                    <a:lnTo>
                      <a:pt x="1291" y="2919"/>
                    </a:lnTo>
                    <a:lnTo>
                      <a:pt x="1046" y="2735"/>
                    </a:lnTo>
                    <a:lnTo>
                      <a:pt x="892" y="2489"/>
                    </a:lnTo>
                    <a:lnTo>
                      <a:pt x="800" y="2212"/>
                    </a:lnTo>
                    <a:lnTo>
                      <a:pt x="738" y="1905"/>
                    </a:lnTo>
                    <a:lnTo>
                      <a:pt x="738" y="1844"/>
                    </a:lnTo>
                    <a:lnTo>
                      <a:pt x="769" y="1782"/>
                    </a:lnTo>
                    <a:lnTo>
                      <a:pt x="769" y="1752"/>
                    </a:lnTo>
                    <a:lnTo>
                      <a:pt x="769" y="1690"/>
                    </a:lnTo>
                    <a:lnTo>
                      <a:pt x="800" y="1598"/>
                    </a:lnTo>
                    <a:lnTo>
                      <a:pt x="800" y="1536"/>
                    </a:lnTo>
                    <a:lnTo>
                      <a:pt x="831" y="1475"/>
                    </a:lnTo>
                    <a:lnTo>
                      <a:pt x="923" y="1321"/>
                    </a:lnTo>
                    <a:lnTo>
                      <a:pt x="1015" y="1168"/>
                    </a:lnTo>
                    <a:lnTo>
                      <a:pt x="1138" y="1045"/>
                    </a:lnTo>
                    <a:lnTo>
                      <a:pt x="1291" y="922"/>
                    </a:lnTo>
                    <a:lnTo>
                      <a:pt x="1445" y="830"/>
                    </a:lnTo>
                    <a:lnTo>
                      <a:pt x="1599" y="768"/>
                    </a:lnTo>
                    <a:lnTo>
                      <a:pt x="1752" y="738"/>
                    </a:lnTo>
                    <a:lnTo>
                      <a:pt x="1937" y="707"/>
                    </a:lnTo>
                    <a:close/>
                    <a:moveTo>
                      <a:pt x="1660" y="0"/>
                    </a:moveTo>
                    <a:lnTo>
                      <a:pt x="1353" y="62"/>
                    </a:lnTo>
                    <a:lnTo>
                      <a:pt x="1107" y="185"/>
                    </a:lnTo>
                    <a:lnTo>
                      <a:pt x="861" y="338"/>
                    </a:lnTo>
                    <a:lnTo>
                      <a:pt x="646" y="492"/>
                    </a:lnTo>
                    <a:lnTo>
                      <a:pt x="431" y="707"/>
                    </a:lnTo>
                    <a:lnTo>
                      <a:pt x="278" y="922"/>
                    </a:lnTo>
                    <a:lnTo>
                      <a:pt x="155" y="1198"/>
                    </a:lnTo>
                    <a:lnTo>
                      <a:pt x="124" y="1291"/>
                    </a:lnTo>
                    <a:lnTo>
                      <a:pt x="124" y="1321"/>
                    </a:lnTo>
                    <a:lnTo>
                      <a:pt x="93" y="1414"/>
                    </a:lnTo>
                    <a:lnTo>
                      <a:pt x="62" y="1536"/>
                    </a:lnTo>
                    <a:lnTo>
                      <a:pt x="62" y="1567"/>
                    </a:lnTo>
                    <a:lnTo>
                      <a:pt x="32" y="1659"/>
                    </a:lnTo>
                    <a:lnTo>
                      <a:pt x="32" y="1690"/>
                    </a:lnTo>
                    <a:lnTo>
                      <a:pt x="32" y="1782"/>
                    </a:lnTo>
                    <a:lnTo>
                      <a:pt x="32" y="1813"/>
                    </a:lnTo>
                    <a:lnTo>
                      <a:pt x="1" y="1905"/>
                    </a:lnTo>
                    <a:lnTo>
                      <a:pt x="32" y="2151"/>
                    </a:lnTo>
                    <a:lnTo>
                      <a:pt x="62" y="2397"/>
                    </a:lnTo>
                    <a:lnTo>
                      <a:pt x="155" y="2643"/>
                    </a:lnTo>
                    <a:lnTo>
                      <a:pt x="247" y="2827"/>
                    </a:lnTo>
                    <a:lnTo>
                      <a:pt x="370" y="3042"/>
                    </a:lnTo>
                    <a:lnTo>
                      <a:pt x="523" y="3226"/>
                    </a:lnTo>
                    <a:lnTo>
                      <a:pt x="677" y="3380"/>
                    </a:lnTo>
                    <a:lnTo>
                      <a:pt x="861" y="3534"/>
                    </a:lnTo>
                    <a:lnTo>
                      <a:pt x="953" y="3564"/>
                    </a:lnTo>
                    <a:lnTo>
                      <a:pt x="1230" y="3718"/>
                    </a:lnTo>
                    <a:lnTo>
                      <a:pt x="1568" y="3810"/>
                    </a:lnTo>
                    <a:lnTo>
                      <a:pt x="1752" y="3841"/>
                    </a:lnTo>
                    <a:lnTo>
                      <a:pt x="2244" y="3841"/>
                    </a:lnTo>
                    <a:lnTo>
                      <a:pt x="2367" y="3810"/>
                    </a:lnTo>
                    <a:lnTo>
                      <a:pt x="2398" y="3810"/>
                    </a:lnTo>
                    <a:lnTo>
                      <a:pt x="2521" y="3779"/>
                    </a:lnTo>
                    <a:lnTo>
                      <a:pt x="2643" y="3718"/>
                    </a:lnTo>
                    <a:lnTo>
                      <a:pt x="2674" y="3718"/>
                    </a:lnTo>
                    <a:lnTo>
                      <a:pt x="2766" y="3657"/>
                    </a:lnTo>
                    <a:lnTo>
                      <a:pt x="2889" y="3595"/>
                    </a:lnTo>
                    <a:lnTo>
                      <a:pt x="2920" y="3595"/>
                    </a:lnTo>
                    <a:lnTo>
                      <a:pt x="3012" y="3534"/>
                    </a:lnTo>
                    <a:lnTo>
                      <a:pt x="3135" y="3441"/>
                    </a:lnTo>
                    <a:lnTo>
                      <a:pt x="3227" y="3349"/>
                    </a:lnTo>
                    <a:lnTo>
                      <a:pt x="3319" y="3257"/>
                    </a:lnTo>
                    <a:lnTo>
                      <a:pt x="3350" y="3257"/>
                    </a:lnTo>
                    <a:lnTo>
                      <a:pt x="3565" y="2981"/>
                    </a:lnTo>
                    <a:lnTo>
                      <a:pt x="3750" y="2643"/>
                    </a:lnTo>
                    <a:lnTo>
                      <a:pt x="3842" y="2305"/>
                    </a:lnTo>
                    <a:lnTo>
                      <a:pt x="3872" y="2120"/>
                    </a:lnTo>
                    <a:lnTo>
                      <a:pt x="3872" y="1905"/>
                    </a:lnTo>
                    <a:lnTo>
                      <a:pt x="3872" y="1721"/>
                    </a:lnTo>
                    <a:lnTo>
                      <a:pt x="3842" y="1536"/>
                    </a:lnTo>
                    <a:lnTo>
                      <a:pt x="3780" y="1352"/>
                    </a:lnTo>
                    <a:lnTo>
                      <a:pt x="3719" y="1168"/>
                    </a:lnTo>
                    <a:lnTo>
                      <a:pt x="3565" y="830"/>
                    </a:lnTo>
                    <a:lnTo>
                      <a:pt x="3319" y="553"/>
                    </a:lnTo>
                    <a:lnTo>
                      <a:pt x="3043" y="307"/>
                    </a:lnTo>
                    <a:lnTo>
                      <a:pt x="2705" y="123"/>
                    </a:lnTo>
                    <a:lnTo>
                      <a:pt x="2521" y="62"/>
                    </a:lnTo>
                    <a:lnTo>
                      <a:pt x="2336" y="31"/>
                    </a:lnTo>
                    <a:lnTo>
                      <a:pt x="215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10"/>
              <p:cNvSpPr/>
              <p:nvPr/>
            </p:nvSpPr>
            <p:spPr>
              <a:xfrm>
                <a:off x="4048498" y="4494266"/>
                <a:ext cx="137902" cy="137902"/>
              </a:xfrm>
              <a:custGeom>
                <a:rect b="b" l="l" r="r" t="t"/>
                <a:pathLst>
                  <a:path extrusionOk="0" h="1568" w="1568">
                    <a:moveTo>
                      <a:pt x="769" y="0"/>
                    </a:moveTo>
                    <a:lnTo>
                      <a:pt x="554" y="31"/>
                    </a:lnTo>
                    <a:lnTo>
                      <a:pt x="339" y="123"/>
                    </a:lnTo>
                    <a:lnTo>
                      <a:pt x="185" y="277"/>
                    </a:lnTo>
                    <a:lnTo>
                      <a:pt x="62" y="492"/>
                    </a:lnTo>
                    <a:lnTo>
                      <a:pt x="31" y="522"/>
                    </a:lnTo>
                    <a:lnTo>
                      <a:pt x="31" y="584"/>
                    </a:lnTo>
                    <a:lnTo>
                      <a:pt x="1" y="615"/>
                    </a:lnTo>
                    <a:lnTo>
                      <a:pt x="1" y="676"/>
                    </a:lnTo>
                    <a:lnTo>
                      <a:pt x="1" y="707"/>
                    </a:lnTo>
                    <a:lnTo>
                      <a:pt x="1" y="737"/>
                    </a:lnTo>
                    <a:lnTo>
                      <a:pt x="1" y="768"/>
                    </a:lnTo>
                    <a:lnTo>
                      <a:pt x="31" y="983"/>
                    </a:lnTo>
                    <a:lnTo>
                      <a:pt x="93" y="1137"/>
                    </a:lnTo>
                    <a:lnTo>
                      <a:pt x="185" y="1321"/>
                    </a:lnTo>
                    <a:lnTo>
                      <a:pt x="339" y="1444"/>
                    </a:lnTo>
                    <a:lnTo>
                      <a:pt x="369" y="1444"/>
                    </a:lnTo>
                    <a:lnTo>
                      <a:pt x="492" y="1506"/>
                    </a:lnTo>
                    <a:lnTo>
                      <a:pt x="615" y="1567"/>
                    </a:lnTo>
                    <a:lnTo>
                      <a:pt x="892" y="1567"/>
                    </a:lnTo>
                    <a:lnTo>
                      <a:pt x="953" y="1536"/>
                    </a:lnTo>
                    <a:lnTo>
                      <a:pt x="1015" y="1536"/>
                    </a:lnTo>
                    <a:lnTo>
                      <a:pt x="1076" y="1506"/>
                    </a:lnTo>
                    <a:lnTo>
                      <a:pt x="1107" y="1506"/>
                    </a:lnTo>
                    <a:lnTo>
                      <a:pt x="1168" y="1475"/>
                    </a:lnTo>
                    <a:lnTo>
                      <a:pt x="1199" y="1444"/>
                    </a:lnTo>
                    <a:lnTo>
                      <a:pt x="1260" y="1413"/>
                    </a:lnTo>
                    <a:lnTo>
                      <a:pt x="1291" y="1383"/>
                    </a:lnTo>
                    <a:lnTo>
                      <a:pt x="1322" y="1352"/>
                    </a:lnTo>
                    <a:lnTo>
                      <a:pt x="1353" y="1321"/>
                    </a:lnTo>
                    <a:lnTo>
                      <a:pt x="1445" y="1198"/>
                    </a:lnTo>
                    <a:lnTo>
                      <a:pt x="1506" y="1075"/>
                    </a:lnTo>
                    <a:lnTo>
                      <a:pt x="1568" y="922"/>
                    </a:lnTo>
                    <a:lnTo>
                      <a:pt x="1568" y="768"/>
                    </a:lnTo>
                    <a:lnTo>
                      <a:pt x="1537" y="615"/>
                    </a:lnTo>
                    <a:lnTo>
                      <a:pt x="1506" y="492"/>
                    </a:lnTo>
                    <a:lnTo>
                      <a:pt x="1445" y="338"/>
                    </a:lnTo>
                    <a:lnTo>
                      <a:pt x="1322" y="215"/>
                    </a:lnTo>
                    <a:lnTo>
                      <a:pt x="1230" y="123"/>
                    </a:lnTo>
                    <a:lnTo>
                      <a:pt x="1076" y="61"/>
                    </a:lnTo>
                    <a:lnTo>
                      <a:pt x="95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0"/>
              <p:cNvSpPr/>
              <p:nvPr/>
            </p:nvSpPr>
            <p:spPr>
              <a:xfrm>
                <a:off x="3832319" y="3656558"/>
                <a:ext cx="1694397" cy="935058"/>
              </a:xfrm>
              <a:custGeom>
                <a:rect b="b" l="l" r="r" t="t"/>
                <a:pathLst>
                  <a:path extrusionOk="0" h="10632" w="19266">
                    <a:moveTo>
                      <a:pt x="7682" y="707"/>
                    </a:moveTo>
                    <a:lnTo>
                      <a:pt x="8634" y="737"/>
                    </a:lnTo>
                    <a:lnTo>
                      <a:pt x="9618" y="768"/>
                    </a:lnTo>
                    <a:lnTo>
                      <a:pt x="9771" y="768"/>
                    </a:lnTo>
                    <a:lnTo>
                      <a:pt x="9925" y="830"/>
                    </a:lnTo>
                    <a:lnTo>
                      <a:pt x="10048" y="891"/>
                    </a:lnTo>
                    <a:lnTo>
                      <a:pt x="10171" y="953"/>
                    </a:lnTo>
                    <a:lnTo>
                      <a:pt x="10201" y="983"/>
                    </a:lnTo>
                    <a:lnTo>
                      <a:pt x="13059" y="3441"/>
                    </a:lnTo>
                    <a:lnTo>
                      <a:pt x="13182" y="3533"/>
                    </a:lnTo>
                    <a:lnTo>
                      <a:pt x="13213" y="3656"/>
                    </a:lnTo>
                    <a:lnTo>
                      <a:pt x="13213" y="3810"/>
                    </a:lnTo>
                    <a:lnTo>
                      <a:pt x="13213" y="3933"/>
                    </a:lnTo>
                    <a:lnTo>
                      <a:pt x="13151" y="4025"/>
                    </a:lnTo>
                    <a:lnTo>
                      <a:pt x="13028" y="4117"/>
                    </a:lnTo>
                    <a:lnTo>
                      <a:pt x="12936" y="4179"/>
                    </a:lnTo>
                    <a:lnTo>
                      <a:pt x="12782" y="4209"/>
                    </a:lnTo>
                    <a:lnTo>
                      <a:pt x="2305" y="3964"/>
                    </a:lnTo>
                    <a:lnTo>
                      <a:pt x="2182" y="3964"/>
                    </a:lnTo>
                    <a:lnTo>
                      <a:pt x="2090" y="3902"/>
                    </a:lnTo>
                    <a:lnTo>
                      <a:pt x="1998" y="3841"/>
                    </a:lnTo>
                    <a:lnTo>
                      <a:pt x="1936" y="3779"/>
                    </a:lnTo>
                    <a:lnTo>
                      <a:pt x="1936" y="3749"/>
                    </a:lnTo>
                    <a:lnTo>
                      <a:pt x="1906" y="3656"/>
                    </a:lnTo>
                    <a:lnTo>
                      <a:pt x="1875" y="3564"/>
                    </a:lnTo>
                    <a:lnTo>
                      <a:pt x="1875" y="3472"/>
                    </a:lnTo>
                    <a:lnTo>
                      <a:pt x="1906" y="3349"/>
                    </a:lnTo>
                    <a:lnTo>
                      <a:pt x="2581" y="1782"/>
                    </a:lnTo>
                    <a:lnTo>
                      <a:pt x="2735" y="1506"/>
                    </a:lnTo>
                    <a:lnTo>
                      <a:pt x="2919" y="1290"/>
                    </a:lnTo>
                    <a:lnTo>
                      <a:pt x="3135" y="1137"/>
                    </a:lnTo>
                    <a:lnTo>
                      <a:pt x="3411" y="1075"/>
                    </a:lnTo>
                    <a:lnTo>
                      <a:pt x="3841" y="983"/>
                    </a:lnTo>
                    <a:lnTo>
                      <a:pt x="4425" y="922"/>
                    </a:lnTo>
                    <a:lnTo>
                      <a:pt x="5101" y="830"/>
                    </a:lnTo>
                    <a:lnTo>
                      <a:pt x="5900" y="768"/>
                    </a:lnTo>
                    <a:lnTo>
                      <a:pt x="6760" y="737"/>
                    </a:lnTo>
                    <a:lnTo>
                      <a:pt x="7682" y="707"/>
                    </a:lnTo>
                    <a:close/>
                    <a:moveTo>
                      <a:pt x="1967" y="4117"/>
                    </a:moveTo>
                    <a:lnTo>
                      <a:pt x="2028" y="4209"/>
                    </a:lnTo>
                    <a:lnTo>
                      <a:pt x="2151" y="4455"/>
                    </a:lnTo>
                    <a:lnTo>
                      <a:pt x="1998" y="4209"/>
                    </a:lnTo>
                    <a:lnTo>
                      <a:pt x="1967" y="4117"/>
                    </a:lnTo>
                    <a:close/>
                    <a:moveTo>
                      <a:pt x="4302" y="4425"/>
                    </a:moveTo>
                    <a:lnTo>
                      <a:pt x="4333" y="4455"/>
                    </a:lnTo>
                    <a:lnTo>
                      <a:pt x="4364" y="4517"/>
                    </a:lnTo>
                    <a:lnTo>
                      <a:pt x="4394" y="4578"/>
                    </a:lnTo>
                    <a:lnTo>
                      <a:pt x="4364" y="4640"/>
                    </a:lnTo>
                    <a:lnTo>
                      <a:pt x="4333" y="4701"/>
                    </a:lnTo>
                    <a:lnTo>
                      <a:pt x="4302" y="4732"/>
                    </a:lnTo>
                    <a:lnTo>
                      <a:pt x="2735" y="4732"/>
                    </a:lnTo>
                    <a:lnTo>
                      <a:pt x="2704" y="4701"/>
                    </a:lnTo>
                    <a:lnTo>
                      <a:pt x="2674" y="4640"/>
                    </a:lnTo>
                    <a:lnTo>
                      <a:pt x="2643" y="4578"/>
                    </a:lnTo>
                    <a:lnTo>
                      <a:pt x="2674" y="4517"/>
                    </a:lnTo>
                    <a:lnTo>
                      <a:pt x="2704" y="4455"/>
                    </a:lnTo>
                    <a:lnTo>
                      <a:pt x="2735" y="4425"/>
                    </a:lnTo>
                    <a:close/>
                    <a:moveTo>
                      <a:pt x="861" y="3994"/>
                    </a:moveTo>
                    <a:lnTo>
                      <a:pt x="1168" y="4025"/>
                    </a:lnTo>
                    <a:lnTo>
                      <a:pt x="1506" y="4148"/>
                    </a:lnTo>
                    <a:lnTo>
                      <a:pt x="1660" y="4240"/>
                    </a:lnTo>
                    <a:lnTo>
                      <a:pt x="1783" y="4332"/>
                    </a:lnTo>
                    <a:lnTo>
                      <a:pt x="1844" y="4425"/>
                    </a:lnTo>
                    <a:lnTo>
                      <a:pt x="1875" y="4517"/>
                    </a:lnTo>
                    <a:lnTo>
                      <a:pt x="1844" y="4640"/>
                    </a:lnTo>
                    <a:lnTo>
                      <a:pt x="1783" y="4732"/>
                    </a:lnTo>
                    <a:lnTo>
                      <a:pt x="1629" y="4824"/>
                    </a:lnTo>
                    <a:lnTo>
                      <a:pt x="1475" y="4885"/>
                    </a:lnTo>
                    <a:lnTo>
                      <a:pt x="1137" y="5008"/>
                    </a:lnTo>
                    <a:lnTo>
                      <a:pt x="861" y="5039"/>
                    </a:lnTo>
                    <a:lnTo>
                      <a:pt x="676" y="4978"/>
                    </a:lnTo>
                    <a:lnTo>
                      <a:pt x="554" y="4855"/>
                    </a:lnTo>
                    <a:lnTo>
                      <a:pt x="461" y="4701"/>
                    </a:lnTo>
                    <a:lnTo>
                      <a:pt x="431" y="4517"/>
                    </a:lnTo>
                    <a:lnTo>
                      <a:pt x="461" y="4332"/>
                    </a:lnTo>
                    <a:lnTo>
                      <a:pt x="554" y="4179"/>
                    </a:lnTo>
                    <a:lnTo>
                      <a:pt x="707" y="4056"/>
                    </a:lnTo>
                    <a:lnTo>
                      <a:pt x="861" y="3994"/>
                    </a:lnTo>
                    <a:close/>
                    <a:moveTo>
                      <a:pt x="16623" y="4855"/>
                    </a:moveTo>
                    <a:lnTo>
                      <a:pt x="16746" y="4885"/>
                    </a:lnTo>
                    <a:lnTo>
                      <a:pt x="16900" y="4916"/>
                    </a:lnTo>
                    <a:lnTo>
                      <a:pt x="17053" y="4978"/>
                    </a:lnTo>
                    <a:lnTo>
                      <a:pt x="17207" y="5070"/>
                    </a:lnTo>
                    <a:lnTo>
                      <a:pt x="17330" y="5162"/>
                    </a:lnTo>
                    <a:lnTo>
                      <a:pt x="17453" y="5285"/>
                    </a:lnTo>
                    <a:lnTo>
                      <a:pt x="17576" y="5438"/>
                    </a:lnTo>
                    <a:lnTo>
                      <a:pt x="17637" y="5561"/>
                    </a:lnTo>
                    <a:lnTo>
                      <a:pt x="17699" y="5684"/>
                    </a:lnTo>
                    <a:lnTo>
                      <a:pt x="17729" y="5838"/>
                    </a:lnTo>
                    <a:lnTo>
                      <a:pt x="17729" y="5961"/>
                    </a:lnTo>
                    <a:lnTo>
                      <a:pt x="17699" y="6053"/>
                    </a:lnTo>
                    <a:lnTo>
                      <a:pt x="17637" y="6145"/>
                    </a:lnTo>
                    <a:lnTo>
                      <a:pt x="17576" y="6207"/>
                    </a:lnTo>
                    <a:lnTo>
                      <a:pt x="17483" y="6237"/>
                    </a:lnTo>
                    <a:lnTo>
                      <a:pt x="17391" y="6207"/>
                    </a:lnTo>
                    <a:lnTo>
                      <a:pt x="17299" y="6145"/>
                    </a:lnTo>
                    <a:lnTo>
                      <a:pt x="17084" y="5961"/>
                    </a:lnTo>
                    <a:lnTo>
                      <a:pt x="16838" y="5715"/>
                    </a:lnTo>
                    <a:lnTo>
                      <a:pt x="16562" y="5500"/>
                    </a:lnTo>
                    <a:lnTo>
                      <a:pt x="16347" y="5316"/>
                    </a:lnTo>
                    <a:lnTo>
                      <a:pt x="16285" y="5223"/>
                    </a:lnTo>
                    <a:lnTo>
                      <a:pt x="16254" y="5162"/>
                    </a:lnTo>
                    <a:lnTo>
                      <a:pt x="16254" y="5070"/>
                    </a:lnTo>
                    <a:lnTo>
                      <a:pt x="16316" y="4978"/>
                    </a:lnTo>
                    <a:lnTo>
                      <a:pt x="16408" y="4916"/>
                    </a:lnTo>
                    <a:lnTo>
                      <a:pt x="16500" y="4885"/>
                    </a:lnTo>
                    <a:lnTo>
                      <a:pt x="16623" y="4855"/>
                    </a:lnTo>
                    <a:close/>
                    <a:moveTo>
                      <a:pt x="922" y="5285"/>
                    </a:moveTo>
                    <a:lnTo>
                      <a:pt x="1199" y="5346"/>
                    </a:lnTo>
                    <a:lnTo>
                      <a:pt x="1537" y="5469"/>
                    </a:lnTo>
                    <a:lnTo>
                      <a:pt x="1660" y="5561"/>
                    </a:lnTo>
                    <a:lnTo>
                      <a:pt x="1783" y="5623"/>
                    </a:lnTo>
                    <a:lnTo>
                      <a:pt x="1875" y="5715"/>
                    </a:lnTo>
                    <a:lnTo>
                      <a:pt x="1875" y="5838"/>
                    </a:lnTo>
                    <a:lnTo>
                      <a:pt x="1844" y="5930"/>
                    </a:lnTo>
                    <a:lnTo>
                      <a:pt x="1783" y="6022"/>
                    </a:lnTo>
                    <a:lnTo>
                      <a:pt x="1660" y="6114"/>
                    </a:lnTo>
                    <a:lnTo>
                      <a:pt x="1506" y="6176"/>
                    </a:lnTo>
                    <a:lnTo>
                      <a:pt x="1168" y="6299"/>
                    </a:lnTo>
                    <a:lnTo>
                      <a:pt x="884" y="6356"/>
                    </a:lnTo>
                    <a:lnTo>
                      <a:pt x="884" y="6356"/>
                    </a:lnTo>
                    <a:lnTo>
                      <a:pt x="738" y="6268"/>
                    </a:lnTo>
                    <a:lnTo>
                      <a:pt x="615" y="6145"/>
                    </a:lnTo>
                    <a:lnTo>
                      <a:pt x="554" y="5992"/>
                    </a:lnTo>
                    <a:lnTo>
                      <a:pt x="523" y="5838"/>
                    </a:lnTo>
                    <a:lnTo>
                      <a:pt x="554" y="5654"/>
                    </a:lnTo>
                    <a:lnTo>
                      <a:pt x="615" y="5500"/>
                    </a:lnTo>
                    <a:lnTo>
                      <a:pt x="738" y="5377"/>
                    </a:lnTo>
                    <a:lnTo>
                      <a:pt x="922" y="5285"/>
                    </a:lnTo>
                    <a:close/>
                    <a:moveTo>
                      <a:pt x="2643" y="6053"/>
                    </a:moveTo>
                    <a:lnTo>
                      <a:pt x="2797" y="6084"/>
                    </a:lnTo>
                    <a:lnTo>
                      <a:pt x="2919" y="6114"/>
                    </a:lnTo>
                    <a:lnTo>
                      <a:pt x="3073" y="6176"/>
                    </a:lnTo>
                    <a:lnTo>
                      <a:pt x="3165" y="6268"/>
                    </a:lnTo>
                    <a:lnTo>
                      <a:pt x="3257" y="6391"/>
                    </a:lnTo>
                    <a:lnTo>
                      <a:pt x="3319" y="6514"/>
                    </a:lnTo>
                    <a:lnTo>
                      <a:pt x="3380" y="6637"/>
                    </a:lnTo>
                    <a:lnTo>
                      <a:pt x="3380" y="6790"/>
                    </a:lnTo>
                    <a:lnTo>
                      <a:pt x="3380" y="6944"/>
                    </a:lnTo>
                    <a:lnTo>
                      <a:pt x="3319" y="7098"/>
                    </a:lnTo>
                    <a:lnTo>
                      <a:pt x="3257" y="7221"/>
                    </a:lnTo>
                    <a:lnTo>
                      <a:pt x="3165" y="7313"/>
                    </a:lnTo>
                    <a:lnTo>
                      <a:pt x="3073" y="7405"/>
                    </a:lnTo>
                    <a:lnTo>
                      <a:pt x="2919" y="7466"/>
                    </a:lnTo>
                    <a:lnTo>
                      <a:pt x="2797" y="7528"/>
                    </a:lnTo>
                    <a:lnTo>
                      <a:pt x="2489" y="7528"/>
                    </a:lnTo>
                    <a:lnTo>
                      <a:pt x="2366" y="7466"/>
                    </a:lnTo>
                    <a:lnTo>
                      <a:pt x="2213" y="7405"/>
                    </a:lnTo>
                    <a:lnTo>
                      <a:pt x="2121" y="7313"/>
                    </a:lnTo>
                    <a:lnTo>
                      <a:pt x="2028" y="7221"/>
                    </a:lnTo>
                    <a:lnTo>
                      <a:pt x="1967" y="7098"/>
                    </a:lnTo>
                    <a:lnTo>
                      <a:pt x="1906" y="6944"/>
                    </a:lnTo>
                    <a:lnTo>
                      <a:pt x="1906" y="6790"/>
                    </a:lnTo>
                    <a:lnTo>
                      <a:pt x="1906" y="6637"/>
                    </a:lnTo>
                    <a:lnTo>
                      <a:pt x="1967" y="6514"/>
                    </a:lnTo>
                    <a:lnTo>
                      <a:pt x="2028" y="6391"/>
                    </a:lnTo>
                    <a:lnTo>
                      <a:pt x="2121" y="6268"/>
                    </a:lnTo>
                    <a:lnTo>
                      <a:pt x="2213" y="6176"/>
                    </a:lnTo>
                    <a:lnTo>
                      <a:pt x="2366" y="6114"/>
                    </a:lnTo>
                    <a:lnTo>
                      <a:pt x="2489" y="6084"/>
                    </a:lnTo>
                    <a:lnTo>
                      <a:pt x="2643" y="6053"/>
                    </a:lnTo>
                    <a:close/>
                    <a:moveTo>
                      <a:pt x="9802" y="5838"/>
                    </a:moveTo>
                    <a:lnTo>
                      <a:pt x="9372" y="6852"/>
                    </a:lnTo>
                    <a:lnTo>
                      <a:pt x="10017" y="6852"/>
                    </a:lnTo>
                    <a:lnTo>
                      <a:pt x="8665" y="8818"/>
                    </a:lnTo>
                    <a:lnTo>
                      <a:pt x="8665" y="8818"/>
                    </a:lnTo>
                    <a:lnTo>
                      <a:pt x="9095" y="7251"/>
                    </a:lnTo>
                    <a:lnTo>
                      <a:pt x="8696" y="7251"/>
                    </a:lnTo>
                    <a:lnTo>
                      <a:pt x="9126" y="5838"/>
                    </a:lnTo>
                    <a:close/>
                    <a:moveTo>
                      <a:pt x="7528" y="0"/>
                    </a:moveTo>
                    <a:lnTo>
                      <a:pt x="6514" y="31"/>
                    </a:lnTo>
                    <a:lnTo>
                      <a:pt x="5562" y="92"/>
                    </a:lnTo>
                    <a:lnTo>
                      <a:pt x="4702" y="154"/>
                    </a:lnTo>
                    <a:lnTo>
                      <a:pt x="3933" y="215"/>
                    </a:lnTo>
                    <a:lnTo>
                      <a:pt x="3288" y="307"/>
                    </a:lnTo>
                    <a:lnTo>
                      <a:pt x="2797" y="399"/>
                    </a:lnTo>
                    <a:lnTo>
                      <a:pt x="2643" y="430"/>
                    </a:lnTo>
                    <a:lnTo>
                      <a:pt x="2520" y="492"/>
                    </a:lnTo>
                    <a:lnTo>
                      <a:pt x="2366" y="584"/>
                    </a:lnTo>
                    <a:lnTo>
                      <a:pt x="2274" y="676"/>
                    </a:lnTo>
                    <a:lnTo>
                      <a:pt x="2059" y="891"/>
                    </a:lnTo>
                    <a:lnTo>
                      <a:pt x="1875" y="1168"/>
                    </a:lnTo>
                    <a:lnTo>
                      <a:pt x="861" y="3626"/>
                    </a:lnTo>
                    <a:lnTo>
                      <a:pt x="799" y="3779"/>
                    </a:lnTo>
                    <a:lnTo>
                      <a:pt x="769" y="3933"/>
                    </a:lnTo>
                    <a:lnTo>
                      <a:pt x="584" y="4025"/>
                    </a:lnTo>
                    <a:lnTo>
                      <a:pt x="461" y="4148"/>
                    </a:lnTo>
                    <a:lnTo>
                      <a:pt x="369" y="4332"/>
                    </a:lnTo>
                    <a:lnTo>
                      <a:pt x="339" y="4517"/>
                    </a:lnTo>
                    <a:lnTo>
                      <a:pt x="369" y="4701"/>
                    </a:lnTo>
                    <a:lnTo>
                      <a:pt x="461" y="4885"/>
                    </a:lnTo>
                    <a:lnTo>
                      <a:pt x="584" y="5008"/>
                    </a:lnTo>
                    <a:lnTo>
                      <a:pt x="738" y="5100"/>
                    </a:lnTo>
                    <a:lnTo>
                      <a:pt x="738" y="5285"/>
                    </a:lnTo>
                    <a:lnTo>
                      <a:pt x="615" y="5377"/>
                    </a:lnTo>
                    <a:lnTo>
                      <a:pt x="492" y="5500"/>
                    </a:lnTo>
                    <a:lnTo>
                      <a:pt x="431" y="5654"/>
                    </a:lnTo>
                    <a:lnTo>
                      <a:pt x="431" y="5838"/>
                    </a:lnTo>
                    <a:lnTo>
                      <a:pt x="431" y="5961"/>
                    </a:lnTo>
                    <a:lnTo>
                      <a:pt x="492" y="6114"/>
                    </a:lnTo>
                    <a:lnTo>
                      <a:pt x="554" y="6237"/>
                    </a:lnTo>
                    <a:lnTo>
                      <a:pt x="646" y="6330"/>
                    </a:lnTo>
                    <a:lnTo>
                      <a:pt x="523" y="6606"/>
                    </a:lnTo>
                    <a:lnTo>
                      <a:pt x="431" y="6760"/>
                    </a:lnTo>
                    <a:lnTo>
                      <a:pt x="339" y="6883"/>
                    </a:lnTo>
                    <a:lnTo>
                      <a:pt x="216" y="6975"/>
                    </a:lnTo>
                    <a:lnTo>
                      <a:pt x="154" y="7128"/>
                    </a:lnTo>
                    <a:lnTo>
                      <a:pt x="93" y="7251"/>
                    </a:lnTo>
                    <a:lnTo>
                      <a:pt x="62" y="7436"/>
                    </a:lnTo>
                    <a:lnTo>
                      <a:pt x="1" y="7774"/>
                    </a:lnTo>
                    <a:lnTo>
                      <a:pt x="31" y="8142"/>
                    </a:lnTo>
                    <a:lnTo>
                      <a:pt x="62" y="8542"/>
                    </a:lnTo>
                    <a:lnTo>
                      <a:pt x="154" y="8941"/>
                    </a:lnTo>
                    <a:lnTo>
                      <a:pt x="246" y="9341"/>
                    </a:lnTo>
                    <a:lnTo>
                      <a:pt x="369" y="9709"/>
                    </a:lnTo>
                    <a:lnTo>
                      <a:pt x="492" y="9955"/>
                    </a:lnTo>
                    <a:lnTo>
                      <a:pt x="646" y="10170"/>
                    </a:lnTo>
                    <a:lnTo>
                      <a:pt x="830" y="10355"/>
                    </a:lnTo>
                    <a:lnTo>
                      <a:pt x="1045" y="10508"/>
                    </a:lnTo>
                    <a:lnTo>
                      <a:pt x="1045" y="10355"/>
                    </a:lnTo>
                    <a:lnTo>
                      <a:pt x="1045" y="10140"/>
                    </a:lnTo>
                    <a:lnTo>
                      <a:pt x="1076" y="9894"/>
                    </a:lnTo>
                    <a:lnTo>
                      <a:pt x="1137" y="9679"/>
                    </a:lnTo>
                    <a:lnTo>
                      <a:pt x="1230" y="9494"/>
                    </a:lnTo>
                    <a:lnTo>
                      <a:pt x="1322" y="9279"/>
                    </a:lnTo>
                    <a:lnTo>
                      <a:pt x="1414" y="9095"/>
                    </a:lnTo>
                    <a:lnTo>
                      <a:pt x="1568" y="8941"/>
                    </a:lnTo>
                    <a:lnTo>
                      <a:pt x="1690" y="8788"/>
                    </a:lnTo>
                    <a:lnTo>
                      <a:pt x="1844" y="8634"/>
                    </a:lnTo>
                    <a:lnTo>
                      <a:pt x="2028" y="8511"/>
                    </a:lnTo>
                    <a:lnTo>
                      <a:pt x="2213" y="8388"/>
                    </a:lnTo>
                    <a:lnTo>
                      <a:pt x="2397" y="8296"/>
                    </a:lnTo>
                    <a:lnTo>
                      <a:pt x="2612" y="8235"/>
                    </a:lnTo>
                    <a:lnTo>
                      <a:pt x="2827" y="8173"/>
                    </a:lnTo>
                    <a:lnTo>
                      <a:pt x="3042" y="8142"/>
                    </a:lnTo>
                    <a:lnTo>
                      <a:pt x="3288" y="8112"/>
                    </a:lnTo>
                    <a:lnTo>
                      <a:pt x="3503" y="8142"/>
                    </a:lnTo>
                    <a:lnTo>
                      <a:pt x="3718" y="8173"/>
                    </a:lnTo>
                    <a:lnTo>
                      <a:pt x="3933" y="8235"/>
                    </a:lnTo>
                    <a:lnTo>
                      <a:pt x="4148" y="8296"/>
                    </a:lnTo>
                    <a:lnTo>
                      <a:pt x="4333" y="8388"/>
                    </a:lnTo>
                    <a:lnTo>
                      <a:pt x="4517" y="8511"/>
                    </a:lnTo>
                    <a:lnTo>
                      <a:pt x="4702" y="8634"/>
                    </a:lnTo>
                    <a:lnTo>
                      <a:pt x="4855" y="8788"/>
                    </a:lnTo>
                    <a:lnTo>
                      <a:pt x="5009" y="8941"/>
                    </a:lnTo>
                    <a:lnTo>
                      <a:pt x="5132" y="9095"/>
                    </a:lnTo>
                    <a:lnTo>
                      <a:pt x="5255" y="9279"/>
                    </a:lnTo>
                    <a:lnTo>
                      <a:pt x="5347" y="9494"/>
                    </a:lnTo>
                    <a:lnTo>
                      <a:pt x="5408" y="9679"/>
                    </a:lnTo>
                    <a:lnTo>
                      <a:pt x="5470" y="9894"/>
                    </a:lnTo>
                    <a:lnTo>
                      <a:pt x="5500" y="10140"/>
                    </a:lnTo>
                    <a:lnTo>
                      <a:pt x="5500" y="10355"/>
                    </a:lnTo>
                    <a:lnTo>
                      <a:pt x="5500" y="10631"/>
                    </a:lnTo>
                    <a:lnTo>
                      <a:pt x="6791" y="10631"/>
                    </a:lnTo>
                    <a:lnTo>
                      <a:pt x="6791" y="10508"/>
                    </a:lnTo>
                    <a:lnTo>
                      <a:pt x="6760" y="9464"/>
                    </a:lnTo>
                    <a:lnTo>
                      <a:pt x="6668" y="8910"/>
                    </a:lnTo>
                    <a:lnTo>
                      <a:pt x="6607" y="8634"/>
                    </a:lnTo>
                    <a:lnTo>
                      <a:pt x="6545" y="8357"/>
                    </a:lnTo>
                    <a:lnTo>
                      <a:pt x="6453" y="8112"/>
                    </a:lnTo>
                    <a:lnTo>
                      <a:pt x="6330" y="7835"/>
                    </a:lnTo>
                    <a:lnTo>
                      <a:pt x="6176" y="7620"/>
                    </a:lnTo>
                    <a:lnTo>
                      <a:pt x="6023" y="7405"/>
                    </a:lnTo>
                    <a:lnTo>
                      <a:pt x="5808" y="7190"/>
                    </a:lnTo>
                    <a:lnTo>
                      <a:pt x="5593" y="7036"/>
                    </a:lnTo>
                    <a:lnTo>
                      <a:pt x="5101" y="6729"/>
                    </a:lnTo>
                    <a:lnTo>
                      <a:pt x="4087" y="6176"/>
                    </a:lnTo>
                    <a:lnTo>
                      <a:pt x="3595" y="5869"/>
                    </a:lnTo>
                    <a:lnTo>
                      <a:pt x="3135" y="5531"/>
                    </a:lnTo>
                    <a:lnTo>
                      <a:pt x="2889" y="5346"/>
                    </a:lnTo>
                    <a:lnTo>
                      <a:pt x="2674" y="5131"/>
                    </a:lnTo>
                    <a:lnTo>
                      <a:pt x="2489" y="4947"/>
                    </a:lnTo>
                    <a:lnTo>
                      <a:pt x="2305" y="4701"/>
                    </a:lnTo>
                    <a:lnTo>
                      <a:pt x="2151" y="4455"/>
                    </a:lnTo>
                    <a:lnTo>
                      <a:pt x="2336" y="4701"/>
                    </a:lnTo>
                    <a:lnTo>
                      <a:pt x="2520" y="4916"/>
                    </a:lnTo>
                    <a:lnTo>
                      <a:pt x="2704" y="5100"/>
                    </a:lnTo>
                    <a:lnTo>
                      <a:pt x="2919" y="5316"/>
                    </a:lnTo>
                    <a:lnTo>
                      <a:pt x="3165" y="5469"/>
                    </a:lnTo>
                    <a:lnTo>
                      <a:pt x="3626" y="5807"/>
                    </a:lnTo>
                    <a:lnTo>
                      <a:pt x="4148" y="6084"/>
                    </a:lnTo>
                    <a:lnTo>
                      <a:pt x="5162" y="6637"/>
                    </a:lnTo>
                    <a:lnTo>
                      <a:pt x="5654" y="6913"/>
                    </a:lnTo>
                    <a:lnTo>
                      <a:pt x="5900" y="7098"/>
                    </a:lnTo>
                    <a:lnTo>
                      <a:pt x="6115" y="7282"/>
                    </a:lnTo>
                    <a:lnTo>
                      <a:pt x="6330" y="7528"/>
                    </a:lnTo>
                    <a:lnTo>
                      <a:pt x="6484" y="7774"/>
                    </a:lnTo>
                    <a:lnTo>
                      <a:pt x="6607" y="8019"/>
                    </a:lnTo>
                    <a:lnTo>
                      <a:pt x="6729" y="8296"/>
                    </a:lnTo>
                    <a:lnTo>
                      <a:pt x="6791" y="8603"/>
                    </a:lnTo>
                    <a:lnTo>
                      <a:pt x="6852" y="8880"/>
                    </a:lnTo>
                    <a:lnTo>
                      <a:pt x="6945" y="9464"/>
                    </a:lnTo>
                    <a:lnTo>
                      <a:pt x="7006" y="10047"/>
                    </a:lnTo>
                    <a:lnTo>
                      <a:pt x="7067" y="10600"/>
                    </a:lnTo>
                    <a:lnTo>
                      <a:pt x="7067" y="10631"/>
                    </a:lnTo>
                    <a:lnTo>
                      <a:pt x="12444" y="10631"/>
                    </a:lnTo>
                    <a:lnTo>
                      <a:pt x="12506" y="10478"/>
                    </a:lnTo>
                    <a:lnTo>
                      <a:pt x="12567" y="10262"/>
                    </a:lnTo>
                    <a:lnTo>
                      <a:pt x="12721" y="9863"/>
                    </a:lnTo>
                    <a:lnTo>
                      <a:pt x="12813" y="9464"/>
                    </a:lnTo>
                    <a:lnTo>
                      <a:pt x="12875" y="9248"/>
                    </a:lnTo>
                    <a:lnTo>
                      <a:pt x="12905" y="9033"/>
                    </a:lnTo>
                    <a:lnTo>
                      <a:pt x="12998" y="8603"/>
                    </a:lnTo>
                    <a:lnTo>
                      <a:pt x="13059" y="8173"/>
                    </a:lnTo>
                    <a:lnTo>
                      <a:pt x="13120" y="7743"/>
                    </a:lnTo>
                    <a:lnTo>
                      <a:pt x="13182" y="6883"/>
                    </a:lnTo>
                    <a:lnTo>
                      <a:pt x="13182" y="5992"/>
                    </a:lnTo>
                    <a:lnTo>
                      <a:pt x="13120" y="5131"/>
                    </a:lnTo>
                    <a:lnTo>
                      <a:pt x="13028" y="4271"/>
                    </a:lnTo>
                    <a:lnTo>
                      <a:pt x="13182" y="5131"/>
                    </a:lnTo>
                    <a:lnTo>
                      <a:pt x="13243" y="5992"/>
                    </a:lnTo>
                    <a:lnTo>
                      <a:pt x="13274" y="6883"/>
                    </a:lnTo>
                    <a:lnTo>
                      <a:pt x="13243" y="7743"/>
                    </a:lnTo>
                    <a:lnTo>
                      <a:pt x="13213" y="8204"/>
                    </a:lnTo>
                    <a:lnTo>
                      <a:pt x="13182" y="8634"/>
                    </a:lnTo>
                    <a:lnTo>
                      <a:pt x="13120" y="9064"/>
                    </a:lnTo>
                    <a:lnTo>
                      <a:pt x="13090" y="9279"/>
                    </a:lnTo>
                    <a:lnTo>
                      <a:pt x="13028" y="9494"/>
                    </a:lnTo>
                    <a:lnTo>
                      <a:pt x="12936" y="9924"/>
                    </a:lnTo>
                    <a:lnTo>
                      <a:pt x="12813" y="10355"/>
                    </a:lnTo>
                    <a:lnTo>
                      <a:pt x="12752" y="10570"/>
                    </a:lnTo>
                    <a:lnTo>
                      <a:pt x="12752" y="10631"/>
                    </a:lnTo>
                    <a:lnTo>
                      <a:pt x="13581" y="10631"/>
                    </a:lnTo>
                    <a:lnTo>
                      <a:pt x="13551" y="10355"/>
                    </a:lnTo>
                    <a:lnTo>
                      <a:pt x="13581" y="10140"/>
                    </a:lnTo>
                    <a:lnTo>
                      <a:pt x="13612" y="9894"/>
                    </a:lnTo>
                    <a:lnTo>
                      <a:pt x="13673" y="9679"/>
                    </a:lnTo>
                    <a:lnTo>
                      <a:pt x="13735" y="9494"/>
                    </a:lnTo>
                    <a:lnTo>
                      <a:pt x="13827" y="9279"/>
                    </a:lnTo>
                    <a:lnTo>
                      <a:pt x="13950" y="9095"/>
                    </a:lnTo>
                    <a:lnTo>
                      <a:pt x="14073" y="8941"/>
                    </a:lnTo>
                    <a:lnTo>
                      <a:pt x="14227" y="8788"/>
                    </a:lnTo>
                    <a:lnTo>
                      <a:pt x="14380" y="8634"/>
                    </a:lnTo>
                    <a:lnTo>
                      <a:pt x="14534" y="8511"/>
                    </a:lnTo>
                    <a:lnTo>
                      <a:pt x="14718" y="8388"/>
                    </a:lnTo>
                    <a:lnTo>
                      <a:pt x="14933" y="8296"/>
                    </a:lnTo>
                    <a:lnTo>
                      <a:pt x="15118" y="8235"/>
                    </a:lnTo>
                    <a:lnTo>
                      <a:pt x="15333" y="8173"/>
                    </a:lnTo>
                    <a:lnTo>
                      <a:pt x="15578" y="8142"/>
                    </a:lnTo>
                    <a:lnTo>
                      <a:pt x="15794" y="8112"/>
                    </a:lnTo>
                    <a:lnTo>
                      <a:pt x="16009" y="8142"/>
                    </a:lnTo>
                    <a:lnTo>
                      <a:pt x="16254" y="8173"/>
                    </a:lnTo>
                    <a:lnTo>
                      <a:pt x="16470" y="8235"/>
                    </a:lnTo>
                    <a:lnTo>
                      <a:pt x="16654" y="8296"/>
                    </a:lnTo>
                    <a:lnTo>
                      <a:pt x="16869" y="8388"/>
                    </a:lnTo>
                    <a:lnTo>
                      <a:pt x="17053" y="8511"/>
                    </a:lnTo>
                    <a:lnTo>
                      <a:pt x="17207" y="8634"/>
                    </a:lnTo>
                    <a:lnTo>
                      <a:pt x="17361" y="8788"/>
                    </a:lnTo>
                    <a:lnTo>
                      <a:pt x="17514" y="8941"/>
                    </a:lnTo>
                    <a:lnTo>
                      <a:pt x="17637" y="9095"/>
                    </a:lnTo>
                    <a:lnTo>
                      <a:pt x="17760" y="9279"/>
                    </a:lnTo>
                    <a:lnTo>
                      <a:pt x="17852" y="9494"/>
                    </a:lnTo>
                    <a:lnTo>
                      <a:pt x="17914" y="9679"/>
                    </a:lnTo>
                    <a:lnTo>
                      <a:pt x="17975" y="9894"/>
                    </a:lnTo>
                    <a:lnTo>
                      <a:pt x="18006" y="10140"/>
                    </a:lnTo>
                    <a:lnTo>
                      <a:pt x="18037" y="10355"/>
                    </a:lnTo>
                    <a:lnTo>
                      <a:pt x="18006" y="10539"/>
                    </a:lnTo>
                    <a:lnTo>
                      <a:pt x="18190" y="10447"/>
                    </a:lnTo>
                    <a:lnTo>
                      <a:pt x="18375" y="10355"/>
                    </a:lnTo>
                    <a:lnTo>
                      <a:pt x="18497" y="10201"/>
                    </a:lnTo>
                    <a:lnTo>
                      <a:pt x="18620" y="10017"/>
                    </a:lnTo>
                    <a:lnTo>
                      <a:pt x="18958" y="9494"/>
                    </a:lnTo>
                    <a:lnTo>
                      <a:pt x="19143" y="9033"/>
                    </a:lnTo>
                    <a:lnTo>
                      <a:pt x="19235" y="8634"/>
                    </a:lnTo>
                    <a:lnTo>
                      <a:pt x="19266" y="8327"/>
                    </a:lnTo>
                    <a:lnTo>
                      <a:pt x="19235" y="8050"/>
                    </a:lnTo>
                    <a:lnTo>
                      <a:pt x="19112" y="7866"/>
                    </a:lnTo>
                    <a:lnTo>
                      <a:pt x="18989" y="7681"/>
                    </a:lnTo>
                    <a:lnTo>
                      <a:pt x="18835" y="7589"/>
                    </a:lnTo>
                    <a:lnTo>
                      <a:pt x="18590" y="7405"/>
                    </a:lnTo>
                    <a:lnTo>
                      <a:pt x="18405" y="7159"/>
                    </a:lnTo>
                    <a:lnTo>
                      <a:pt x="18252" y="6883"/>
                    </a:lnTo>
                    <a:lnTo>
                      <a:pt x="18159" y="6575"/>
                    </a:lnTo>
                    <a:lnTo>
                      <a:pt x="18098" y="6268"/>
                    </a:lnTo>
                    <a:lnTo>
                      <a:pt x="18006" y="5992"/>
                    </a:lnTo>
                    <a:lnTo>
                      <a:pt x="17914" y="5746"/>
                    </a:lnTo>
                    <a:lnTo>
                      <a:pt x="17791" y="5531"/>
                    </a:lnTo>
                    <a:lnTo>
                      <a:pt x="17637" y="5346"/>
                    </a:lnTo>
                    <a:lnTo>
                      <a:pt x="17514" y="5193"/>
                    </a:lnTo>
                    <a:lnTo>
                      <a:pt x="17361" y="5039"/>
                    </a:lnTo>
                    <a:lnTo>
                      <a:pt x="17176" y="4916"/>
                    </a:lnTo>
                    <a:lnTo>
                      <a:pt x="16838" y="4732"/>
                    </a:lnTo>
                    <a:lnTo>
                      <a:pt x="16531" y="4609"/>
                    </a:lnTo>
                    <a:lnTo>
                      <a:pt x="16224" y="4517"/>
                    </a:lnTo>
                    <a:lnTo>
                      <a:pt x="15978" y="4486"/>
                    </a:lnTo>
                    <a:lnTo>
                      <a:pt x="15824" y="4455"/>
                    </a:lnTo>
                    <a:lnTo>
                      <a:pt x="15671" y="4394"/>
                    </a:lnTo>
                    <a:lnTo>
                      <a:pt x="15548" y="4332"/>
                    </a:lnTo>
                    <a:lnTo>
                      <a:pt x="15394" y="4240"/>
                    </a:lnTo>
                    <a:lnTo>
                      <a:pt x="10324" y="307"/>
                    </a:lnTo>
                    <a:lnTo>
                      <a:pt x="10201" y="215"/>
                    </a:lnTo>
                    <a:lnTo>
                      <a:pt x="10048" y="123"/>
                    </a:lnTo>
                    <a:lnTo>
                      <a:pt x="9863" y="92"/>
                    </a:lnTo>
                    <a:lnTo>
                      <a:pt x="9710" y="61"/>
                    </a:lnTo>
                    <a:lnTo>
                      <a:pt x="8604" y="31"/>
                    </a:lnTo>
                    <a:lnTo>
                      <a:pt x="7528"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10"/>
              <p:cNvSpPr/>
              <p:nvPr/>
            </p:nvSpPr>
            <p:spPr>
              <a:xfrm>
                <a:off x="4172770" y="1310975"/>
                <a:ext cx="883784" cy="1688944"/>
              </a:xfrm>
              <a:custGeom>
                <a:rect b="b" l="l" r="r" t="t"/>
                <a:pathLst>
                  <a:path extrusionOk="0" h="19204" w="10049">
                    <a:moveTo>
                      <a:pt x="2060" y="0"/>
                    </a:moveTo>
                    <a:lnTo>
                      <a:pt x="1845" y="31"/>
                    </a:lnTo>
                    <a:lnTo>
                      <a:pt x="1629" y="61"/>
                    </a:lnTo>
                    <a:lnTo>
                      <a:pt x="1445" y="92"/>
                    </a:lnTo>
                    <a:lnTo>
                      <a:pt x="1261" y="184"/>
                    </a:lnTo>
                    <a:lnTo>
                      <a:pt x="1076" y="246"/>
                    </a:lnTo>
                    <a:lnTo>
                      <a:pt x="892" y="369"/>
                    </a:lnTo>
                    <a:lnTo>
                      <a:pt x="738" y="492"/>
                    </a:lnTo>
                    <a:lnTo>
                      <a:pt x="585" y="615"/>
                    </a:lnTo>
                    <a:lnTo>
                      <a:pt x="462" y="768"/>
                    </a:lnTo>
                    <a:lnTo>
                      <a:pt x="339" y="922"/>
                    </a:lnTo>
                    <a:lnTo>
                      <a:pt x="247" y="1106"/>
                    </a:lnTo>
                    <a:lnTo>
                      <a:pt x="155" y="1260"/>
                    </a:lnTo>
                    <a:lnTo>
                      <a:pt x="93" y="1475"/>
                    </a:lnTo>
                    <a:lnTo>
                      <a:pt x="32" y="1659"/>
                    </a:lnTo>
                    <a:lnTo>
                      <a:pt x="1" y="1874"/>
                    </a:lnTo>
                    <a:lnTo>
                      <a:pt x="1" y="2089"/>
                    </a:lnTo>
                    <a:lnTo>
                      <a:pt x="1" y="19204"/>
                    </a:lnTo>
                    <a:lnTo>
                      <a:pt x="10048" y="19204"/>
                    </a:lnTo>
                    <a:lnTo>
                      <a:pt x="10048" y="2089"/>
                    </a:lnTo>
                    <a:lnTo>
                      <a:pt x="10018" y="1874"/>
                    </a:lnTo>
                    <a:lnTo>
                      <a:pt x="9987" y="1659"/>
                    </a:lnTo>
                    <a:lnTo>
                      <a:pt x="9956" y="1475"/>
                    </a:lnTo>
                    <a:lnTo>
                      <a:pt x="9864" y="1260"/>
                    </a:lnTo>
                    <a:lnTo>
                      <a:pt x="9802" y="1106"/>
                    </a:lnTo>
                    <a:lnTo>
                      <a:pt x="9680" y="922"/>
                    </a:lnTo>
                    <a:lnTo>
                      <a:pt x="9557" y="768"/>
                    </a:lnTo>
                    <a:lnTo>
                      <a:pt x="9434" y="615"/>
                    </a:lnTo>
                    <a:lnTo>
                      <a:pt x="9280" y="492"/>
                    </a:lnTo>
                    <a:lnTo>
                      <a:pt x="9127" y="369"/>
                    </a:lnTo>
                    <a:lnTo>
                      <a:pt x="8973" y="246"/>
                    </a:lnTo>
                    <a:lnTo>
                      <a:pt x="8789" y="184"/>
                    </a:lnTo>
                    <a:lnTo>
                      <a:pt x="8604" y="92"/>
                    </a:lnTo>
                    <a:lnTo>
                      <a:pt x="8389" y="61"/>
                    </a:lnTo>
                    <a:lnTo>
                      <a:pt x="8174" y="31"/>
                    </a:lnTo>
                    <a:lnTo>
                      <a:pt x="7990"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10"/>
              <p:cNvSpPr/>
              <p:nvPr/>
            </p:nvSpPr>
            <p:spPr>
              <a:xfrm>
                <a:off x="4172770" y="1310975"/>
                <a:ext cx="883784" cy="1688944"/>
              </a:xfrm>
              <a:custGeom>
                <a:rect b="b" l="l" r="r" t="t"/>
                <a:pathLst>
                  <a:path extrusionOk="0" fill="none" h="19204" w="10049">
                    <a:moveTo>
                      <a:pt x="1" y="19204"/>
                    </a:moveTo>
                    <a:lnTo>
                      <a:pt x="1" y="2089"/>
                    </a:lnTo>
                    <a:lnTo>
                      <a:pt x="1" y="2089"/>
                    </a:lnTo>
                    <a:lnTo>
                      <a:pt x="1" y="1874"/>
                    </a:lnTo>
                    <a:lnTo>
                      <a:pt x="32" y="1659"/>
                    </a:lnTo>
                    <a:lnTo>
                      <a:pt x="93" y="1475"/>
                    </a:lnTo>
                    <a:lnTo>
                      <a:pt x="155" y="1260"/>
                    </a:lnTo>
                    <a:lnTo>
                      <a:pt x="247" y="1106"/>
                    </a:lnTo>
                    <a:lnTo>
                      <a:pt x="339" y="922"/>
                    </a:lnTo>
                    <a:lnTo>
                      <a:pt x="462" y="768"/>
                    </a:lnTo>
                    <a:lnTo>
                      <a:pt x="585" y="615"/>
                    </a:lnTo>
                    <a:lnTo>
                      <a:pt x="738" y="492"/>
                    </a:lnTo>
                    <a:lnTo>
                      <a:pt x="892" y="369"/>
                    </a:lnTo>
                    <a:lnTo>
                      <a:pt x="1076" y="246"/>
                    </a:lnTo>
                    <a:lnTo>
                      <a:pt x="1261" y="184"/>
                    </a:lnTo>
                    <a:lnTo>
                      <a:pt x="1445" y="92"/>
                    </a:lnTo>
                    <a:lnTo>
                      <a:pt x="1629" y="61"/>
                    </a:lnTo>
                    <a:lnTo>
                      <a:pt x="1845" y="31"/>
                    </a:lnTo>
                    <a:lnTo>
                      <a:pt x="2060" y="0"/>
                    </a:lnTo>
                    <a:lnTo>
                      <a:pt x="7990" y="0"/>
                    </a:lnTo>
                    <a:lnTo>
                      <a:pt x="7990" y="0"/>
                    </a:lnTo>
                    <a:lnTo>
                      <a:pt x="8174" y="31"/>
                    </a:lnTo>
                    <a:lnTo>
                      <a:pt x="8389" y="61"/>
                    </a:lnTo>
                    <a:lnTo>
                      <a:pt x="8604" y="92"/>
                    </a:lnTo>
                    <a:lnTo>
                      <a:pt x="8789" y="184"/>
                    </a:lnTo>
                    <a:lnTo>
                      <a:pt x="8973" y="246"/>
                    </a:lnTo>
                    <a:lnTo>
                      <a:pt x="9127" y="369"/>
                    </a:lnTo>
                    <a:lnTo>
                      <a:pt x="9280" y="492"/>
                    </a:lnTo>
                    <a:lnTo>
                      <a:pt x="9434" y="615"/>
                    </a:lnTo>
                    <a:lnTo>
                      <a:pt x="9557" y="768"/>
                    </a:lnTo>
                    <a:lnTo>
                      <a:pt x="9680" y="922"/>
                    </a:lnTo>
                    <a:lnTo>
                      <a:pt x="9802" y="1106"/>
                    </a:lnTo>
                    <a:lnTo>
                      <a:pt x="9864" y="1260"/>
                    </a:lnTo>
                    <a:lnTo>
                      <a:pt x="9956" y="1475"/>
                    </a:lnTo>
                    <a:lnTo>
                      <a:pt x="9987" y="1659"/>
                    </a:lnTo>
                    <a:lnTo>
                      <a:pt x="10018" y="1874"/>
                    </a:lnTo>
                    <a:lnTo>
                      <a:pt x="10048" y="2089"/>
                    </a:lnTo>
                    <a:lnTo>
                      <a:pt x="10048" y="19204"/>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10"/>
              <p:cNvSpPr/>
              <p:nvPr/>
            </p:nvSpPr>
            <p:spPr>
              <a:xfrm>
                <a:off x="4010680" y="2789123"/>
                <a:ext cx="1235047" cy="243263"/>
              </a:xfrm>
              <a:custGeom>
                <a:rect b="b" l="l" r="r" t="t"/>
                <a:pathLst>
                  <a:path extrusionOk="0" h="2766" w="14043">
                    <a:moveTo>
                      <a:pt x="2059" y="0"/>
                    </a:moveTo>
                    <a:lnTo>
                      <a:pt x="1875" y="31"/>
                    </a:lnTo>
                    <a:lnTo>
                      <a:pt x="1660" y="61"/>
                    </a:lnTo>
                    <a:lnTo>
                      <a:pt x="1445" y="92"/>
                    </a:lnTo>
                    <a:lnTo>
                      <a:pt x="1260" y="184"/>
                    </a:lnTo>
                    <a:lnTo>
                      <a:pt x="1076" y="246"/>
                    </a:lnTo>
                    <a:lnTo>
                      <a:pt x="922" y="369"/>
                    </a:lnTo>
                    <a:lnTo>
                      <a:pt x="769" y="492"/>
                    </a:lnTo>
                    <a:lnTo>
                      <a:pt x="615" y="615"/>
                    </a:lnTo>
                    <a:lnTo>
                      <a:pt x="492" y="768"/>
                    </a:lnTo>
                    <a:lnTo>
                      <a:pt x="369" y="922"/>
                    </a:lnTo>
                    <a:lnTo>
                      <a:pt x="246" y="1106"/>
                    </a:lnTo>
                    <a:lnTo>
                      <a:pt x="185" y="1260"/>
                    </a:lnTo>
                    <a:lnTo>
                      <a:pt x="93" y="1475"/>
                    </a:lnTo>
                    <a:lnTo>
                      <a:pt x="62" y="1659"/>
                    </a:lnTo>
                    <a:lnTo>
                      <a:pt x="31" y="1874"/>
                    </a:lnTo>
                    <a:lnTo>
                      <a:pt x="0" y="2089"/>
                    </a:lnTo>
                    <a:lnTo>
                      <a:pt x="0" y="2765"/>
                    </a:lnTo>
                    <a:lnTo>
                      <a:pt x="14042" y="2765"/>
                    </a:lnTo>
                    <a:lnTo>
                      <a:pt x="14042" y="2089"/>
                    </a:lnTo>
                    <a:lnTo>
                      <a:pt x="14042" y="1874"/>
                    </a:lnTo>
                    <a:lnTo>
                      <a:pt x="14011" y="1659"/>
                    </a:lnTo>
                    <a:lnTo>
                      <a:pt x="13950" y="1475"/>
                    </a:lnTo>
                    <a:lnTo>
                      <a:pt x="13888" y="1260"/>
                    </a:lnTo>
                    <a:lnTo>
                      <a:pt x="13796" y="1106"/>
                    </a:lnTo>
                    <a:lnTo>
                      <a:pt x="13704" y="922"/>
                    </a:lnTo>
                    <a:lnTo>
                      <a:pt x="13581" y="768"/>
                    </a:lnTo>
                    <a:lnTo>
                      <a:pt x="13458" y="615"/>
                    </a:lnTo>
                    <a:lnTo>
                      <a:pt x="13305" y="492"/>
                    </a:lnTo>
                    <a:lnTo>
                      <a:pt x="13151" y="369"/>
                    </a:lnTo>
                    <a:lnTo>
                      <a:pt x="12967" y="246"/>
                    </a:lnTo>
                    <a:lnTo>
                      <a:pt x="12782" y="184"/>
                    </a:lnTo>
                    <a:lnTo>
                      <a:pt x="12598" y="92"/>
                    </a:lnTo>
                    <a:lnTo>
                      <a:pt x="12414" y="61"/>
                    </a:lnTo>
                    <a:lnTo>
                      <a:pt x="12199" y="31"/>
                    </a:lnTo>
                    <a:lnTo>
                      <a:pt x="1198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10"/>
              <p:cNvSpPr/>
              <p:nvPr/>
            </p:nvSpPr>
            <p:spPr>
              <a:xfrm>
                <a:off x="4529493" y="2245954"/>
                <a:ext cx="197354" cy="432438"/>
              </a:xfrm>
              <a:custGeom>
                <a:rect b="b" l="l" r="r" t="t"/>
                <a:pathLst>
                  <a:path extrusionOk="0" h="4917" w="2244">
                    <a:moveTo>
                      <a:pt x="800" y="0"/>
                    </a:moveTo>
                    <a:lnTo>
                      <a:pt x="31" y="2335"/>
                    </a:lnTo>
                    <a:lnTo>
                      <a:pt x="707" y="2335"/>
                    </a:lnTo>
                    <a:lnTo>
                      <a:pt x="1" y="4916"/>
                    </a:lnTo>
                    <a:lnTo>
                      <a:pt x="2244" y="1690"/>
                    </a:lnTo>
                    <a:lnTo>
                      <a:pt x="1168" y="1690"/>
                    </a:lnTo>
                    <a:lnTo>
                      <a:pt x="1906" y="0"/>
                    </a:lnTo>
                    <a:close/>
                  </a:path>
                </a:pathLst>
              </a:custGeom>
              <a:solidFill>
                <a:srgbClr val="F3EA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10"/>
              <p:cNvSpPr/>
              <p:nvPr/>
            </p:nvSpPr>
            <p:spPr>
              <a:xfrm>
                <a:off x="4305222" y="1440611"/>
                <a:ext cx="618887" cy="537887"/>
              </a:xfrm>
              <a:custGeom>
                <a:rect b="b" l="l" r="r" t="t"/>
                <a:pathLst>
                  <a:path extrusionOk="0" h="6116" w="7037">
                    <a:moveTo>
                      <a:pt x="1445" y="1"/>
                    </a:moveTo>
                    <a:lnTo>
                      <a:pt x="1168" y="32"/>
                    </a:lnTo>
                    <a:lnTo>
                      <a:pt x="892" y="124"/>
                    </a:lnTo>
                    <a:lnTo>
                      <a:pt x="646" y="247"/>
                    </a:lnTo>
                    <a:lnTo>
                      <a:pt x="431" y="431"/>
                    </a:lnTo>
                    <a:lnTo>
                      <a:pt x="246" y="646"/>
                    </a:lnTo>
                    <a:lnTo>
                      <a:pt x="93" y="892"/>
                    </a:lnTo>
                    <a:lnTo>
                      <a:pt x="31" y="1168"/>
                    </a:lnTo>
                    <a:lnTo>
                      <a:pt x="1" y="1476"/>
                    </a:lnTo>
                    <a:lnTo>
                      <a:pt x="1" y="4640"/>
                    </a:lnTo>
                    <a:lnTo>
                      <a:pt x="31" y="4948"/>
                    </a:lnTo>
                    <a:lnTo>
                      <a:pt x="93" y="5224"/>
                    </a:lnTo>
                    <a:lnTo>
                      <a:pt x="246" y="5470"/>
                    </a:lnTo>
                    <a:lnTo>
                      <a:pt x="431" y="5685"/>
                    </a:lnTo>
                    <a:lnTo>
                      <a:pt x="646" y="5869"/>
                    </a:lnTo>
                    <a:lnTo>
                      <a:pt x="892" y="5992"/>
                    </a:lnTo>
                    <a:lnTo>
                      <a:pt x="1168" y="6085"/>
                    </a:lnTo>
                    <a:lnTo>
                      <a:pt x="1445" y="6115"/>
                    </a:lnTo>
                    <a:lnTo>
                      <a:pt x="5562" y="6115"/>
                    </a:lnTo>
                    <a:lnTo>
                      <a:pt x="5869" y="6085"/>
                    </a:lnTo>
                    <a:lnTo>
                      <a:pt x="6115" y="5992"/>
                    </a:lnTo>
                    <a:lnTo>
                      <a:pt x="6391" y="5869"/>
                    </a:lnTo>
                    <a:lnTo>
                      <a:pt x="6607" y="5685"/>
                    </a:lnTo>
                    <a:lnTo>
                      <a:pt x="6760" y="5470"/>
                    </a:lnTo>
                    <a:lnTo>
                      <a:pt x="6914" y="5224"/>
                    </a:lnTo>
                    <a:lnTo>
                      <a:pt x="7006" y="4948"/>
                    </a:lnTo>
                    <a:lnTo>
                      <a:pt x="7037" y="4640"/>
                    </a:lnTo>
                    <a:lnTo>
                      <a:pt x="7037" y="1476"/>
                    </a:lnTo>
                    <a:lnTo>
                      <a:pt x="7006" y="1168"/>
                    </a:lnTo>
                    <a:lnTo>
                      <a:pt x="6914" y="892"/>
                    </a:lnTo>
                    <a:lnTo>
                      <a:pt x="6760" y="646"/>
                    </a:lnTo>
                    <a:lnTo>
                      <a:pt x="6607" y="431"/>
                    </a:lnTo>
                    <a:lnTo>
                      <a:pt x="6391" y="247"/>
                    </a:lnTo>
                    <a:lnTo>
                      <a:pt x="6115" y="124"/>
                    </a:lnTo>
                    <a:lnTo>
                      <a:pt x="5869" y="32"/>
                    </a:lnTo>
                    <a:lnTo>
                      <a:pt x="556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10"/>
              <p:cNvSpPr/>
              <p:nvPr/>
            </p:nvSpPr>
            <p:spPr>
              <a:xfrm>
                <a:off x="4453856" y="1575788"/>
                <a:ext cx="329715" cy="56814"/>
              </a:xfrm>
              <a:custGeom>
                <a:rect b="b" l="l" r="r" t="t"/>
                <a:pathLst>
                  <a:path extrusionOk="0" h="646" w="3749">
                    <a:moveTo>
                      <a:pt x="3503" y="92"/>
                    </a:moveTo>
                    <a:lnTo>
                      <a:pt x="3534" y="123"/>
                    </a:lnTo>
                    <a:lnTo>
                      <a:pt x="3595" y="154"/>
                    </a:lnTo>
                    <a:lnTo>
                      <a:pt x="3595" y="184"/>
                    </a:lnTo>
                    <a:lnTo>
                      <a:pt x="3626" y="246"/>
                    </a:lnTo>
                    <a:lnTo>
                      <a:pt x="3626" y="400"/>
                    </a:lnTo>
                    <a:lnTo>
                      <a:pt x="3595" y="430"/>
                    </a:lnTo>
                    <a:lnTo>
                      <a:pt x="3595" y="492"/>
                    </a:lnTo>
                    <a:lnTo>
                      <a:pt x="3534" y="522"/>
                    </a:lnTo>
                    <a:lnTo>
                      <a:pt x="216" y="522"/>
                    </a:lnTo>
                    <a:lnTo>
                      <a:pt x="154" y="492"/>
                    </a:lnTo>
                    <a:lnTo>
                      <a:pt x="123" y="430"/>
                    </a:lnTo>
                    <a:lnTo>
                      <a:pt x="123" y="400"/>
                    </a:lnTo>
                    <a:lnTo>
                      <a:pt x="123" y="246"/>
                    </a:lnTo>
                    <a:lnTo>
                      <a:pt x="123" y="184"/>
                    </a:lnTo>
                    <a:lnTo>
                      <a:pt x="154" y="154"/>
                    </a:lnTo>
                    <a:lnTo>
                      <a:pt x="216" y="123"/>
                    </a:lnTo>
                    <a:lnTo>
                      <a:pt x="246" y="92"/>
                    </a:lnTo>
                    <a:close/>
                    <a:moveTo>
                      <a:pt x="154" y="0"/>
                    </a:moveTo>
                    <a:lnTo>
                      <a:pt x="62" y="62"/>
                    </a:lnTo>
                    <a:lnTo>
                      <a:pt x="31" y="154"/>
                    </a:lnTo>
                    <a:lnTo>
                      <a:pt x="0" y="246"/>
                    </a:lnTo>
                    <a:lnTo>
                      <a:pt x="0" y="400"/>
                    </a:lnTo>
                    <a:lnTo>
                      <a:pt x="31" y="492"/>
                    </a:lnTo>
                    <a:lnTo>
                      <a:pt x="62" y="584"/>
                    </a:lnTo>
                    <a:lnTo>
                      <a:pt x="154" y="615"/>
                    </a:lnTo>
                    <a:lnTo>
                      <a:pt x="246" y="645"/>
                    </a:lnTo>
                    <a:lnTo>
                      <a:pt x="3503" y="645"/>
                    </a:lnTo>
                    <a:lnTo>
                      <a:pt x="3595" y="615"/>
                    </a:lnTo>
                    <a:lnTo>
                      <a:pt x="3657" y="584"/>
                    </a:lnTo>
                    <a:lnTo>
                      <a:pt x="3718" y="492"/>
                    </a:lnTo>
                    <a:lnTo>
                      <a:pt x="3749" y="400"/>
                    </a:lnTo>
                    <a:lnTo>
                      <a:pt x="3749" y="246"/>
                    </a:lnTo>
                    <a:lnTo>
                      <a:pt x="3718" y="154"/>
                    </a:lnTo>
                    <a:lnTo>
                      <a:pt x="3657" y="62"/>
                    </a:lnTo>
                    <a:lnTo>
                      <a:pt x="359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10"/>
              <p:cNvSpPr/>
              <p:nvPr/>
            </p:nvSpPr>
            <p:spPr>
              <a:xfrm>
                <a:off x="4459221" y="1651423"/>
                <a:ext cx="318986" cy="48723"/>
              </a:xfrm>
              <a:custGeom>
                <a:rect b="b" l="l" r="r" t="t"/>
                <a:pathLst>
                  <a:path extrusionOk="0" h="554" w="3627">
                    <a:moveTo>
                      <a:pt x="185" y="0"/>
                    </a:moveTo>
                    <a:lnTo>
                      <a:pt x="124" y="31"/>
                    </a:lnTo>
                    <a:lnTo>
                      <a:pt x="62" y="62"/>
                    </a:lnTo>
                    <a:lnTo>
                      <a:pt x="1" y="123"/>
                    </a:lnTo>
                    <a:lnTo>
                      <a:pt x="1" y="216"/>
                    </a:lnTo>
                    <a:lnTo>
                      <a:pt x="1" y="369"/>
                    </a:lnTo>
                    <a:lnTo>
                      <a:pt x="1" y="431"/>
                    </a:lnTo>
                    <a:lnTo>
                      <a:pt x="62" y="492"/>
                    </a:lnTo>
                    <a:lnTo>
                      <a:pt x="124" y="523"/>
                    </a:lnTo>
                    <a:lnTo>
                      <a:pt x="185" y="554"/>
                    </a:lnTo>
                    <a:lnTo>
                      <a:pt x="3442" y="554"/>
                    </a:lnTo>
                    <a:lnTo>
                      <a:pt x="3504" y="523"/>
                    </a:lnTo>
                    <a:lnTo>
                      <a:pt x="3565" y="492"/>
                    </a:lnTo>
                    <a:lnTo>
                      <a:pt x="3596" y="431"/>
                    </a:lnTo>
                    <a:lnTo>
                      <a:pt x="3627" y="369"/>
                    </a:lnTo>
                    <a:lnTo>
                      <a:pt x="3627" y="216"/>
                    </a:lnTo>
                    <a:lnTo>
                      <a:pt x="3596" y="123"/>
                    </a:lnTo>
                    <a:lnTo>
                      <a:pt x="3565" y="62"/>
                    </a:lnTo>
                    <a:lnTo>
                      <a:pt x="3504" y="31"/>
                    </a:lnTo>
                    <a:lnTo>
                      <a:pt x="344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10"/>
              <p:cNvSpPr/>
              <p:nvPr/>
            </p:nvSpPr>
            <p:spPr>
              <a:xfrm>
                <a:off x="4459221" y="1724421"/>
                <a:ext cx="318986" cy="48723"/>
              </a:xfrm>
              <a:custGeom>
                <a:rect b="b" l="l" r="r" t="t"/>
                <a:pathLst>
                  <a:path extrusionOk="0" h="554" w="3627">
                    <a:moveTo>
                      <a:pt x="185" y="0"/>
                    </a:moveTo>
                    <a:lnTo>
                      <a:pt x="124" y="31"/>
                    </a:lnTo>
                    <a:lnTo>
                      <a:pt x="62" y="62"/>
                    </a:lnTo>
                    <a:lnTo>
                      <a:pt x="1" y="123"/>
                    </a:lnTo>
                    <a:lnTo>
                      <a:pt x="1" y="215"/>
                    </a:lnTo>
                    <a:lnTo>
                      <a:pt x="1" y="369"/>
                    </a:lnTo>
                    <a:lnTo>
                      <a:pt x="1" y="430"/>
                    </a:lnTo>
                    <a:lnTo>
                      <a:pt x="62" y="492"/>
                    </a:lnTo>
                    <a:lnTo>
                      <a:pt x="124" y="522"/>
                    </a:lnTo>
                    <a:lnTo>
                      <a:pt x="185" y="553"/>
                    </a:lnTo>
                    <a:lnTo>
                      <a:pt x="3442" y="553"/>
                    </a:lnTo>
                    <a:lnTo>
                      <a:pt x="3504" y="522"/>
                    </a:lnTo>
                    <a:lnTo>
                      <a:pt x="3565" y="492"/>
                    </a:lnTo>
                    <a:lnTo>
                      <a:pt x="3596" y="430"/>
                    </a:lnTo>
                    <a:lnTo>
                      <a:pt x="3627" y="369"/>
                    </a:lnTo>
                    <a:lnTo>
                      <a:pt x="3627" y="215"/>
                    </a:lnTo>
                    <a:lnTo>
                      <a:pt x="3596" y="123"/>
                    </a:lnTo>
                    <a:lnTo>
                      <a:pt x="3565" y="62"/>
                    </a:lnTo>
                    <a:lnTo>
                      <a:pt x="3504" y="31"/>
                    </a:lnTo>
                    <a:lnTo>
                      <a:pt x="344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10"/>
              <p:cNvSpPr/>
              <p:nvPr/>
            </p:nvSpPr>
            <p:spPr>
              <a:xfrm>
                <a:off x="4459221" y="1797330"/>
                <a:ext cx="318986" cy="48723"/>
              </a:xfrm>
              <a:custGeom>
                <a:rect b="b" l="l" r="r" t="t"/>
                <a:pathLst>
                  <a:path extrusionOk="0" h="554" w="3627">
                    <a:moveTo>
                      <a:pt x="185" y="1"/>
                    </a:moveTo>
                    <a:lnTo>
                      <a:pt x="124" y="31"/>
                    </a:lnTo>
                    <a:lnTo>
                      <a:pt x="62" y="62"/>
                    </a:lnTo>
                    <a:lnTo>
                      <a:pt x="1" y="124"/>
                    </a:lnTo>
                    <a:lnTo>
                      <a:pt x="1" y="216"/>
                    </a:lnTo>
                    <a:lnTo>
                      <a:pt x="1" y="369"/>
                    </a:lnTo>
                    <a:lnTo>
                      <a:pt x="1" y="431"/>
                    </a:lnTo>
                    <a:lnTo>
                      <a:pt x="62" y="492"/>
                    </a:lnTo>
                    <a:lnTo>
                      <a:pt x="124" y="523"/>
                    </a:lnTo>
                    <a:lnTo>
                      <a:pt x="185" y="554"/>
                    </a:lnTo>
                    <a:lnTo>
                      <a:pt x="3442" y="554"/>
                    </a:lnTo>
                    <a:lnTo>
                      <a:pt x="3504" y="523"/>
                    </a:lnTo>
                    <a:lnTo>
                      <a:pt x="3565" y="492"/>
                    </a:lnTo>
                    <a:lnTo>
                      <a:pt x="3596" y="431"/>
                    </a:lnTo>
                    <a:lnTo>
                      <a:pt x="3627" y="369"/>
                    </a:lnTo>
                    <a:lnTo>
                      <a:pt x="3627" y="216"/>
                    </a:lnTo>
                    <a:lnTo>
                      <a:pt x="3596" y="124"/>
                    </a:lnTo>
                    <a:lnTo>
                      <a:pt x="3565" y="62"/>
                    </a:lnTo>
                    <a:lnTo>
                      <a:pt x="3504" y="31"/>
                    </a:lnTo>
                    <a:lnTo>
                      <a:pt x="344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10"/>
              <p:cNvSpPr/>
              <p:nvPr/>
            </p:nvSpPr>
            <p:spPr>
              <a:xfrm>
                <a:off x="4048498" y="1773056"/>
                <a:ext cx="124358" cy="337806"/>
              </a:xfrm>
              <a:custGeom>
                <a:rect b="b" l="l" r="r" t="t"/>
                <a:pathLst>
                  <a:path extrusionOk="0" h="3841" w="1414">
                    <a:moveTo>
                      <a:pt x="1" y="0"/>
                    </a:moveTo>
                    <a:lnTo>
                      <a:pt x="1" y="3841"/>
                    </a:lnTo>
                    <a:lnTo>
                      <a:pt x="1414" y="3841"/>
                    </a:lnTo>
                    <a:lnTo>
                      <a:pt x="141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10"/>
              <p:cNvSpPr/>
              <p:nvPr/>
            </p:nvSpPr>
            <p:spPr>
              <a:xfrm>
                <a:off x="3637775" y="1924327"/>
                <a:ext cx="491890" cy="2359192"/>
              </a:xfrm>
              <a:custGeom>
                <a:rect b="b" l="l" r="r" t="t"/>
                <a:pathLst>
                  <a:path extrusionOk="0" h="26825" w="5593">
                    <a:moveTo>
                      <a:pt x="154" y="1"/>
                    </a:moveTo>
                    <a:lnTo>
                      <a:pt x="62" y="62"/>
                    </a:lnTo>
                    <a:lnTo>
                      <a:pt x="31" y="124"/>
                    </a:lnTo>
                    <a:lnTo>
                      <a:pt x="0" y="216"/>
                    </a:lnTo>
                    <a:lnTo>
                      <a:pt x="0" y="26609"/>
                    </a:lnTo>
                    <a:lnTo>
                      <a:pt x="31" y="26671"/>
                    </a:lnTo>
                    <a:lnTo>
                      <a:pt x="62" y="26763"/>
                    </a:lnTo>
                    <a:lnTo>
                      <a:pt x="154" y="26794"/>
                    </a:lnTo>
                    <a:lnTo>
                      <a:pt x="215" y="26824"/>
                    </a:lnTo>
                    <a:lnTo>
                      <a:pt x="4855" y="26824"/>
                    </a:lnTo>
                    <a:lnTo>
                      <a:pt x="4947" y="26794"/>
                    </a:lnTo>
                    <a:lnTo>
                      <a:pt x="5009" y="26763"/>
                    </a:lnTo>
                    <a:lnTo>
                      <a:pt x="5039" y="26671"/>
                    </a:lnTo>
                    <a:lnTo>
                      <a:pt x="5070" y="26609"/>
                    </a:lnTo>
                    <a:lnTo>
                      <a:pt x="5039" y="26517"/>
                    </a:lnTo>
                    <a:lnTo>
                      <a:pt x="5009" y="26456"/>
                    </a:lnTo>
                    <a:lnTo>
                      <a:pt x="4947" y="26394"/>
                    </a:lnTo>
                    <a:lnTo>
                      <a:pt x="430" y="26394"/>
                    </a:lnTo>
                    <a:lnTo>
                      <a:pt x="430" y="431"/>
                    </a:lnTo>
                    <a:lnTo>
                      <a:pt x="5377" y="431"/>
                    </a:lnTo>
                    <a:lnTo>
                      <a:pt x="5439" y="400"/>
                    </a:lnTo>
                    <a:lnTo>
                      <a:pt x="5531" y="369"/>
                    </a:lnTo>
                    <a:lnTo>
                      <a:pt x="5562" y="277"/>
                    </a:lnTo>
                    <a:lnTo>
                      <a:pt x="5592" y="216"/>
                    </a:lnTo>
                    <a:lnTo>
                      <a:pt x="5562" y="124"/>
                    </a:lnTo>
                    <a:lnTo>
                      <a:pt x="5531" y="62"/>
                    </a:lnTo>
                    <a:lnTo>
                      <a:pt x="543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1"/>
          <p:cNvSpPr txBox="1"/>
          <p:nvPr/>
        </p:nvSpPr>
        <p:spPr>
          <a:xfrm>
            <a:off x="5467517" y="1290075"/>
            <a:ext cx="3461658"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NL" sz="1200" u="sng" cap="none" strike="noStrike">
                <a:solidFill>
                  <a:srgbClr val="CB6501"/>
                </a:solidFill>
                <a:latin typeface="Roboto"/>
                <a:ea typeface="Roboto"/>
                <a:cs typeface="Roboto"/>
                <a:sym typeface="Roboto"/>
              </a:rPr>
              <a:t>Key Finding:</a:t>
            </a:r>
            <a:endParaRPr b="1" i="1" sz="1200" u="sng" cap="none" strike="noStrike">
              <a:solidFill>
                <a:srgbClr val="CB6501"/>
              </a:solidFill>
              <a:latin typeface="Roboto"/>
              <a:ea typeface="Roboto"/>
              <a:cs typeface="Roboto"/>
              <a:sym typeface="Roboto"/>
            </a:endParaRPr>
          </a:p>
          <a:p>
            <a:pPr indent="-171450" lvl="0" marL="171450" marR="0" rtl="0" algn="l">
              <a:lnSpc>
                <a:spcPct val="100000"/>
              </a:lnSpc>
              <a:spcBef>
                <a:spcPts val="0"/>
              </a:spcBef>
              <a:spcAft>
                <a:spcPts val="0"/>
              </a:spcAft>
              <a:buClr>
                <a:schemeClr val="dk1"/>
              </a:buClr>
              <a:buSzPts val="1200"/>
              <a:buFont typeface="Arial"/>
              <a:buChar char="•"/>
            </a:pPr>
            <a:r>
              <a:rPr b="0" i="0" lang="en-NL" sz="1200" u="none" cap="none" strike="noStrike">
                <a:solidFill>
                  <a:schemeClr val="dk1"/>
                </a:solidFill>
                <a:latin typeface="Roboto"/>
                <a:ea typeface="Roboto"/>
                <a:cs typeface="Roboto"/>
                <a:sym typeface="Roboto"/>
              </a:rPr>
              <a:t>Since 2022, Spain has maintained strong EV growth, with annual growth rates above 30%</a:t>
            </a:r>
            <a:endParaRPr b="0" i="0" sz="1200" u="none" cap="none" strike="noStrike">
              <a:solidFill>
                <a:schemeClr val="dk1"/>
              </a:solidFill>
              <a:latin typeface="Roboto"/>
              <a:ea typeface="Roboto"/>
              <a:cs typeface="Roboto"/>
              <a:sym typeface="Roboto"/>
            </a:endParaRPr>
          </a:p>
          <a:p>
            <a:pPr indent="-171450" lvl="0" marL="171450" marR="0" rtl="0" algn="l">
              <a:lnSpc>
                <a:spcPct val="100000"/>
              </a:lnSpc>
              <a:spcBef>
                <a:spcPts val="0"/>
              </a:spcBef>
              <a:spcAft>
                <a:spcPts val="0"/>
              </a:spcAft>
              <a:buClr>
                <a:schemeClr val="dk1"/>
              </a:buClr>
              <a:buSzPts val="1200"/>
              <a:buFont typeface="Arial"/>
              <a:buChar char="•"/>
            </a:pPr>
            <a:r>
              <a:rPr b="0" i="0" lang="en-NL" sz="1200" u="none" cap="none" strike="noStrike">
                <a:solidFill>
                  <a:schemeClr val="dk1"/>
                </a:solidFill>
                <a:latin typeface="Roboto"/>
                <a:ea typeface="Roboto"/>
                <a:cs typeface="Roboto"/>
                <a:sym typeface="Roboto"/>
              </a:rPr>
              <a:t>Spain's EV market continues to expand despite reaching a more mature stage</a:t>
            </a:r>
            <a:endParaRPr/>
          </a:p>
        </p:txBody>
      </p:sp>
      <p:sp>
        <p:nvSpPr>
          <p:cNvPr id="860" name="Google Shape;860;p11"/>
          <p:cNvSpPr txBox="1"/>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Fira Sans"/>
              <a:buNone/>
            </a:pPr>
            <a:r>
              <a:rPr b="1" i="0" lang="en-NL" sz="2000" u="none" cap="none" strike="noStrike">
                <a:solidFill>
                  <a:srgbClr val="00B0F0"/>
                </a:solidFill>
                <a:latin typeface="Fira Sans"/>
                <a:ea typeface="Fira Sans"/>
                <a:cs typeface="Fira Sans"/>
                <a:sym typeface="Fira Sans"/>
              </a:rPr>
              <a:t>EV Adoption Continues to Grow in Spain</a:t>
            </a:r>
            <a:endParaRPr b="1" i="0" sz="2000" u="none" cap="none" strike="noStrike">
              <a:solidFill>
                <a:srgbClr val="00B0F0"/>
              </a:solidFill>
              <a:latin typeface="Fira Sans"/>
              <a:ea typeface="Fira Sans"/>
              <a:cs typeface="Fira Sans"/>
              <a:sym typeface="Fira Sans"/>
            </a:endParaRPr>
          </a:p>
        </p:txBody>
      </p:sp>
      <p:graphicFrame>
        <p:nvGraphicFramePr>
          <p:cNvPr id="861" name="Google Shape;861;p11"/>
          <p:cNvGraphicFramePr/>
          <p:nvPr/>
        </p:nvGraphicFramePr>
        <p:xfrm>
          <a:off x="567368" y="1186755"/>
          <a:ext cx="4572000" cy="3295650"/>
        </p:xfrm>
        <a:graphic>
          <a:graphicData uri="http://schemas.openxmlformats.org/drawingml/2006/chart">
            <c:chart r:id="rId3"/>
          </a:graphicData>
        </a:graphic>
      </p:graphicFrame>
      <p:cxnSp>
        <p:nvCxnSpPr>
          <p:cNvPr id="862" name="Google Shape;862;p11"/>
          <p:cNvCxnSpPr/>
          <p:nvPr/>
        </p:nvCxnSpPr>
        <p:spPr>
          <a:xfrm rot="10800000">
            <a:off x="209570" y="1050029"/>
            <a:ext cx="8636975" cy="0"/>
          </a:xfrm>
          <a:prstGeom prst="straightConnector1">
            <a:avLst/>
          </a:prstGeom>
          <a:noFill/>
          <a:ln cap="flat" cmpd="sng" w="19050">
            <a:solidFill>
              <a:srgbClr val="FF0000"/>
            </a:solidFill>
            <a:prstDash val="solid"/>
            <a:round/>
            <a:headEnd len="sm" w="sm" type="none"/>
            <a:tailEnd len="sm" w="sm" type="none"/>
          </a:ln>
        </p:spPr>
      </p:cxnSp>
      <p:sp>
        <p:nvSpPr>
          <p:cNvPr id="863" name="Google Shape;863;p11"/>
          <p:cNvSpPr txBox="1"/>
          <p:nvPr/>
        </p:nvSpPr>
        <p:spPr>
          <a:xfrm>
            <a:off x="795837" y="4328516"/>
            <a:ext cx="45720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NL" sz="800" u="none" cap="none" strike="noStrike">
                <a:solidFill>
                  <a:srgbClr val="000000"/>
                </a:solidFill>
                <a:latin typeface="Roboto"/>
                <a:ea typeface="Roboto"/>
                <a:cs typeface="Roboto"/>
                <a:sym typeface="Roboto"/>
              </a:rPr>
              <a:t>Source:</a:t>
            </a:r>
            <a:r>
              <a:rPr b="0" i="0" lang="en-NL" sz="800" u="none" cap="none" strike="noStrike">
                <a:solidFill>
                  <a:srgbClr val="000000"/>
                </a:solidFill>
                <a:latin typeface="Roboto"/>
                <a:ea typeface="Roboto"/>
                <a:cs typeface="Roboto"/>
                <a:sym typeface="Roboto"/>
              </a:rPr>
              <a:t> Eurostat (2020–2024)</a:t>
            </a:r>
            <a:endParaRPr/>
          </a:p>
        </p:txBody>
      </p:sp>
      <p:sp>
        <p:nvSpPr>
          <p:cNvPr id="864" name="Google Shape;864;p11"/>
          <p:cNvSpPr txBox="1"/>
          <p:nvPr/>
        </p:nvSpPr>
        <p:spPr>
          <a:xfrm>
            <a:off x="5494041" y="2783675"/>
            <a:ext cx="3408609"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NL" sz="1200" u="sng" cap="none" strike="noStrike">
                <a:solidFill>
                  <a:srgbClr val="428D23"/>
                </a:solidFill>
                <a:latin typeface="Roboto"/>
                <a:ea typeface="Roboto"/>
                <a:cs typeface="Roboto"/>
                <a:sym typeface="Roboto"/>
              </a:rPr>
              <a:t>Business Impact:</a:t>
            </a:r>
            <a:endParaRPr b="1" i="1" sz="1200" u="sng" cap="none" strike="noStrike">
              <a:solidFill>
                <a:srgbClr val="428D23"/>
              </a:solidFill>
              <a:latin typeface="Roboto"/>
              <a:ea typeface="Roboto"/>
              <a:cs typeface="Roboto"/>
              <a:sym typeface="Roboto"/>
            </a:endParaRPr>
          </a:p>
          <a:p>
            <a:pPr indent="-171450" lvl="0" marL="171450" marR="0" rtl="0" algn="l">
              <a:lnSpc>
                <a:spcPct val="100000"/>
              </a:lnSpc>
              <a:spcBef>
                <a:spcPts val="0"/>
              </a:spcBef>
              <a:spcAft>
                <a:spcPts val="0"/>
              </a:spcAft>
              <a:buClr>
                <a:schemeClr val="dk1"/>
              </a:buClr>
              <a:buSzPts val="1200"/>
              <a:buFont typeface="Arial"/>
              <a:buChar char="•"/>
            </a:pPr>
            <a:r>
              <a:rPr b="0" i="0" lang="en-NL" sz="1200" u="none" cap="none" strike="noStrike">
                <a:solidFill>
                  <a:schemeClr val="dk1"/>
                </a:solidFill>
                <a:latin typeface="Roboto"/>
                <a:ea typeface="Roboto"/>
                <a:cs typeface="Roboto"/>
                <a:sym typeface="Roboto"/>
              </a:rPr>
              <a:t>More EVs will increase demand for charging infrastructure</a:t>
            </a:r>
            <a:endParaRPr b="0" i="0" sz="1200" u="none" cap="none" strike="noStrike">
              <a:solidFill>
                <a:schemeClr val="dk1"/>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200"/>
              <a:buFont typeface="Arial"/>
              <a:buChar char="•"/>
            </a:pPr>
            <a:r>
              <a:rPr b="0" i="0" lang="en-NL" sz="1200" u="none" cap="none" strike="noStrike">
                <a:solidFill>
                  <a:srgbClr val="000000"/>
                </a:solidFill>
                <a:latin typeface="Arial"/>
                <a:ea typeface="Arial"/>
                <a:cs typeface="Arial"/>
                <a:sym typeface="Arial"/>
              </a:rPr>
              <a:t>Providers must plan for long-term network expansion</a:t>
            </a:r>
            <a:endParaRPr b="0" i="0" sz="1200" u="none" cap="none" strike="noStrike">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2"/>
          <p:cNvSpPr txBox="1"/>
          <p:nvPr>
            <p:ph type="title"/>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800"/>
              <a:buFont typeface="Fira Sans"/>
              <a:buNone/>
            </a:pPr>
            <a:r>
              <a:rPr lang="en-NL">
                <a:solidFill>
                  <a:schemeClr val="dk1"/>
                </a:solidFill>
              </a:rPr>
              <a:t>Spain's Charging Infrastructure Keeps Pace with EV Growth</a:t>
            </a:r>
            <a:endParaRPr/>
          </a:p>
        </p:txBody>
      </p:sp>
      <p:pic>
        <p:nvPicPr>
          <p:cNvPr id="870" name="Google Shape;870;p12"/>
          <p:cNvPicPr preferRelativeResize="0"/>
          <p:nvPr/>
        </p:nvPicPr>
        <p:blipFill rotWithShape="1">
          <a:blip r:embed="rId3">
            <a:alphaModFix/>
          </a:blip>
          <a:srcRect b="0" l="0" r="0" t="0"/>
          <a:stretch/>
        </p:blipFill>
        <p:spPr>
          <a:xfrm>
            <a:off x="147034" y="1148705"/>
            <a:ext cx="5471577" cy="2650634"/>
          </a:xfrm>
          <a:prstGeom prst="rect">
            <a:avLst/>
          </a:prstGeom>
          <a:noFill/>
          <a:ln>
            <a:noFill/>
          </a:ln>
        </p:spPr>
      </p:pic>
      <p:cxnSp>
        <p:nvCxnSpPr>
          <p:cNvPr id="871" name="Google Shape;871;p12"/>
          <p:cNvCxnSpPr/>
          <p:nvPr/>
        </p:nvCxnSpPr>
        <p:spPr>
          <a:xfrm rot="10800000">
            <a:off x="253283" y="945712"/>
            <a:ext cx="8787685" cy="0"/>
          </a:xfrm>
          <a:prstGeom prst="straightConnector1">
            <a:avLst/>
          </a:prstGeom>
          <a:noFill/>
          <a:ln cap="flat" cmpd="sng" w="19050">
            <a:solidFill>
              <a:srgbClr val="C00000"/>
            </a:solidFill>
            <a:prstDash val="solid"/>
            <a:round/>
            <a:headEnd len="sm" w="sm" type="none"/>
            <a:tailEnd len="sm" w="sm" type="none"/>
          </a:ln>
        </p:spPr>
      </p:cxnSp>
      <p:sp>
        <p:nvSpPr>
          <p:cNvPr id="872" name="Google Shape;872;p12"/>
          <p:cNvSpPr txBox="1"/>
          <p:nvPr/>
        </p:nvSpPr>
        <p:spPr>
          <a:xfrm>
            <a:off x="178158" y="3887074"/>
            <a:ext cx="45720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NL" sz="800" u="none" cap="none" strike="noStrike">
                <a:solidFill>
                  <a:srgbClr val="000000"/>
                </a:solidFill>
                <a:latin typeface="Roboto"/>
                <a:ea typeface="Roboto"/>
                <a:cs typeface="Roboto"/>
                <a:sym typeface="Roboto"/>
              </a:rPr>
              <a:t>Source:</a:t>
            </a:r>
            <a:r>
              <a:rPr b="0" i="0" lang="en-NL" sz="800" u="none" cap="none" strike="noStrike">
                <a:solidFill>
                  <a:srgbClr val="000000"/>
                </a:solidFill>
                <a:latin typeface="Roboto"/>
                <a:ea typeface="Roboto"/>
                <a:cs typeface="Roboto"/>
                <a:sym typeface="Roboto"/>
              </a:rPr>
              <a:t> Eurostat (2020–2024)</a:t>
            </a:r>
            <a:endParaRPr/>
          </a:p>
        </p:txBody>
      </p:sp>
      <p:sp>
        <p:nvSpPr>
          <p:cNvPr id="873" name="Google Shape;873;p12"/>
          <p:cNvSpPr/>
          <p:nvPr/>
        </p:nvSpPr>
        <p:spPr>
          <a:xfrm>
            <a:off x="178158" y="2314241"/>
            <a:ext cx="5414314" cy="368858"/>
          </a:xfrm>
          <a:prstGeom prst="roundRect">
            <a:avLst>
              <a:gd fmla="val 16667" name="adj"/>
            </a:avLst>
          </a:prstGeom>
          <a:noFill/>
          <a:ln cap="flat" cmpd="sng" w="25400">
            <a:solidFill>
              <a:srgbClr val="0174A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2C5E17"/>
              </a:solidFill>
              <a:latin typeface="Arial"/>
              <a:ea typeface="Arial"/>
              <a:cs typeface="Arial"/>
              <a:sym typeface="Arial"/>
            </a:endParaRPr>
          </a:p>
        </p:txBody>
      </p:sp>
      <p:sp>
        <p:nvSpPr>
          <p:cNvPr id="874" name="Google Shape;874;p12"/>
          <p:cNvSpPr txBox="1"/>
          <p:nvPr/>
        </p:nvSpPr>
        <p:spPr>
          <a:xfrm>
            <a:off x="5755145" y="1284387"/>
            <a:ext cx="3461658" cy="9387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NL" sz="1100" u="sng" cap="none" strike="noStrike">
                <a:solidFill>
                  <a:srgbClr val="CB6501"/>
                </a:solidFill>
                <a:latin typeface="Roboto"/>
                <a:ea typeface="Roboto"/>
                <a:cs typeface="Roboto"/>
                <a:sym typeface="Roboto"/>
              </a:rPr>
              <a:t>Key Finding:</a:t>
            </a:r>
            <a:endParaRPr b="1" i="1" sz="1100" u="sng" cap="none" strike="noStrike">
              <a:solidFill>
                <a:srgbClr val="CB6501"/>
              </a:solidFill>
              <a:latin typeface="Roboto"/>
              <a:ea typeface="Roboto"/>
              <a:cs typeface="Roboto"/>
              <a:sym typeface="Roboto"/>
            </a:endParaRPr>
          </a:p>
          <a:p>
            <a:pPr indent="-171450" lvl="0" marL="171450" marR="0" rtl="0" algn="l">
              <a:lnSpc>
                <a:spcPct val="100000"/>
              </a:lnSpc>
              <a:spcBef>
                <a:spcPts val="0"/>
              </a:spcBef>
              <a:spcAft>
                <a:spcPts val="0"/>
              </a:spcAft>
              <a:buClr>
                <a:schemeClr val="dk1"/>
              </a:buClr>
              <a:buSzPts val="1100"/>
              <a:buFont typeface="Arial"/>
              <a:buChar char="•"/>
            </a:pPr>
            <a:r>
              <a:rPr b="0" i="0" lang="en-NL" sz="1100" u="none" cap="none" strike="noStrike">
                <a:solidFill>
                  <a:schemeClr val="dk1"/>
                </a:solidFill>
                <a:latin typeface="Roboto"/>
                <a:ea typeface="Roboto"/>
                <a:cs typeface="Roboto"/>
                <a:sym typeface="Roboto"/>
              </a:rPr>
              <a:t>Spain has the </a:t>
            </a:r>
            <a:r>
              <a:rPr b="1" i="0" lang="en-NL" sz="1100" u="none" cap="none" strike="noStrike">
                <a:solidFill>
                  <a:schemeClr val="dk1"/>
                </a:solidFill>
                <a:latin typeface="Roboto"/>
                <a:ea typeface="Roboto"/>
                <a:cs typeface="Roboto"/>
                <a:sym typeface="Roboto"/>
              </a:rPr>
              <a:t>lowest EV-to-charging-location ratio (101)</a:t>
            </a:r>
            <a:r>
              <a:rPr b="0" i="0" lang="en-NL" sz="1100" u="none" cap="none" strike="noStrike">
                <a:solidFill>
                  <a:schemeClr val="dk1"/>
                </a:solidFill>
                <a:latin typeface="Roboto"/>
                <a:ea typeface="Roboto"/>
                <a:cs typeface="Roboto"/>
                <a:sym typeface="Roboto"/>
              </a:rPr>
              <a:t> among the five countries</a:t>
            </a:r>
            <a:endParaRPr b="0" i="0" sz="1100" u="none" cap="none" strike="noStrike">
              <a:solidFill>
                <a:schemeClr val="dk1"/>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100"/>
              <a:buFont typeface="Arial"/>
              <a:buChar char="•"/>
            </a:pPr>
            <a:r>
              <a:rPr b="0" i="0" lang="en-NL" sz="1100" u="none" cap="none" strike="noStrike">
                <a:solidFill>
                  <a:srgbClr val="000000"/>
                </a:solidFill>
                <a:latin typeface="Roboto"/>
                <a:ea typeface="Roboto"/>
                <a:cs typeface="Roboto"/>
                <a:sym typeface="Roboto"/>
              </a:rPr>
              <a:t>This indicates better charging availability per EV compared with the other countries analysed</a:t>
            </a:r>
            <a:endParaRPr b="0" i="0" sz="1100" u="none" cap="none" strike="noStrike">
              <a:solidFill>
                <a:schemeClr val="dk1"/>
              </a:solidFill>
              <a:latin typeface="Roboto"/>
              <a:ea typeface="Roboto"/>
              <a:cs typeface="Roboto"/>
              <a:sym typeface="Roboto"/>
            </a:endParaRPr>
          </a:p>
        </p:txBody>
      </p:sp>
      <p:sp>
        <p:nvSpPr>
          <p:cNvPr id="875" name="Google Shape;875;p12"/>
          <p:cNvSpPr txBox="1"/>
          <p:nvPr/>
        </p:nvSpPr>
        <p:spPr>
          <a:xfrm>
            <a:off x="5781669" y="2818308"/>
            <a:ext cx="3408609" cy="7848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NL" sz="1200" u="sng" cap="none" strike="noStrike">
                <a:solidFill>
                  <a:srgbClr val="2C5E17"/>
                </a:solidFill>
                <a:latin typeface="Roboto"/>
                <a:ea typeface="Roboto"/>
                <a:cs typeface="Roboto"/>
                <a:sym typeface="Roboto"/>
              </a:rPr>
              <a:t>Business Opportunity:</a:t>
            </a:r>
            <a:endParaRPr b="1" i="1" sz="1200" u="sng" cap="none" strike="noStrike">
              <a:solidFill>
                <a:srgbClr val="2C5E17"/>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100"/>
              <a:buFont typeface="Arial"/>
              <a:buChar char="•"/>
            </a:pPr>
            <a:r>
              <a:rPr b="0" i="0" lang="en-NL" sz="1100" u="none" cap="none" strike="noStrike">
                <a:solidFill>
                  <a:srgbClr val="000000"/>
                </a:solidFill>
                <a:latin typeface="Roboto"/>
                <a:ea typeface="Roboto"/>
                <a:cs typeface="Roboto"/>
                <a:sym typeface="Roboto"/>
              </a:rPr>
              <a:t>Spain's charging infrastructure provides a strong foundation to support continued EV growth</a:t>
            </a:r>
            <a:endParaRPr b="0" i="0" sz="1100" u="none" cap="none" strike="noStrike">
              <a:solidFill>
                <a:srgbClr val="000000"/>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100"/>
              <a:buFont typeface="Arial"/>
              <a:buChar char="•"/>
            </a:pPr>
            <a:r>
              <a:rPr b="0" i="0" lang="en-NL" sz="1100" u="none" cap="none" strike="noStrike">
                <a:solidFill>
                  <a:srgbClr val="000000"/>
                </a:solidFill>
                <a:latin typeface="Arial"/>
                <a:ea typeface="Arial"/>
                <a:cs typeface="Arial"/>
                <a:sym typeface="Arial"/>
              </a:rPr>
              <a:t>There is capacity to accommodate future growth</a:t>
            </a:r>
            <a:endParaRPr b="0" i="0" sz="1100" u="none" cap="none" strike="noStrike">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3"/>
          <p:cNvSpPr txBox="1"/>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Fira Sans"/>
              <a:buNone/>
            </a:pPr>
            <a:r>
              <a:rPr b="1" i="0" lang="en-NL" sz="2000" u="none" cap="none" strike="noStrike">
                <a:solidFill>
                  <a:schemeClr val="dk1"/>
                </a:solidFill>
                <a:latin typeface="Fira Sans"/>
                <a:ea typeface="Fira Sans"/>
                <a:cs typeface="Fira Sans"/>
                <a:sym typeface="Fira Sans"/>
              </a:rPr>
              <a:t>Regions Leading Spain's Charging Infrastructure Growth(2024)</a:t>
            </a:r>
            <a:endParaRPr/>
          </a:p>
        </p:txBody>
      </p:sp>
      <p:cxnSp>
        <p:nvCxnSpPr>
          <p:cNvPr id="881" name="Google Shape;881;p13"/>
          <p:cNvCxnSpPr/>
          <p:nvPr/>
        </p:nvCxnSpPr>
        <p:spPr>
          <a:xfrm>
            <a:off x="162353" y="984065"/>
            <a:ext cx="8819293" cy="0"/>
          </a:xfrm>
          <a:prstGeom prst="straightConnector1">
            <a:avLst/>
          </a:prstGeom>
          <a:noFill/>
          <a:ln cap="flat" cmpd="sng" w="19050">
            <a:solidFill>
              <a:schemeClr val="accent4"/>
            </a:solidFill>
            <a:prstDash val="solid"/>
            <a:round/>
            <a:headEnd len="sm" w="sm" type="none"/>
            <a:tailEnd len="sm" w="sm" type="none"/>
          </a:ln>
        </p:spPr>
      </p:cxnSp>
      <p:sp>
        <p:nvSpPr>
          <p:cNvPr id="882" name="Google Shape;882;p13"/>
          <p:cNvSpPr txBox="1"/>
          <p:nvPr/>
        </p:nvSpPr>
        <p:spPr>
          <a:xfrm>
            <a:off x="525888" y="4471085"/>
            <a:ext cx="45720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NL" sz="800" u="none" cap="none" strike="noStrike">
                <a:solidFill>
                  <a:srgbClr val="000000"/>
                </a:solidFill>
                <a:latin typeface="Roboto"/>
                <a:ea typeface="Roboto"/>
                <a:cs typeface="Roboto"/>
                <a:sym typeface="Roboto"/>
              </a:rPr>
              <a:t>Source:</a:t>
            </a:r>
            <a:r>
              <a:rPr b="0" i="0" lang="en-NL" sz="800" u="none" cap="none" strike="noStrike">
                <a:solidFill>
                  <a:srgbClr val="000000"/>
                </a:solidFill>
                <a:latin typeface="Roboto"/>
                <a:ea typeface="Roboto"/>
                <a:cs typeface="Roboto"/>
                <a:sym typeface="Roboto"/>
              </a:rPr>
              <a:t> Open Charge Map</a:t>
            </a:r>
            <a:endParaRPr b="0" i="0" sz="800" u="none" cap="none" strike="noStrike">
              <a:solidFill>
                <a:srgbClr val="000000"/>
              </a:solidFill>
              <a:latin typeface="Roboto"/>
              <a:ea typeface="Roboto"/>
              <a:cs typeface="Roboto"/>
              <a:sym typeface="Roboto"/>
            </a:endParaRPr>
          </a:p>
        </p:txBody>
      </p:sp>
      <p:sp>
        <p:nvSpPr>
          <p:cNvPr id="883" name="Google Shape;883;p13"/>
          <p:cNvSpPr txBox="1"/>
          <p:nvPr/>
        </p:nvSpPr>
        <p:spPr>
          <a:xfrm>
            <a:off x="5755145" y="1284387"/>
            <a:ext cx="3461658" cy="9387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NL" sz="1100" u="sng" cap="none" strike="noStrike">
                <a:solidFill>
                  <a:srgbClr val="CB6501"/>
                </a:solidFill>
                <a:latin typeface="Roboto"/>
                <a:ea typeface="Roboto"/>
                <a:cs typeface="Roboto"/>
                <a:sym typeface="Roboto"/>
              </a:rPr>
              <a:t>Key Finding:</a:t>
            </a:r>
            <a:endParaRPr b="1" i="1" sz="1100" u="sng" cap="none" strike="noStrike">
              <a:solidFill>
                <a:srgbClr val="CB6501"/>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100"/>
              <a:buFont typeface="Arial"/>
              <a:buChar char="•"/>
            </a:pPr>
            <a:r>
              <a:rPr b="0" i="0" lang="en-NL" sz="1100" u="none" cap="none" strike="noStrike">
                <a:solidFill>
                  <a:srgbClr val="000000"/>
                </a:solidFill>
                <a:latin typeface="Roboto"/>
                <a:ea typeface="Roboto"/>
                <a:cs typeface="Roboto"/>
                <a:sym typeface="Roboto"/>
              </a:rPr>
              <a:t>Spain's EV charging infrastructure is concentrated in four major regions, which together account for a significant share of the national charging network</a:t>
            </a:r>
            <a:endParaRPr b="0" i="0" sz="1100" u="none" cap="none" strike="noStrike">
              <a:solidFill>
                <a:schemeClr val="dk1"/>
              </a:solidFill>
              <a:latin typeface="Roboto"/>
              <a:ea typeface="Roboto"/>
              <a:cs typeface="Roboto"/>
              <a:sym typeface="Roboto"/>
            </a:endParaRPr>
          </a:p>
        </p:txBody>
      </p:sp>
      <p:sp>
        <p:nvSpPr>
          <p:cNvPr id="884" name="Google Shape;884;p13"/>
          <p:cNvSpPr txBox="1"/>
          <p:nvPr/>
        </p:nvSpPr>
        <p:spPr>
          <a:xfrm>
            <a:off x="5781669" y="2818308"/>
            <a:ext cx="3408609" cy="14619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NL" sz="1200" u="sng" cap="none" strike="noStrike">
                <a:solidFill>
                  <a:srgbClr val="2C5E17"/>
                </a:solidFill>
                <a:latin typeface="Roboto"/>
                <a:ea typeface="Roboto"/>
                <a:cs typeface="Roboto"/>
                <a:sym typeface="Roboto"/>
              </a:rPr>
              <a:t>Business Opportunity:</a:t>
            </a:r>
            <a:endParaRPr b="1" i="1" sz="1200" u="sng" cap="none" strike="noStrike">
              <a:solidFill>
                <a:srgbClr val="2C5E17"/>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100"/>
              <a:buFont typeface="Arial"/>
              <a:buChar char="•"/>
            </a:pPr>
            <a:r>
              <a:rPr b="0" i="0" lang="en-NL" sz="1100" u="none" cap="none" strike="noStrike">
                <a:solidFill>
                  <a:srgbClr val="000000"/>
                </a:solidFill>
                <a:latin typeface="Roboto"/>
                <a:ea typeface="Roboto"/>
                <a:cs typeface="Roboto"/>
                <a:sym typeface="Roboto"/>
              </a:rPr>
              <a:t>Prioritize expansion in high-demand EV regions to maximize charger utilization</a:t>
            </a:r>
            <a:endParaRPr b="0" i="0" sz="1100" u="none" cap="none" strike="noStrike">
              <a:solidFill>
                <a:srgbClr val="000000"/>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100"/>
              <a:buFont typeface="Arial"/>
              <a:buChar char="•"/>
            </a:pPr>
            <a:r>
              <a:rPr b="0" i="0" lang="en-NL" sz="1100" u="none" cap="none" strike="noStrike">
                <a:solidFill>
                  <a:srgbClr val="000000"/>
                </a:solidFill>
                <a:latin typeface="Roboto"/>
                <a:ea typeface="Roboto"/>
                <a:cs typeface="Roboto"/>
                <a:sym typeface="Roboto"/>
              </a:rPr>
              <a:t>Strengthen presence in established markets while targeting underserved areas for future growth</a:t>
            </a:r>
            <a:endParaRPr b="0" i="0" sz="1100" u="none" cap="none" strike="noStrike">
              <a:solidFill>
                <a:srgbClr val="000000"/>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100"/>
              <a:buFont typeface="Arial"/>
              <a:buChar char="•"/>
            </a:pPr>
            <a:r>
              <a:rPr b="0" i="0" lang="en-NL" sz="1100" u="none" cap="none" strike="noStrike">
                <a:solidFill>
                  <a:srgbClr val="000000"/>
                </a:solidFill>
                <a:latin typeface="Roboto"/>
                <a:ea typeface="Roboto"/>
                <a:cs typeface="Roboto"/>
                <a:sym typeface="Roboto"/>
              </a:rPr>
              <a:t>Leverage regional demand to increase network coverage and market competitiveness</a:t>
            </a:r>
            <a:endParaRPr b="0" i="0" sz="1100" u="none" cap="none" strike="noStrike">
              <a:solidFill>
                <a:schemeClr val="dk1"/>
              </a:solidFill>
              <a:latin typeface="Roboto"/>
              <a:ea typeface="Roboto"/>
              <a:cs typeface="Roboto"/>
              <a:sym typeface="Roboto"/>
            </a:endParaRPr>
          </a:p>
        </p:txBody>
      </p:sp>
      <p:pic>
        <p:nvPicPr>
          <p:cNvPr id="885" name="Google Shape;885;p13"/>
          <p:cNvPicPr preferRelativeResize="0"/>
          <p:nvPr/>
        </p:nvPicPr>
        <p:blipFill rotWithShape="1">
          <a:blip r:embed="rId3">
            <a:alphaModFix/>
          </a:blip>
          <a:srcRect b="0" l="0" r="0" t="0"/>
          <a:stretch/>
        </p:blipFill>
        <p:spPr>
          <a:xfrm>
            <a:off x="385366" y="1154930"/>
            <a:ext cx="5230821" cy="32250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4"/>
          <p:cNvSpPr txBox="1"/>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Fira Sans"/>
              <a:buNone/>
            </a:pPr>
            <a:r>
              <a:rPr b="1" i="0" lang="en-NL" sz="2000" u="none" cap="none" strike="noStrike">
                <a:solidFill>
                  <a:srgbClr val="00B0F0"/>
                </a:solidFill>
                <a:latin typeface="Fira Sans"/>
                <a:ea typeface="Fira Sans"/>
                <a:cs typeface="Fira Sans"/>
                <a:sym typeface="Fira Sans"/>
              </a:rPr>
              <a:t>Restricted Access Dominates Spain's EV Charging Network</a:t>
            </a:r>
            <a:endParaRPr b="1" i="0" sz="2000" u="none" cap="none" strike="noStrike">
              <a:solidFill>
                <a:srgbClr val="00B0F0"/>
              </a:solidFill>
              <a:latin typeface="Fira Sans"/>
              <a:ea typeface="Fira Sans"/>
              <a:cs typeface="Fira Sans"/>
              <a:sym typeface="Fira Sans"/>
            </a:endParaRPr>
          </a:p>
        </p:txBody>
      </p:sp>
      <p:cxnSp>
        <p:nvCxnSpPr>
          <p:cNvPr id="891" name="Google Shape;891;p14"/>
          <p:cNvCxnSpPr/>
          <p:nvPr/>
        </p:nvCxnSpPr>
        <p:spPr>
          <a:xfrm>
            <a:off x="162353" y="984065"/>
            <a:ext cx="8819293" cy="0"/>
          </a:xfrm>
          <a:prstGeom prst="straightConnector1">
            <a:avLst/>
          </a:prstGeom>
          <a:noFill/>
          <a:ln cap="flat" cmpd="sng" w="19050">
            <a:solidFill>
              <a:schemeClr val="accent4"/>
            </a:solidFill>
            <a:prstDash val="solid"/>
            <a:round/>
            <a:headEnd len="sm" w="sm" type="none"/>
            <a:tailEnd len="sm" w="sm" type="none"/>
          </a:ln>
        </p:spPr>
      </p:cxnSp>
      <p:graphicFrame>
        <p:nvGraphicFramePr>
          <p:cNvPr id="892" name="Google Shape;892;p14"/>
          <p:cNvGraphicFramePr/>
          <p:nvPr/>
        </p:nvGraphicFramePr>
        <p:xfrm>
          <a:off x="268310" y="1200150"/>
          <a:ext cx="4572000" cy="2743200"/>
        </p:xfrm>
        <a:graphic>
          <a:graphicData uri="http://schemas.openxmlformats.org/drawingml/2006/chart">
            <c:chart r:id="rId3"/>
          </a:graphicData>
        </a:graphic>
      </p:graphicFrame>
      <p:sp>
        <p:nvSpPr>
          <p:cNvPr id="893" name="Google Shape;893;p14"/>
          <p:cNvSpPr txBox="1"/>
          <p:nvPr/>
        </p:nvSpPr>
        <p:spPr>
          <a:xfrm>
            <a:off x="4649273" y="1525306"/>
            <a:ext cx="362755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NL" sz="1200" u="sng" cap="none" strike="noStrike">
                <a:solidFill>
                  <a:srgbClr val="CB6501"/>
                </a:solidFill>
                <a:latin typeface="Roboto"/>
                <a:ea typeface="Roboto"/>
                <a:cs typeface="Roboto"/>
                <a:sym typeface="Roboto"/>
              </a:rPr>
              <a:t>Key Findings:</a:t>
            </a:r>
            <a:endParaRPr b="1" i="1" sz="1200" u="sng" cap="none" strike="noStrike">
              <a:solidFill>
                <a:srgbClr val="CB6501"/>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200"/>
              <a:buFont typeface="Arial"/>
              <a:buChar char="•"/>
            </a:pPr>
            <a:r>
              <a:rPr b="1" i="0" lang="en-NL" sz="1200" u="none" cap="none" strike="noStrike">
                <a:solidFill>
                  <a:schemeClr val="dk1"/>
                </a:solidFill>
                <a:latin typeface="Roboto"/>
                <a:ea typeface="Roboto"/>
                <a:cs typeface="Roboto"/>
                <a:sym typeface="Roboto"/>
              </a:rPr>
              <a:t>Only 19%</a:t>
            </a:r>
            <a:r>
              <a:rPr b="0" i="0" lang="en-NL" sz="1200" u="none" cap="none" strike="noStrike">
                <a:solidFill>
                  <a:schemeClr val="dk1"/>
                </a:solidFill>
                <a:latin typeface="Roboto"/>
                <a:ea typeface="Roboto"/>
                <a:cs typeface="Roboto"/>
                <a:sym typeface="Roboto"/>
              </a:rPr>
              <a:t> of charging locations are openly accessible</a:t>
            </a:r>
            <a:endParaRPr b="0" i="0" sz="1200" u="none" cap="none" strike="noStrike">
              <a:solidFill>
                <a:schemeClr val="dk1"/>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200"/>
              <a:buFont typeface="Arial"/>
              <a:buChar char="•"/>
            </a:pPr>
            <a:r>
              <a:rPr b="1" i="0" lang="en-NL" sz="1200" u="none" cap="none" strike="noStrike">
                <a:solidFill>
                  <a:schemeClr val="dk1"/>
                </a:solidFill>
                <a:latin typeface="Roboto"/>
                <a:ea typeface="Roboto"/>
                <a:cs typeface="Roboto"/>
                <a:sym typeface="Roboto"/>
              </a:rPr>
              <a:t>60%</a:t>
            </a:r>
            <a:r>
              <a:rPr b="0" i="0" lang="en-NL" sz="1200" u="none" cap="none" strike="noStrike">
                <a:solidFill>
                  <a:schemeClr val="dk1"/>
                </a:solidFill>
                <a:latin typeface="Roboto"/>
                <a:ea typeface="Roboto"/>
                <a:cs typeface="Roboto"/>
                <a:sym typeface="Roboto"/>
              </a:rPr>
              <a:t> require membership or restricted access</a:t>
            </a:r>
            <a:endParaRPr b="0" i="0" sz="1200" u="none" cap="none" strike="noStrike">
              <a:solidFill>
                <a:schemeClr val="dk1"/>
              </a:solidFill>
              <a:latin typeface="Roboto"/>
              <a:ea typeface="Roboto"/>
              <a:cs typeface="Roboto"/>
              <a:sym typeface="Roboto"/>
            </a:endParaRPr>
          </a:p>
        </p:txBody>
      </p:sp>
      <p:sp>
        <p:nvSpPr>
          <p:cNvPr id="894" name="Google Shape;894;p14"/>
          <p:cNvSpPr txBox="1"/>
          <p:nvPr/>
        </p:nvSpPr>
        <p:spPr>
          <a:xfrm>
            <a:off x="4649273" y="3157162"/>
            <a:ext cx="340860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NL" sz="1200" u="sng" cap="none" strike="noStrike">
                <a:solidFill>
                  <a:srgbClr val="428D23"/>
                </a:solidFill>
                <a:latin typeface="Roboto"/>
                <a:ea typeface="Roboto"/>
                <a:cs typeface="Roboto"/>
                <a:sym typeface="Roboto"/>
              </a:rPr>
              <a:t>Business Opportunity:</a:t>
            </a:r>
            <a:endParaRPr b="1" i="1" sz="1200" u="sng" cap="none" strike="noStrike">
              <a:solidFill>
                <a:srgbClr val="428D23"/>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100"/>
              <a:buFont typeface="Arial"/>
              <a:buChar char="•"/>
            </a:pPr>
            <a:r>
              <a:rPr b="0" i="0" lang="en-NL" sz="1100" u="none" cap="none" strike="noStrike">
                <a:solidFill>
                  <a:srgbClr val="000000"/>
                </a:solidFill>
                <a:latin typeface="Roboto"/>
                <a:ea typeface="Roboto"/>
                <a:cs typeface="Roboto"/>
                <a:sym typeface="Roboto"/>
              </a:rPr>
              <a:t>Limited accessibility may reduce convenience for tourists and occasional EV users</a:t>
            </a:r>
            <a:endParaRPr b="0" i="0" sz="1100" u="none" cap="none" strike="noStrike">
              <a:solidFill>
                <a:srgbClr val="000000"/>
              </a:solidFill>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100"/>
              <a:buFont typeface="Arial"/>
              <a:buChar char="•"/>
            </a:pPr>
            <a:r>
              <a:rPr b="0" i="0" lang="en-NL" sz="1100" u="none" cap="none" strike="noStrike">
                <a:solidFill>
                  <a:srgbClr val="000000"/>
                </a:solidFill>
                <a:latin typeface="Roboto"/>
                <a:ea typeface="Roboto"/>
                <a:cs typeface="Roboto"/>
                <a:sym typeface="Roboto"/>
              </a:rPr>
              <a:t>Public accessibility will become increasingly important as EV adoption grows</a:t>
            </a:r>
            <a:endParaRPr b="0" i="0" sz="1100" u="none" cap="none" strike="noStrike">
              <a:solidFill>
                <a:srgbClr val="428D23"/>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5"/>
          <p:cNvSpPr/>
          <p:nvPr/>
        </p:nvSpPr>
        <p:spPr>
          <a:xfrm>
            <a:off x="0" y="3365221"/>
            <a:ext cx="5411221" cy="1778279"/>
          </a:xfrm>
          <a:custGeom>
            <a:rect b="b" l="l" r="r" t="t"/>
            <a:pathLst>
              <a:path extrusionOk="0" h="23537" w="71622">
                <a:moveTo>
                  <a:pt x="53647" y="13704"/>
                </a:moveTo>
                <a:lnTo>
                  <a:pt x="53862" y="13919"/>
                </a:lnTo>
                <a:lnTo>
                  <a:pt x="54108" y="14104"/>
                </a:lnTo>
                <a:lnTo>
                  <a:pt x="54354" y="14257"/>
                </a:lnTo>
                <a:lnTo>
                  <a:pt x="54630" y="14380"/>
                </a:lnTo>
                <a:lnTo>
                  <a:pt x="54907" y="14472"/>
                </a:lnTo>
                <a:lnTo>
                  <a:pt x="55214" y="14564"/>
                </a:lnTo>
                <a:lnTo>
                  <a:pt x="55521" y="14595"/>
                </a:lnTo>
                <a:lnTo>
                  <a:pt x="55829" y="14626"/>
                </a:lnTo>
                <a:lnTo>
                  <a:pt x="55829" y="16224"/>
                </a:lnTo>
                <a:lnTo>
                  <a:pt x="55460" y="16193"/>
                </a:lnTo>
                <a:lnTo>
                  <a:pt x="55153" y="16224"/>
                </a:lnTo>
                <a:lnTo>
                  <a:pt x="54876" y="16285"/>
                </a:lnTo>
                <a:lnTo>
                  <a:pt x="54600" y="16347"/>
                </a:lnTo>
                <a:lnTo>
                  <a:pt x="54385" y="16439"/>
                </a:lnTo>
                <a:lnTo>
                  <a:pt x="54170" y="16562"/>
                </a:lnTo>
                <a:lnTo>
                  <a:pt x="53985" y="16685"/>
                </a:lnTo>
                <a:lnTo>
                  <a:pt x="53801" y="16807"/>
                </a:lnTo>
                <a:lnTo>
                  <a:pt x="53524" y="16685"/>
                </a:lnTo>
                <a:lnTo>
                  <a:pt x="53186" y="16592"/>
                </a:lnTo>
                <a:lnTo>
                  <a:pt x="52787" y="16500"/>
                </a:lnTo>
                <a:lnTo>
                  <a:pt x="52449" y="16469"/>
                </a:lnTo>
                <a:lnTo>
                  <a:pt x="52142" y="16469"/>
                </a:lnTo>
                <a:lnTo>
                  <a:pt x="51834" y="16500"/>
                </a:lnTo>
                <a:lnTo>
                  <a:pt x="51589" y="16562"/>
                </a:lnTo>
                <a:lnTo>
                  <a:pt x="51343" y="16623"/>
                </a:lnTo>
                <a:lnTo>
                  <a:pt x="51128" y="16746"/>
                </a:lnTo>
                <a:lnTo>
                  <a:pt x="50974" y="16869"/>
                </a:lnTo>
                <a:lnTo>
                  <a:pt x="50974" y="15609"/>
                </a:lnTo>
                <a:lnTo>
                  <a:pt x="51404" y="15578"/>
                </a:lnTo>
                <a:lnTo>
                  <a:pt x="51804" y="15486"/>
                </a:lnTo>
                <a:lnTo>
                  <a:pt x="52234" y="15333"/>
                </a:lnTo>
                <a:lnTo>
                  <a:pt x="52603" y="15148"/>
                </a:lnTo>
                <a:lnTo>
                  <a:pt x="52787" y="15025"/>
                </a:lnTo>
                <a:lnTo>
                  <a:pt x="52941" y="14872"/>
                </a:lnTo>
                <a:lnTo>
                  <a:pt x="53094" y="14718"/>
                </a:lnTo>
                <a:lnTo>
                  <a:pt x="53248" y="14564"/>
                </a:lnTo>
                <a:lnTo>
                  <a:pt x="53371" y="14380"/>
                </a:lnTo>
                <a:lnTo>
                  <a:pt x="53463" y="14165"/>
                </a:lnTo>
                <a:lnTo>
                  <a:pt x="53555" y="13950"/>
                </a:lnTo>
                <a:lnTo>
                  <a:pt x="53647" y="13704"/>
                </a:lnTo>
                <a:close/>
                <a:moveTo>
                  <a:pt x="64862" y="9863"/>
                </a:moveTo>
                <a:lnTo>
                  <a:pt x="64985" y="10017"/>
                </a:lnTo>
                <a:lnTo>
                  <a:pt x="65108" y="10109"/>
                </a:lnTo>
                <a:lnTo>
                  <a:pt x="65262" y="10201"/>
                </a:lnTo>
                <a:lnTo>
                  <a:pt x="65446" y="10232"/>
                </a:lnTo>
                <a:lnTo>
                  <a:pt x="65292" y="11891"/>
                </a:lnTo>
                <a:lnTo>
                  <a:pt x="65262" y="12537"/>
                </a:lnTo>
                <a:lnTo>
                  <a:pt x="65231" y="13182"/>
                </a:lnTo>
                <a:lnTo>
                  <a:pt x="65231" y="20925"/>
                </a:lnTo>
                <a:lnTo>
                  <a:pt x="64155" y="20587"/>
                </a:lnTo>
                <a:lnTo>
                  <a:pt x="63019" y="20249"/>
                </a:lnTo>
                <a:lnTo>
                  <a:pt x="61759" y="19880"/>
                </a:lnTo>
                <a:lnTo>
                  <a:pt x="60468" y="19542"/>
                </a:lnTo>
                <a:lnTo>
                  <a:pt x="60499" y="19296"/>
                </a:lnTo>
                <a:lnTo>
                  <a:pt x="60499" y="19020"/>
                </a:lnTo>
                <a:lnTo>
                  <a:pt x="60438" y="18712"/>
                </a:lnTo>
                <a:lnTo>
                  <a:pt x="60407" y="18528"/>
                </a:lnTo>
                <a:lnTo>
                  <a:pt x="60345" y="18374"/>
                </a:lnTo>
                <a:lnTo>
                  <a:pt x="60253" y="18221"/>
                </a:lnTo>
                <a:lnTo>
                  <a:pt x="60130" y="18036"/>
                </a:lnTo>
                <a:lnTo>
                  <a:pt x="59977" y="17883"/>
                </a:lnTo>
                <a:lnTo>
                  <a:pt x="59792" y="17729"/>
                </a:lnTo>
                <a:lnTo>
                  <a:pt x="59608" y="17576"/>
                </a:lnTo>
                <a:lnTo>
                  <a:pt x="59362" y="17453"/>
                </a:lnTo>
                <a:lnTo>
                  <a:pt x="59055" y="17330"/>
                </a:lnTo>
                <a:lnTo>
                  <a:pt x="58748" y="17238"/>
                </a:lnTo>
                <a:lnTo>
                  <a:pt x="58440" y="17176"/>
                </a:lnTo>
                <a:lnTo>
                  <a:pt x="58133" y="17115"/>
                </a:lnTo>
                <a:lnTo>
                  <a:pt x="58010" y="16961"/>
                </a:lnTo>
                <a:lnTo>
                  <a:pt x="57826" y="16838"/>
                </a:lnTo>
                <a:lnTo>
                  <a:pt x="57642" y="16715"/>
                </a:lnTo>
                <a:lnTo>
                  <a:pt x="57426" y="16592"/>
                </a:lnTo>
                <a:lnTo>
                  <a:pt x="57211" y="16469"/>
                </a:lnTo>
                <a:lnTo>
                  <a:pt x="56935" y="16377"/>
                </a:lnTo>
                <a:lnTo>
                  <a:pt x="56628" y="16316"/>
                </a:lnTo>
                <a:lnTo>
                  <a:pt x="56290" y="16254"/>
                </a:lnTo>
                <a:lnTo>
                  <a:pt x="56197" y="16254"/>
                </a:lnTo>
                <a:lnTo>
                  <a:pt x="56197" y="14626"/>
                </a:lnTo>
                <a:lnTo>
                  <a:pt x="56720" y="14564"/>
                </a:lnTo>
                <a:lnTo>
                  <a:pt x="56996" y="14534"/>
                </a:lnTo>
                <a:lnTo>
                  <a:pt x="57242" y="14442"/>
                </a:lnTo>
                <a:lnTo>
                  <a:pt x="57488" y="14349"/>
                </a:lnTo>
                <a:lnTo>
                  <a:pt x="57703" y="14257"/>
                </a:lnTo>
                <a:lnTo>
                  <a:pt x="57918" y="14104"/>
                </a:lnTo>
                <a:lnTo>
                  <a:pt x="58133" y="13950"/>
                </a:lnTo>
                <a:lnTo>
                  <a:pt x="58318" y="13766"/>
                </a:lnTo>
                <a:lnTo>
                  <a:pt x="58502" y="13581"/>
                </a:lnTo>
                <a:lnTo>
                  <a:pt x="58625" y="13335"/>
                </a:lnTo>
                <a:lnTo>
                  <a:pt x="58778" y="13090"/>
                </a:lnTo>
                <a:lnTo>
                  <a:pt x="58871" y="12813"/>
                </a:lnTo>
                <a:lnTo>
                  <a:pt x="58932" y="12506"/>
                </a:lnTo>
                <a:lnTo>
                  <a:pt x="58993" y="12199"/>
                </a:lnTo>
                <a:lnTo>
                  <a:pt x="59024" y="11830"/>
                </a:lnTo>
                <a:lnTo>
                  <a:pt x="59424" y="11768"/>
                </a:lnTo>
                <a:lnTo>
                  <a:pt x="59823" y="11707"/>
                </a:lnTo>
                <a:lnTo>
                  <a:pt x="60223" y="11615"/>
                </a:lnTo>
                <a:lnTo>
                  <a:pt x="60622" y="11492"/>
                </a:lnTo>
                <a:lnTo>
                  <a:pt x="64862" y="9863"/>
                </a:lnTo>
                <a:close/>
                <a:moveTo>
                  <a:pt x="45812" y="0"/>
                </a:moveTo>
                <a:lnTo>
                  <a:pt x="45474" y="400"/>
                </a:lnTo>
                <a:lnTo>
                  <a:pt x="45167" y="830"/>
                </a:lnTo>
                <a:lnTo>
                  <a:pt x="44921" y="1291"/>
                </a:lnTo>
                <a:lnTo>
                  <a:pt x="44737" y="1752"/>
                </a:lnTo>
                <a:lnTo>
                  <a:pt x="43416" y="5500"/>
                </a:lnTo>
                <a:lnTo>
                  <a:pt x="43293" y="5531"/>
                </a:lnTo>
                <a:lnTo>
                  <a:pt x="43139" y="5593"/>
                </a:lnTo>
                <a:lnTo>
                  <a:pt x="43047" y="5654"/>
                </a:lnTo>
                <a:lnTo>
                  <a:pt x="42924" y="5715"/>
                </a:lnTo>
                <a:lnTo>
                  <a:pt x="42832" y="5808"/>
                </a:lnTo>
                <a:lnTo>
                  <a:pt x="42740" y="5931"/>
                </a:lnTo>
                <a:lnTo>
                  <a:pt x="42678" y="6053"/>
                </a:lnTo>
                <a:lnTo>
                  <a:pt x="42647" y="6176"/>
                </a:lnTo>
                <a:lnTo>
                  <a:pt x="38622" y="7682"/>
                </a:lnTo>
                <a:lnTo>
                  <a:pt x="38131" y="7897"/>
                </a:lnTo>
                <a:lnTo>
                  <a:pt x="37701" y="8143"/>
                </a:lnTo>
                <a:lnTo>
                  <a:pt x="37270" y="8450"/>
                </a:lnTo>
                <a:lnTo>
                  <a:pt x="36871" y="8788"/>
                </a:lnTo>
                <a:lnTo>
                  <a:pt x="37393" y="8788"/>
                </a:lnTo>
                <a:lnTo>
                  <a:pt x="37916" y="8727"/>
                </a:lnTo>
                <a:lnTo>
                  <a:pt x="38438" y="8634"/>
                </a:lnTo>
                <a:lnTo>
                  <a:pt x="38930" y="8481"/>
                </a:lnTo>
                <a:lnTo>
                  <a:pt x="42801" y="7006"/>
                </a:lnTo>
                <a:lnTo>
                  <a:pt x="42893" y="7129"/>
                </a:lnTo>
                <a:lnTo>
                  <a:pt x="43016" y="7221"/>
                </a:lnTo>
                <a:lnTo>
                  <a:pt x="43170" y="7282"/>
                </a:lnTo>
                <a:lnTo>
                  <a:pt x="43293" y="7344"/>
                </a:lnTo>
                <a:lnTo>
                  <a:pt x="43170" y="8849"/>
                </a:lnTo>
                <a:lnTo>
                  <a:pt x="43139" y="9433"/>
                </a:lnTo>
                <a:lnTo>
                  <a:pt x="43139" y="10017"/>
                </a:lnTo>
                <a:lnTo>
                  <a:pt x="43139" y="17053"/>
                </a:lnTo>
                <a:lnTo>
                  <a:pt x="40927" y="16961"/>
                </a:lnTo>
                <a:lnTo>
                  <a:pt x="38653" y="16930"/>
                </a:lnTo>
                <a:lnTo>
                  <a:pt x="38622" y="16715"/>
                </a:lnTo>
                <a:lnTo>
                  <a:pt x="38561" y="16439"/>
                </a:lnTo>
                <a:lnTo>
                  <a:pt x="38438" y="16131"/>
                </a:lnTo>
                <a:lnTo>
                  <a:pt x="38346" y="15978"/>
                </a:lnTo>
                <a:lnTo>
                  <a:pt x="38254" y="15824"/>
                </a:lnTo>
                <a:lnTo>
                  <a:pt x="38131" y="15701"/>
                </a:lnTo>
                <a:lnTo>
                  <a:pt x="37977" y="15548"/>
                </a:lnTo>
                <a:lnTo>
                  <a:pt x="37793" y="15425"/>
                </a:lnTo>
                <a:lnTo>
                  <a:pt x="37578" y="15333"/>
                </a:lnTo>
                <a:lnTo>
                  <a:pt x="37332" y="15240"/>
                </a:lnTo>
                <a:lnTo>
                  <a:pt x="37055" y="15179"/>
                </a:lnTo>
                <a:lnTo>
                  <a:pt x="36748" y="15118"/>
                </a:lnTo>
                <a:lnTo>
                  <a:pt x="36410" y="15118"/>
                </a:lnTo>
                <a:lnTo>
                  <a:pt x="35888" y="15148"/>
                </a:lnTo>
                <a:lnTo>
                  <a:pt x="35427" y="15240"/>
                </a:lnTo>
                <a:lnTo>
                  <a:pt x="35120" y="15056"/>
                </a:lnTo>
                <a:lnTo>
                  <a:pt x="34720" y="14902"/>
                </a:lnTo>
                <a:lnTo>
                  <a:pt x="34259" y="14810"/>
                </a:lnTo>
                <a:lnTo>
                  <a:pt x="33737" y="14780"/>
                </a:lnTo>
                <a:lnTo>
                  <a:pt x="33245" y="14780"/>
                </a:lnTo>
                <a:lnTo>
                  <a:pt x="32815" y="14841"/>
                </a:lnTo>
                <a:lnTo>
                  <a:pt x="32416" y="14933"/>
                </a:lnTo>
                <a:lnTo>
                  <a:pt x="32108" y="15056"/>
                </a:lnTo>
                <a:lnTo>
                  <a:pt x="32108" y="12875"/>
                </a:lnTo>
                <a:lnTo>
                  <a:pt x="32600" y="12813"/>
                </a:lnTo>
                <a:lnTo>
                  <a:pt x="32877" y="12752"/>
                </a:lnTo>
                <a:lnTo>
                  <a:pt x="33122" y="12690"/>
                </a:lnTo>
                <a:lnTo>
                  <a:pt x="33368" y="12598"/>
                </a:lnTo>
                <a:lnTo>
                  <a:pt x="33583" y="12475"/>
                </a:lnTo>
                <a:lnTo>
                  <a:pt x="33798" y="12352"/>
                </a:lnTo>
                <a:lnTo>
                  <a:pt x="34013" y="12199"/>
                </a:lnTo>
                <a:lnTo>
                  <a:pt x="34198" y="12014"/>
                </a:lnTo>
                <a:lnTo>
                  <a:pt x="34382" y="11799"/>
                </a:lnTo>
                <a:lnTo>
                  <a:pt x="34536" y="11584"/>
                </a:lnTo>
                <a:lnTo>
                  <a:pt x="34659" y="11308"/>
                </a:lnTo>
                <a:lnTo>
                  <a:pt x="34751" y="11031"/>
                </a:lnTo>
                <a:lnTo>
                  <a:pt x="34843" y="10724"/>
                </a:lnTo>
                <a:lnTo>
                  <a:pt x="34874" y="10416"/>
                </a:lnTo>
                <a:lnTo>
                  <a:pt x="34904" y="10048"/>
                </a:lnTo>
                <a:lnTo>
                  <a:pt x="34874" y="9618"/>
                </a:lnTo>
                <a:lnTo>
                  <a:pt x="34843" y="9126"/>
                </a:lnTo>
                <a:lnTo>
                  <a:pt x="34751" y="8604"/>
                </a:lnTo>
                <a:lnTo>
                  <a:pt x="34628" y="8081"/>
                </a:lnTo>
                <a:lnTo>
                  <a:pt x="34505" y="7498"/>
                </a:lnTo>
                <a:lnTo>
                  <a:pt x="34321" y="6914"/>
                </a:lnTo>
                <a:lnTo>
                  <a:pt x="34136" y="6361"/>
                </a:lnTo>
                <a:lnTo>
                  <a:pt x="33952" y="5808"/>
                </a:lnTo>
                <a:lnTo>
                  <a:pt x="33737" y="5255"/>
                </a:lnTo>
                <a:lnTo>
                  <a:pt x="33491" y="4763"/>
                </a:lnTo>
                <a:lnTo>
                  <a:pt x="33245" y="4302"/>
                </a:lnTo>
                <a:lnTo>
                  <a:pt x="32969" y="3933"/>
                </a:lnTo>
                <a:lnTo>
                  <a:pt x="32723" y="3595"/>
                </a:lnTo>
                <a:lnTo>
                  <a:pt x="32446" y="3350"/>
                </a:lnTo>
                <a:lnTo>
                  <a:pt x="32324" y="3257"/>
                </a:lnTo>
                <a:lnTo>
                  <a:pt x="32170" y="3196"/>
                </a:lnTo>
                <a:lnTo>
                  <a:pt x="32047" y="3165"/>
                </a:lnTo>
                <a:lnTo>
                  <a:pt x="31893" y="3134"/>
                </a:lnTo>
                <a:lnTo>
                  <a:pt x="31770" y="3165"/>
                </a:lnTo>
                <a:lnTo>
                  <a:pt x="31617" y="3196"/>
                </a:lnTo>
                <a:lnTo>
                  <a:pt x="31494" y="3257"/>
                </a:lnTo>
                <a:lnTo>
                  <a:pt x="31340" y="3350"/>
                </a:lnTo>
                <a:lnTo>
                  <a:pt x="31095" y="3595"/>
                </a:lnTo>
                <a:lnTo>
                  <a:pt x="30818" y="3933"/>
                </a:lnTo>
                <a:lnTo>
                  <a:pt x="30572" y="4302"/>
                </a:lnTo>
                <a:lnTo>
                  <a:pt x="30326" y="4763"/>
                </a:lnTo>
                <a:lnTo>
                  <a:pt x="30081" y="5255"/>
                </a:lnTo>
                <a:lnTo>
                  <a:pt x="29865" y="5808"/>
                </a:lnTo>
                <a:lnTo>
                  <a:pt x="29650" y="6361"/>
                </a:lnTo>
                <a:lnTo>
                  <a:pt x="29466" y="6914"/>
                </a:lnTo>
                <a:lnTo>
                  <a:pt x="29312" y="7498"/>
                </a:lnTo>
                <a:lnTo>
                  <a:pt x="29159" y="8081"/>
                </a:lnTo>
                <a:lnTo>
                  <a:pt x="29067" y="8604"/>
                </a:lnTo>
                <a:lnTo>
                  <a:pt x="28974" y="9126"/>
                </a:lnTo>
                <a:lnTo>
                  <a:pt x="28913" y="9618"/>
                </a:lnTo>
                <a:lnTo>
                  <a:pt x="28913" y="10048"/>
                </a:lnTo>
                <a:lnTo>
                  <a:pt x="28913" y="10416"/>
                </a:lnTo>
                <a:lnTo>
                  <a:pt x="28974" y="10724"/>
                </a:lnTo>
                <a:lnTo>
                  <a:pt x="29036" y="11031"/>
                </a:lnTo>
                <a:lnTo>
                  <a:pt x="29159" y="11308"/>
                </a:lnTo>
                <a:lnTo>
                  <a:pt x="29282" y="11584"/>
                </a:lnTo>
                <a:lnTo>
                  <a:pt x="29435" y="11799"/>
                </a:lnTo>
                <a:lnTo>
                  <a:pt x="29589" y="12014"/>
                </a:lnTo>
                <a:lnTo>
                  <a:pt x="29773" y="12199"/>
                </a:lnTo>
                <a:lnTo>
                  <a:pt x="29988" y="12352"/>
                </a:lnTo>
                <a:lnTo>
                  <a:pt x="30203" y="12475"/>
                </a:lnTo>
                <a:lnTo>
                  <a:pt x="30449" y="12598"/>
                </a:lnTo>
                <a:lnTo>
                  <a:pt x="30695" y="12690"/>
                </a:lnTo>
                <a:lnTo>
                  <a:pt x="30941" y="12752"/>
                </a:lnTo>
                <a:lnTo>
                  <a:pt x="31187" y="12813"/>
                </a:lnTo>
                <a:lnTo>
                  <a:pt x="31709" y="12875"/>
                </a:lnTo>
                <a:lnTo>
                  <a:pt x="31709" y="15271"/>
                </a:lnTo>
                <a:lnTo>
                  <a:pt x="31402" y="15548"/>
                </a:lnTo>
                <a:lnTo>
                  <a:pt x="31187" y="15793"/>
                </a:lnTo>
                <a:lnTo>
                  <a:pt x="31002" y="16101"/>
                </a:lnTo>
                <a:lnTo>
                  <a:pt x="30879" y="16377"/>
                </a:lnTo>
                <a:lnTo>
                  <a:pt x="30818" y="16623"/>
                </a:lnTo>
                <a:lnTo>
                  <a:pt x="30757" y="16838"/>
                </a:lnTo>
                <a:lnTo>
                  <a:pt x="30726" y="17145"/>
                </a:lnTo>
                <a:lnTo>
                  <a:pt x="27868" y="17361"/>
                </a:lnTo>
                <a:lnTo>
                  <a:pt x="25195" y="17576"/>
                </a:lnTo>
                <a:lnTo>
                  <a:pt x="25195" y="15671"/>
                </a:lnTo>
                <a:lnTo>
                  <a:pt x="25717" y="15609"/>
                </a:lnTo>
                <a:lnTo>
                  <a:pt x="25963" y="15548"/>
                </a:lnTo>
                <a:lnTo>
                  <a:pt x="26209" y="15486"/>
                </a:lnTo>
                <a:lnTo>
                  <a:pt x="26455" y="15394"/>
                </a:lnTo>
                <a:lnTo>
                  <a:pt x="26701" y="15271"/>
                </a:lnTo>
                <a:lnTo>
                  <a:pt x="26916" y="15148"/>
                </a:lnTo>
                <a:lnTo>
                  <a:pt x="27100" y="14995"/>
                </a:lnTo>
                <a:lnTo>
                  <a:pt x="27315" y="14810"/>
                </a:lnTo>
                <a:lnTo>
                  <a:pt x="27469" y="14595"/>
                </a:lnTo>
                <a:lnTo>
                  <a:pt x="27622" y="14380"/>
                </a:lnTo>
                <a:lnTo>
                  <a:pt x="27745" y="14134"/>
                </a:lnTo>
                <a:lnTo>
                  <a:pt x="27838" y="13858"/>
                </a:lnTo>
                <a:lnTo>
                  <a:pt x="27930" y="13551"/>
                </a:lnTo>
                <a:lnTo>
                  <a:pt x="27991" y="13213"/>
                </a:lnTo>
                <a:lnTo>
                  <a:pt x="27991" y="12844"/>
                </a:lnTo>
                <a:lnTo>
                  <a:pt x="27960" y="12414"/>
                </a:lnTo>
                <a:lnTo>
                  <a:pt x="27930" y="11953"/>
                </a:lnTo>
                <a:lnTo>
                  <a:pt x="27838" y="11430"/>
                </a:lnTo>
                <a:lnTo>
                  <a:pt x="27715" y="10877"/>
                </a:lnTo>
                <a:lnTo>
                  <a:pt x="27592" y="10294"/>
                </a:lnTo>
                <a:lnTo>
                  <a:pt x="27438" y="9741"/>
                </a:lnTo>
                <a:lnTo>
                  <a:pt x="27254" y="9157"/>
                </a:lnTo>
                <a:lnTo>
                  <a:pt x="27039" y="8604"/>
                </a:lnTo>
                <a:lnTo>
                  <a:pt x="26824" y="8051"/>
                </a:lnTo>
                <a:lnTo>
                  <a:pt x="26578" y="7559"/>
                </a:lnTo>
                <a:lnTo>
                  <a:pt x="26332" y="7129"/>
                </a:lnTo>
                <a:lnTo>
                  <a:pt x="26086" y="6729"/>
                </a:lnTo>
                <a:lnTo>
                  <a:pt x="25810" y="6391"/>
                </a:lnTo>
                <a:lnTo>
                  <a:pt x="25533" y="6146"/>
                </a:lnTo>
                <a:lnTo>
                  <a:pt x="25410" y="6053"/>
                </a:lnTo>
                <a:lnTo>
                  <a:pt x="25257" y="5992"/>
                </a:lnTo>
                <a:lnTo>
                  <a:pt x="25134" y="5961"/>
                </a:lnTo>
                <a:lnTo>
                  <a:pt x="24980" y="5931"/>
                </a:lnTo>
                <a:lnTo>
                  <a:pt x="24857" y="5961"/>
                </a:lnTo>
                <a:lnTo>
                  <a:pt x="24734" y="5992"/>
                </a:lnTo>
                <a:lnTo>
                  <a:pt x="24581" y="6053"/>
                </a:lnTo>
                <a:lnTo>
                  <a:pt x="24458" y="6146"/>
                </a:lnTo>
                <a:lnTo>
                  <a:pt x="24181" y="6391"/>
                </a:lnTo>
                <a:lnTo>
                  <a:pt x="23905" y="6729"/>
                </a:lnTo>
                <a:lnTo>
                  <a:pt x="23659" y="7129"/>
                </a:lnTo>
                <a:lnTo>
                  <a:pt x="23413" y="7559"/>
                </a:lnTo>
                <a:lnTo>
                  <a:pt x="23167" y="8051"/>
                </a:lnTo>
                <a:lnTo>
                  <a:pt x="22952" y="8604"/>
                </a:lnTo>
                <a:lnTo>
                  <a:pt x="22737" y="9157"/>
                </a:lnTo>
                <a:lnTo>
                  <a:pt x="22553" y="9741"/>
                </a:lnTo>
                <a:lnTo>
                  <a:pt x="22399" y="10294"/>
                </a:lnTo>
                <a:lnTo>
                  <a:pt x="22245" y="10877"/>
                </a:lnTo>
                <a:lnTo>
                  <a:pt x="22153" y="11430"/>
                </a:lnTo>
                <a:lnTo>
                  <a:pt x="22061" y="11953"/>
                </a:lnTo>
                <a:lnTo>
                  <a:pt x="22000" y="12414"/>
                </a:lnTo>
                <a:lnTo>
                  <a:pt x="22000" y="12844"/>
                </a:lnTo>
                <a:lnTo>
                  <a:pt x="22000" y="13213"/>
                </a:lnTo>
                <a:lnTo>
                  <a:pt x="22061" y="13551"/>
                </a:lnTo>
                <a:lnTo>
                  <a:pt x="22123" y="13858"/>
                </a:lnTo>
                <a:lnTo>
                  <a:pt x="22245" y="14134"/>
                </a:lnTo>
                <a:lnTo>
                  <a:pt x="22368" y="14380"/>
                </a:lnTo>
                <a:lnTo>
                  <a:pt x="22522" y="14595"/>
                </a:lnTo>
                <a:lnTo>
                  <a:pt x="22676" y="14810"/>
                </a:lnTo>
                <a:lnTo>
                  <a:pt x="22891" y="14995"/>
                </a:lnTo>
                <a:lnTo>
                  <a:pt x="23075" y="15148"/>
                </a:lnTo>
                <a:lnTo>
                  <a:pt x="23290" y="15271"/>
                </a:lnTo>
                <a:lnTo>
                  <a:pt x="23536" y="15394"/>
                </a:lnTo>
                <a:lnTo>
                  <a:pt x="23782" y="15486"/>
                </a:lnTo>
                <a:lnTo>
                  <a:pt x="24028" y="15548"/>
                </a:lnTo>
                <a:lnTo>
                  <a:pt x="24273" y="15609"/>
                </a:lnTo>
                <a:lnTo>
                  <a:pt x="24796" y="15671"/>
                </a:lnTo>
                <a:lnTo>
                  <a:pt x="24796" y="17453"/>
                </a:lnTo>
                <a:lnTo>
                  <a:pt x="24673" y="17207"/>
                </a:lnTo>
                <a:lnTo>
                  <a:pt x="24519" y="16961"/>
                </a:lnTo>
                <a:lnTo>
                  <a:pt x="24273" y="16746"/>
                </a:lnTo>
                <a:lnTo>
                  <a:pt x="24028" y="16531"/>
                </a:lnTo>
                <a:lnTo>
                  <a:pt x="23690" y="16377"/>
                </a:lnTo>
                <a:lnTo>
                  <a:pt x="23259" y="16254"/>
                </a:lnTo>
                <a:lnTo>
                  <a:pt x="22799" y="16193"/>
                </a:lnTo>
                <a:lnTo>
                  <a:pt x="22215" y="16193"/>
                </a:lnTo>
                <a:lnTo>
                  <a:pt x="21846" y="16224"/>
                </a:lnTo>
                <a:lnTo>
                  <a:pt x="21508" y="16285"/>
                </a:lnTo>
                <a:lnTo>
                  <a:pt x="21201" y="16347"/>
                </a:lnTo>
                <a:lnTo>
                  <a:pt x="20924" y="16439"/>
                </a:lnTo>
                <a:lnTo>
                  <a:pt x="20678" y="16562"/>
                </a:lnTo>
                <a:lnTo>
                  <a:pt x="20463" y="16685"/>
                </a:lnTo>
                <a:lnTo>
                  <a:pt x="20279" y="16838"/>
                </a:lnTo>
                <a:lnTo>
                  <a:pt x="20095" y="16992"/>
                </a:lnTo>
                <a:lnTo>
                  <a:pt x="19941" y="17145"/>
                </a:lnTo>
                <a:lnTo>
                  <a:pt x="19818" y="17299"/>
                </a:lnTo>
                <a:lnTo>
                  <a:pt x="19634" y="17637"/>
                </a:lnTo>
                <a:lnTo>
                  <a:pt x="19511" y="17975"/>
                </a:lnTo>
                <a:lnTo>
                  <a:pt x="19449" y="18252"/>
                </a:lnTo>
                <a:lnTo>
                  <a:pt x="17452" y="18559"/>
                </a:lnTo>
                <a:lnTo>
                  <a:pt x="17452" y="16408"/>
                </a:lnTo>
                <a:lnTo>
                  <a:pt x="17729" y="16377"/>
                </a:lnTo>
                <a:lnTo>
                  <a:pt x="18005" y="16347"/>
                </a:lnTo>
                <a:lnTo>
                  <a:pt x="18282" y="16285"/>
                </a:lnTo>
                <a:lnTo>
                  <a:pt x="18558" y="16193"/>
                </a:lnTo>
                <a:lnTo>
                  <a:pt x="18835" y="16101"/>
                </a:lnTo>
                <a:lnTo>
                  <a:pt x="19081" y="15978"/>
                </a:lnTo>
                <a:lnTo>
                  <a:pt x="19327" y="15824"/>
                </a:lnTo>
                <a:lnTo>
                  <a:pt x="19542" y="15640"/>
                </a:lnTo>
                <a:lnTo>
                  <a:pt x="19757" y="15456"/>
                </a:lnTo>
                <a:lnTo>
                  <a:pt x="19941" y="15240"/>
                </a:lnTo>
                <a:lnTo>
                  <a:pt x="20095" y="14995"/>
                </a:lnTo>
                <a:lnTo>
                  <a:pt x="20248" y="14718"/>
                </a:lnTo>
                <a:lnTo>
                  <a:pt x="20371" y="14411"/>
                </a:lnTo>
                <a:lnTo>
                  <a:pt x="20433" y="14073"/>
                </a:lnTo>
                <a:lnTo>
                  <a:pt x="20494" y="13704"/>
                </a:lnTo>
                <a:lnTo>
                  <a:pt x="20525" y="13305"/>
                </a:lnTo>
                <a:lnTo>
                  <a:pt x="20494" y="12844"/>
                </a:lnTo>
                <a:lnTo>
                  <a:pt x="20433" y="12321"/>
                </a:lnTo>
                <a:lnTo>
                  <a:pt x="20340" y="11738"/>
                </a:lnTo>
                <a:lnTo>
                  <a:pt x="20218" y="11123"/>
                </a:lnTo>
                <a:lnTo>
                  <a:pt x="20064" y="10509"/>
                </a:lnTo>
                <a:lnTo>
                  <a:pt x="19880" y="9894"/>
                </a:lnTo>
                <a:lnTo>
                  <a:pt x="19695" y="9249"/>
                </a:lnTo>
                <a:lnTo>
                  <a:pt x="19480" y="8634"/>
                </a:lnTo>
                <a:lnTo>
                  <a:pt x="19234" y="8051"/>
                </a:lnTo>
                <a:lnTo>
                  <a:pt x="18958" y="7498"/>
                </a:lnTo>
                <a:lnTo>
                  <a:pt x="18681" y="7006"/>
                </a:lnTo>
                <a:lnTo>
                  <a:pt x="18405" y="6576"/>
                </a:lnTo>
                <a:lnTo>
                  <a:pt x="18128" y="6238"/>
                </a:lnTo>
                <a:lnTo>
                  <a:pt x="17821" y="5961"/>
                </a:lnTo>
                <a:lnTo>
                  <a:pt x="17667" y="5869"/>
                </a:lnTo>
                <a:lnTo>
                  <a:pt x="17514" y="5777"/>
                </a:lnTo>
                <a:lnTo>
                  <a:pt x="17360" y="5746"/>
                </a:lnTo>
                <a:lnTo>
                  <a:pt x="17237" y="5715"/>
                </a:lnTo>
                <a:lnTo>
                  <a:pt x="17084" y="5746"/>
                </a:lnTo>
                <a:lnTo>
                  <a:pt x="16930" y="5777"/>
                </a:lnTo>
                <a:lnTo>
                  <a:pt x="16776" y="5869"/>
                </a:lnTo>
                <a:lnTo>
                  <a:pt x="16623" y="5961"/>
                </a:lnTo>
                <a:lnTo>
                  <a:pt x="16315" y="6238"/>
                </a:lnTo>
                <a:lnTo>
                  <a:pt x="16039" y="6576"/>
                </a:lnTo>
                <a:lnTo>
                  <a:pt x="15762" y="7006"/>
                </a:lnTo>
                <a:lnTo>
                  <a:pt x="15486" y="7498"/>
                </a:lnTo>
                <a:lnTo>
                  <a:pt x="15240" y="8051"/>
                </a:lnTo>
                <a:lnTo>
                  <a:pt x="14994" y="8634"/>
                </a:lnTo>
                <a:lnTo>
                  <a:pt x="14748" y="9249"/>
                </a:lnTo>
                <a:lnTo>
                  <a:pt x="14564" y="9894"/>
                </a:lnTo>
                <a:lnTo>
                  <a:pt x="14380" y="10509"/>
                </a:lnTo>
                <a:lnTo>
                  <a:pt x="14226" y="11123"/>
                </a:lnTo>
                <a:lnTo>
                  <a:pt x="14103" y="11738"/>
                </a:lnTo>
                <a:lnTo>
                  <a:pt x="14011" y="12321"/>
                </a:lnTo>
                <a:lnTo>
                  <a:pt x="13950" y="12844"/>
                </a:lnTo>
                <a:lnTo>
                  <a:pt x="13950" y="13305"/>
                </a:lnTo>
                <a:lnTo>
                  <a:pt x="13950" y="13704"/>
                </a:lnTo>
                <a:lnTo>
                  <a:pt x="14011" y="14073"/>
                </a:lnTo>
                <a:lnTo>
                  <a:pt x="14103" y="14411"/>
                </a:lnTo>
                <a:lnTo>
                  <a:pt x="14195" y="14718"/>
                </a:lnTo>
                <a:lnTo>
                  <a:pt x="14349" y="14995"/>
                </a:lnTo>
                <a:lnTo>
                  <a:pt x="14503" y="15240"/>
                </a:lnTo>
                <a:lnTo>
                  <a:pt x="14687" y="15456"/>
                </a:lnTo>
                <a:lnTo>
                  <a:pt x="14902" y="15640"/>
                </a:lnTo>
                <a:lnTo>
                  <a:pt x="15117" y="15824"/>
                </a:lnTo>
                <a:lnTo>
                  <a:pt x="15363" y="15978"/>
                </a:lnTo>
                <a:lnTo>
                  <a:pt x="15609" y="16101"/>
                </a:lnTo>
                <a:lnTo>
                  <a:pt x="15885" y="16193"/>
                </a:lnTo>
                <a:lnTo>
                  <a:pt x="16162" y="16285"/>
                </a:lnTo>
                <a:lnTo>
                  <a:pt x="16438" y="16347"/>
                </a:lnTo>
                <a:lnTo>
                  <a:pt x="16715" y="16377"/>
                </a:lnTo>
                <a:lnTo>
                  <a:pt x="17022" y="16408"/>
                </a:lnTo>
                <a:lnTo>
                  <a:pt x="17022" y="18313"/>
                </a:lnTo>
                <a:lnTo>
                  <a:pt x="16838" y="18129"/>
                </a:lnTo>
                <a:lnTo>
                  <a:pt x="16653" y="17975"/>
                </a:lnTo>
                <a:lnTo>
                  <a:pt x="16438" y="17821"/>
                </a:lnTo>
                <a:lnTo>
                  <a:pt x="16193" y="17729"/>
                </a:lnTo>
                <a:lnTo>
                  <a:pt x="15885" y="17606"/>
                </a:lnTo>
                <a:lnTo>
                  <a:pt x="15547" y="17545"/>
                </a:lnTo>
                <a:lnTo>
                  <a:pt x="15148" y="17514"/>
                </a:lnTo>
                <a:lnTo>
                  <a:pt x="14718" y="17514"/>
                </a:lnTo>
                <a:lnTo>
                  <a:pt x="14349" y="17545"/>
                </a:lnTo>
                <a:lnTo>
                  <a:pt x="14011" y="17606"/>
                </a:lnTo>
                <a:lnTo>
                  <a:pt x="13704" y="17698"/>
                </a:lnTo>
                <a:lnTo>
                  <a:pt x="13427" y="17791"/>
                </a:lnTo>
                <a:lnTo>
                  <a:pt x="13181" y="17914"/>
                </a:lnTo>
                <a:lnTo>
                  <a:pt x="12966" y="18036"/>
                </a:lnTo>
                <a:lnTo>
                  <a:pt x="12782" y="18190"/>
                </a:lnTo>
                <a:lnTo>
                  <a:pt x="12598" y="18344"/>
                </a:lnTo>
                <a:lnTo>
                  <a:pt x="12444" y="18497"/>
                </a:lnTo>
                <a:lnTo>
                  <a:pt x="12352" y="18651"/>
                </a:lnTo>
                <a:lnTo>
                  <a:pt x="12137" y="18989"/>
                </a:lnTo>
                <a:lnTo>
                  <a:pt x="12014" y="19327"/>
                </a:lnTo>
                <a:lnTo>
                  <a:pt x="11952" y="19603"/>
                </a:lnTo>
                <a:lnTo>
                  <a:pt x="10201" y="20034"/>
                </a:lnTo>
                <a:lnTo>
                  <a:pt x="8603" y="20433"/>
                </a:lnTo>
                <a:lnTo>
                  <a:pt x="8603" y="13520"/>
                </a:lnTo>
                <a:lnTo>
                  <a:pt x="8603" y="12875"/>
                </a:lnTo>
                <a:lnTo>
                  <a:pt x="8573" y="12229"/>
                </a:lnTo>
                <a:lnTo>
                  <a:pt x="8419" y="10601"/>
                </a:lnTo>
                <a:lnTo>
                  <a:pt x="8450" y="10601"/>
                </a:lnTo>
                <a:lnTo>
                  <a:pt x="10754" y="14503"/>
                </a:lnTo>
                <a:lnTo>
                  <a:pt x="11092" y="14964"/>
                </a:lnTo>
                <a:lnTo>
                  <a:pt x="11430" y="15425"/>
                </a:lnTo>
                <a:lnTo>
                  <a:pt x="11860" y="15824"/>
                </a:lnTo>
                <a:lnTo>
                  <a:pt x="12290" y="16162"/>
                </a:lnTo>
                <a:lnTo>
                  <a:pt x="12198" y="15609"/>
                </a:lnTo>
                <a:lnTo>
                  <a:pt x="12045" y="15056"/>
                </a:lnTo>
                <a:lnTo>
                  <a:pt x="11829" y="14534"/>
                </a:lnTo>
                <a:lnTo>
                  <a:pt x="11553" y="14011"/>
                </a:lnTo>
                <a:lnTo>
                  <a:pt x="9126" y="9956"/>
                </a:lnTo>
                <a:lnTo>
                  <a:pt x="9187" y="9771"/>
                </a:lnTo>
                <a:lnTo>
                  <a:pt x="9187" y="9587"/>
                </a:lnTo>
                <a:lnTo>
                  <a:pt x="9187" y="9403"/>
                </a:lnTo>
                <a:lnTo>
                  <a:pt x="9126" y="9218"/>
                </a:lnTo>
                <a:lnTo>
                  <a:pt x="9033" y="9065"/>
                </a:lnTo>
                <a:lnTo>
                  <a:pt x="8941" y="8911"/>
                </a:lnTo>
                <a:lnTo>
                  <a:pt x="10385" y="4763"/>
                </a:lnTo>
                <a:lnTo>
                  <a:pt x="10539" y="4241"/>
                </a:lnTo>
                <a:lnTo>
                  <a:pt x="10631" y="3657"/>
                </a:lnTo>
                <a:lnTo>
                  <a:pt x="10693" y="3104"/>
                </a:lnTo>
                <a:lnTo>
                  <a:pt x="10662" y="2520"/>
                </a:lnTo>
                <a:lnTo>
                  <a:pt x="10293" y="2950"/>
                </a:lnTo>
                <a:lnTo>
                  <a:pt x="9986" y="3442"/>
                </a:lnTo>
                <a:lnTo>
                  <a:pt x="9709" y="3933"/>
                </a:lnTo>
                <a:lnTo>
                  <a:pt x="9494" y="4456"/>
                </a:lnTo>
                <a:lnTo>
                  <a:pt x="8050" y="8573"/>
                </a:lnTo>
                <a:lnTo>
                  <a:pt x="7927" y="8604"/>
                </a:lnTo>
                <a:lnTo>
                  <a:pt x="7774" y="8665"/>
                </a:lnTo>
                <a:lnTo>
                  <a:pt x="7651" y="8727"/>
                </a:lnTo>
                <a:lnTo>
                  <a:pt x="7528" y="8819"/>
                </a:lnTo>
                <a:lnTo>
                  <a:pt x="7405" y="8911"/>
                </a:lnTo>
                <a:lnTo>
                  <a:pt x="7343" y="9034"/>
                </a:lnTo>
                <a:lnTo>
                  <a:pt x="7251" y="9157"/>
                </a:lnTo>
                <a:lnTo>
                  <a:pt x="7190" y="9310"/>
                </a:lnTo>
                <a:lnTo>
                  <a:pt x="2796" y="10970"/>
                </a:lnTo>
                <a:lnTo>
                  <a:pt x="2274" y="11185"/>
                </a:lnTo>
                <a:lnTo>
                  <a:pt x="1782" y="11461"/>
                </a:lnTo>
                <a:lnTo>
                  <a:pt x="1321" y="11799"/>
                </a:lnTo>
                <a:lnTo>
                  <a:pt x="891" y="12168"/>
                </a:lnTo>
                <a:lnTo>
                  <a:pt x="1475" y="12168"/>
                </a:lnTo>
                <a:lnTo>
                  <a:pt x="2028" y="12106"/>
                </a:lnTo>
                <a:lnTo>
                  <a:pt x="2581" y="11983"/>
                </a:lnTo>
                <a:lnTo>
                  <a:pt x="3134" y="11830"/>
                </a:lnTo>
                <a:lnTo>
                  <a:pt x="7374" y="10232"/>
                </a:lnTo>
                <a:lnTo>
                  <a:pt x="7497" y="10355"/>
                </a:lnTo>
                <a:lnTo>
                  <a:pt x="7620" y="10447"/>
                </a:lnTo>
                <a:lnTo>
                  <a:pt x="7774" y="10539"/>
                </a:lnTo>
                <a:lnTo>
                  <a:pt x="7927" y="10601"/>
                </a:lnTo>
                <a:lnTo>
                  <a:pt x="7804" y="12229"/>
                </a:lnTo>
                <a:lnTo>
                  <a:pt x="7743" y="12875"/>
                </a:lnTo>
                <a:lnTo>
                  <a:pt x="7743" y="13520"/>
                </a:lnTo>
                <a:lnTo>
                  <a:pt x="7743" y="20679"/>
                </a:lnTo>
                <a:lnTo>
                  <a:pt x="5899" y="21232"/>
                </a:lnTo>
                <a:lnTo>
                  <a:pt x="4302" y="21754"/>
                </a:lnTo>
                <a:lnTo>
                  <a:pt x="2950" y="22246"/>
                </a:lnTo>
                <a:lnTo>
                  <a:pt x="1874" y="22676"/>
                </a:lnTo>
                <a:lnTo>
                  <a:pt x="1045" y="23045"/>
                </a:lnTo>
                <a:lnTo>
                  <a:pt x="461" y="23321"/>
                </a:lnTo>
                <a:lnTo>
                  <a:pt x="0" y="23536"/>
                </a:lnTo>
                <a:lnTo>
                  <a:pt x="71622" y="23536"/>
                </a:lnTo>
                <a:lnTo>
                  <a:pt x="71284" y="23352"/>
                </a:lnTo>
                <a:lnTo>
                  <a:pt x="70239" y="22860"/>
                </a:lnTo>
                <a:lnTo>
                  <a:pt x="69471" y="22522"/>
                </a:lnTo>
                <a:lnTo>
                  <a:pt x="68518" y="22123"/>
                </a:lnTo>
                <a:lnTo>
                  <a:pt x="67382" y="21693"/>
                </a:lnTo>
                <a:lnTo>
                  <a:pt x="66122" y="21232"/>
                </a:lnTo>
                <a:lnTo>
                  <a:pt x="66122" y="13182"/>
                </a:lnTo>
                <a:lnTo>
                  <a:pt x="66091" y="12537"/>
                </a:lnTo>
                <a:lnTo>
                  <a:pt x="66060" y="11891"/>
                </a:lnTo>
                <a:lnTo>
                  <a:pt x="65907" y="10232"/>
                </a:lnTo>
                <a:lnTo>
                  <a:pt x="65938" y="10232"/>
                </a:lnTo>
                <a:lnTo>
                  <a:pt x="68242" y="14165"/>
                </a:lnTo>
                <a:lnTo>
                  <a:pt x="68580" y="14626"/>
                </a:lnTo>
                <a:lnTo>
                  <a:pt x="68949" y="15056"/>
                </a:lnTo>
                <a:lnTo>
                  <a:pt x="69348" y="15456"/>
                </a:lnTo>
                <a:lnTo>
                  <a:pt x="69778" y="15824"/>
                </a:lnTo>
                <a:lnTo>
                  <a:pt x="69686" y="15271"/>
                </a:lnTo>
                <a:lnTo>
                  <a:pt x="69532" y="14718"/>
                </a:lnTo>
                <a:lnTo>
                  <a:pt x="69317" y="14196"/>
                </a:lnTo>
                <a:lnTo>
                  <a:pt x="69041" y="13673"/>
                </a:lnTo>
                <a:lnTo>
                  <a:pt x="66644" y="9618"/>
                </a:lnTo>
                <a:lnTo>
                  <a:pt x="66675" y="9433"/>
                </a:lnTo>
                <a:lnTo>
                  <a:pt x="66706" y="9249"/>
                </a:lnTo>
                <a:lnTo>
                  <a:pt x="66675" y="9065"/>
                </a:lnTo>
                <a:lnTo>
                  <a:pt x="66613" y="8880"/>
                </a:lnTo>
                <a:lnTo>
                  <a:pt x="66521" y="8696"/>
                </a:lnTo>
                <a:lnTo>
                  <a:pt x="66429" y="8573"/>
                </a:lnTo>
                <a:lnTo>
                  <a:pt x="67873" y="4425"/>
                </a:lnTo>
                <a:lnTo>
                  <a:pt x="68027" y="3872"/>
                </a:lnTo>
                <a:lnTo>
                  <a:pt x="68119" y="3319"/>
                </a:lnTo>
                <a:lnTo>
                  <a:pt x="68180" y="2735"/>
                </a:lnTo>
                <a:lnTo>
                  <a:pt x="68180" y="2182"/>
                </a:lnTo>
                <a:lnTo>
                  <a:pt x="67812" y="2612"/>
                </a:lnTo>
                <a:lnTo>
                  <a:pt x="67474" y="3104"/>
                </a:lnTo>
                <a:lnTo>
                  <a:pt x="67197" y="3595"/>
                </a:lnTo>
                <a:lnTo>
                  <a:pt x="66982" y="4118"/>
                </a:lnTo>
                <a:lnTo>
                  <a:pt x="65569" y="8235"/>
                </a:lnTo>
                <a:lnTo>
                  <a:pt x="65415" y="8266"/>
                </a:lnTo>
                <a:lnTo>
                  <a:pt x="65262" y="8327"/>
                </a:lnTo>
                <a:lnTo>
                  <a:pt x="65139" y="8389"/>
                </a:lnTo>
                <a:lnTo>
                  <a:pt x="65016" y="8481"/>
                </a:lnTo>
                <a:lnTo>
                  <a:pt x="64924" y="8573"/>
                </a:lnTo>
                <a:lnTo>
                  <a:pt x="64831" y="8696"/>
                </a:lnTo>
                <a:lnTo>
                  <a:pt x="64739" y="8819"/>
                </a:lnTo>
                <a:lnTo>
                  <a:pt x="64708" y="8942"/>
                </a:lnTo>
                <a:lnTo>
                  <a:pt x="60284" y="10601"/>
                </a:lnTo>
                <a:lnTo>
                  <a:pt x="59946" y="10754"/>
                </a:lnTo>
                <a:lnTo>
                  <a:pt x="59608" y="10908"/>
                </a:lnTo>
                <a:lnTo>
                  <a:pt x="59301" y="11123"/>
                </a:lnTo>
                <a:lnTo>
                  <a:pt x="58993" y="11308"/>
                </a:lnTo>
                <a:lnTo>
                  <a:pt x="58932" y="10877"/>
                </a:lnTo>
                <a:lnTo>
                  <a:pt x="58871" y="10386"/>
                </a:lnTo>
                <a:lnTo>
                  <a:pt x="58748" y="9894"/>
                </a:lnTo>
                <a:lnTo>
                  <a:pt x="58625" y="9341"/>
                </a:lnTo>
                <a:lnTo>
                  <a:pt x="58471" y="8819"/>
                </a:lnTo>
                <a:lnTo>
                  <a:pt x="58318" y="8296"/>
                </a:lnTo>
                <a:lnTo>
                  <a:pt x="58133" y="7774"/>
                </a:lnTo>
                <a:lnTo>
                  <a:pt x="57949" y="7252"/>
                </a:lnTo>
                <a:lnTo>
                  <a:pt x="57734" y="6791"/>
                </a:lnTo>
                <a:lnTo>
                  <a:pt x="57488" y="6330"/>
                </a:lnTo>
                <a:lnTo>
                  <a:pt x="57273" y="5931"/>
                </a:lnTo>
                <a:lnTo>
                  <a:pt x="57027" y="5593"/>
                </a:lnTo>
                <a:lnTo>
                  <a:pt x="56781" y="5316"/>
                </a:lnTo>
                <a:lnTo>
                  <a:pt x="56535" y="5101"/>
                </a:lnTo>
                <a:lnTo>
                  <a:pt x="56382" y="5009"/>
                </a:lnTo>
                <a:lnTo>
                  <a:pt x="56259" y="4947"/>
                </a:lnTo>
                <a:lnTo>
                  <a:pt x="56136" y="4917"/>
                </a:lnTo>
                <a:lnTo>
                  <a:pt x="56013" y="4917"/>
                </a:lnTo>
                <a:lnTo>
                  <a:pt x="55798" y="4947"/>
                </a:lnTo>
                <a:lnTo>
                  <a:pt x="55614" y="5039"/>
                </a:lnTo>
                <a:lnTo>
                  <a:pt x="55399" y="5162"/>
                </a:lnTo>
                <a:lnTo>
                  <a:pt x="55183" y="5377"/>
                </a:lnTo>
                <a:lnTo>
                  <a:pt x="54999" y="5623"/>
                </a:lnTo>
                <a:lnTo>
                  <a:pt x="54784" y="5900"/>
                </a:lnTo>
                <a:lnTo>
                  <a:pt x="54600" y="6207"/>
                </a:lnTo>
                <a:lnTo>
                  <a:pt x="54415" y="6545"/>
                </a:lnTo>
                <a:lnTo>
                  <a:pt x="54077" y="7344"/>
                </a:lnTo>
                <a:lnTo>
                  <a:pt x="53739" y="8173"/>
                </a:lnTo>
                <a:lnTo>
                  <a:pt x="53494" y="9034"/>
                </a:lnTo>
                <a:lnTo>
                  <a:pt x="53278" y="9894"/>
                </a:lnTo>
                <a:lnTo>
                  <a:pt x="53033" y="9157"/>
                </a:lnTo>
                <a:lnTo>
                  <a:pt x="52756" y="8419"/>
                </a:lnTo>
                <a:lnTo>
                  <a:pt x="52480" y="7743"/>
                </a:lnTo>
                <a:lnTo>
                  <a:pt x="52142" y="7129"/>
                </a:lnTo>
                <a:lnTo>
                  <a:pt x="51834" y="6637"/>
                </a:lnTo>
                <a:lnTo>
                  <a:pt x="51650" y="6422"/>
                </a:lnTo>
                <a:lnTo>
                  <a:pt x="51466" y="6238"/>
                </a:lnTo>
                <a:lnTo>
                  <a:pt x="51312" y="6084"/>
                </a:lnTo>
                <a:lnTo>
                  <a:pt x="51128" y="5961"/>
                </a:lnTo>
                <a:lnTo>
                  <a:pt x="50943" y="5900"/>
                </a:lnTo>
                <a:lnTo>
                  <a:pt x="50759" y="5869"/>
                </a:lnTo>
                <a:lnTo>
                  <a:pt x="50636" y="5900"/>
                </a:lnTo>
                <a:lnTo>
                  <a:pt x="50482" y="5931"/>
                </a:lnTo>
                <a:lnTo>
                  <a:pt x="50360" y="5992"/>
                </a:lnTo>
                <a:lnTo>
                  <a:pt x="50206" y="6084"/>
                </a:lnTo>
                <a:lnTo>
                  <a:pt x="49960" y="6330"/>
                </a:lnTo>
                <a:lnTo>
                  <a:pt x="49684" y="6668"/>
                </a:lnTo>
                <a:lnTo>
                  <a:pt x="49438" y="7067"/>
                </a:lnTo>
                <a:lnTo>
                  <a:pt x="49192" y="7498"/>
                </a:lnTo>
                <a:lnTo>
                  <a:pt x="48946" y="7989"/>
                </a:lnTo>
                <a:lnTo>
                  <a:pt x="48731" y="8542"/>
                </a:lnTo>
                <a:lnTo>
                  <a:pt x="48516" y="9095"/>
                </a:lnTo>
                <a:lnTo>
                  <a:pt x="48332" y="9679"/>
                </a:lnTo>
                <a:lnTo>
                  <a:pt x="48178" y="10232"/>
                </a:lnTo>
                <a:lnTo>
                  <a:pt x="48024" y="10816"/>
                </a:lnTo>
                <a:lnTo>
                  <a:pt x="47932" y="11369"/>
                </a:lnTo>
                <a:lnTo>
                  <a:pt x="47840" y="11891"/>
                </a:lnTo>
                <a:lnTo>
                  <a:pt x="47779" y="12352"/>
                </a:lnTo>
                <a:lnTo>
                  <a:pt x="47779" y="12782"/>
                </a:lnTo>
                <a:lnTo>
                  <a:pt x="47779" y="13151"/>
                </a:lnTo>
                <a:lnTo>
                  <a:pt x="47840" y="13489"/>
                </a:lnTo>
                <a:lnTo>
                  <a:pt x="47901" y="13796"/>
                </a:lnTo>
                <a:lnTo>
                  <a:pt x="48024" y="14073"/>
                </a:lnTo>
                <a:lnTo>
                  <a:pt x="48147" y="14319"/>
                </a:lnTo>
                <a:lnTo>
                  <a:pt x="48301" y="14534"/>
                </a:lnTo>
                <a:lnTo>
                  <a:pt x="48455" y="14749"/>
                </a:lnTo>
                <a:lnTo>
                  <a:pt x="48639" y="14933"/>
                </a:lnTo>
                <a:lnTo>
                  <a:pt x="48854" y="15087"/>
                </a:lnTo>
                <a:lnTo>
                  <a:pt x="49069" y="15210"/>
                </a:lnTo>
                <a:lnTo>
                  <a:pt x="49315" y="15333"/>
                </a:lnTo>
                <a:lnTo>
                  <a:pt x="49561" y="15425"/>
                </a:lnTo>
                <a:lnTo>
                  <a:pt x="49806" y="15486"/>
                </a:lnTo>
                <a:lnTo>
                  <a:pt x="50052" y="15548"/>
                </a:lnTo>
                <a:lnTo>
                  <a:pt x="50575" y="15609"/>
                </a:lnTo>
                <a:lnTo>
                  <a:pt x="50575" y="17268"/>
                </a:lnTo>
                <a:lnTo>
                  <a:pt x="50421" y="17483"/>
                </a:lnTo>
                <a:lnTo>
                  <a:pt x="50329" y="17668"/>
                </a:lnTo>
                <a:lnTo>
                  <a:pt x="48793" y="17483"/>
                </a:lnTo>
                <a:lnTo>
                  <a:pt x="47226" y="17330"/>
                </a:lnTo>
                <a:lnTo>
                  <a:pt x="45597" y="17207"/>
                </a:lnTo>
                <a:lnTo>
                  <a:pt x="43938" y="17084"/>
                </a:lnTo>
                <a:lnTo>
                  <a:pt x="43938" y="10017"/>
                </a:lnTo>
                <a:lnTo>
                  <a:pt x="43907" y="9433"/>
                </a:lnTo>
                <a:lnTo>
                  <a:pt x="43876" y="8849"/>
                </a:lnTo>
                <a:lnTo>
                  <a:pt x="43754" y="7344"/>
                </a:lnTo>
                <a:lnTo>
                  <a:pt x="45874" y="10908"/>
                </a:lnTo>
                <a:lnTo>
                  <a:pt x="46181" y="11338"/>
                </a:lnTo>
                <a:lnTo>
                  <a:pt x="46488" y="11738"/>
                </a:lnTo>
                <a:lnTo>
                  <a:pt x="46888" y="12106"/>
                </a:lnTo>
                <a:lnTo>
                  <a:pt x="47287" y="12444"/>
                </a:lnTo>
                <a:lnTo>
                  <a:pt x="47287" y="12444"/>
                </a:lnTo>
                <a:lnTo>
                  <a:pt x="47195" y="11922"/>
                </a:lnTo>
                <a:lnTo>
                  <a:pt x="47041" y="11430"/>
                </a:lnTo>
                <a:lnTo>
                  <a:pt x="46857" y="10939"/>
                </a:lnTo>
                <a:lnTo>
                  <a:pt x="46611" y="10478"/>
                </a:lnTo>
                <a:lnTo>
                  <a:pt x="44399" y="6760"/>
                </a:lnTo>
                <a:lnTo>
                  <a:pt x="44429" y="6606"/>
                </a:lnTo>
                <a:lnTo>
                  <a:pt x="44460" y="6453"/>
                </a:lnTo>
                <a:lnTo>
                  <a:pt x="44429" y="6268"/>
                </a:lnTo>
                <a:lnTo>
                  <a:pt x="44399" y="6084"/>
                </a:lnTo>
                <a:lnTo>
                  <a:pt x="44307" y="5931"/>
                </a:lnTo>
                <a:lnTo>
                  <a:pt x="44214" y="5808"/>
                </a:lnTo>
                <a:lnTo>
                  <a:pt x="45536" y="2028"/>
                </a:lnTo>
                <a:lnTo>
                  <a:pt x="45689" y="1537"/>
                </a:lnTo>
                <a:lnTo>
                  <a:pt x="45781" y="1014"/>
                </a:lnTo>
                <a:lnTo>
                  <a:pt x="45812" y="523"/>
                </a:lnTo>
                <a:lnTo>
                  <a:pt x="45812" y="0"/>
                </a:lnTo>
                <a:close/>
              </a:path>
            </a:pathLst>
          </a:cu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00" name="Google Shape;900;p15"/>
          <p:cNvGrpSpPr/>
          <p:nvPr/>
        </p:nvGrpSpPr>
        <p:grpSpPr>
          <a:xfrm>
            <a:off x="1658871" y="1433868"/>
            <a:ext cx="8229600" cy="795403"/>
            <a:chOff x="1144566" y="1728591"/>
            <a:chExt cx="8229600" cy="795403"/>
          </a:xfrm>
        </p:grpSpPr>
        <p:sp>
          <p:nvSpPr>
            <p:cNvPr id="901" name="Google Shape;901;p15"/>
            <p:cNvSpPr/>
            <p:nvPr/>
          </p:nvSpPr>
          <p:spPr>
            <a:xfrm>
              <a:off x="1628384" y="1728591"/>
              <a:ext cx="7261965" cy="795403"/>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15"/>
            <p:cNvSpPr txBox="1"/>
            <p:nvPr/>
          </p:nvSpPr>
          <p:spPr>
            <a:xfrm>
              <a:off x="1144566" y="1764286"/>
              <a:ext cx="8229600" cy="48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Fira Sans"/>
                <a:buNone/>
              </a:pPr>
              <a:r>
                <a:rPr b="1" i="0" lang="en-NL" sz="3600" u="none" cap="none" strike="noStrike">
                  <a:solidFill>
                    <a:schemeClr val="dk1"/>
                  </a:solidFill>
                  <a:latin typeface="Fira Sans"/>
                  <a:ea typeface="Fira Sans"/>
                  <a:cs typeface="Fira Sans"/>
                  <a:sym typeface="Fira Sans"/>
                </a:rPr>
                <a:t>Project Recommedation</a:t>
              </a:r>
              <a:endParaRPr b="1" i="0" sz="3600" u="none" cap="none" strike="noStrike">
                <a:solidFill>
                  <a:schemeClr val="dk1"/>
                </a:solidFill>
                <a:latin typeface="Fira Sans"/>
                <a:ea typeface="Fira Sans"/>
                <a:cs typeface="Fira Sans"/>
                <a:sym typeface="Fira Sans"/>
              </a:endParaRPr>
            </a:p>
          </p:txBody>
        </p:sp>
      </p:grpSp>
      <p:grpSp>
        <p:nvGrpSpPr>
          <p:cNvPr id="903" name="Google Shape;903;p15"/>
          <p:cNvGrpSpPr/>
          <p:nvPr/>
        </p:nvGrpSpPr>
        <p:grpSpPr>
          <a:xfrm>
            <a:off x="1837367" y="3926910"/>
            <a:ext cx="2162338" cy="1288615"/>
            <a:chOff x="1197769" y="3276179"/>
            <a:chExt cx="2753223" cy="1867321"/>
          </a:xfrm>
        </p:grpSpPr>
        <p:sp>
          <p:nvSpPr>
            <p:cNvPr id="904" name="Google Shape;904;p15"/>
            <p:cNvSpPr/>
            <p:nvPr/>
          </p:nvSpPr>
          <p:spPr>
            <a:xfrm>
              <a:off x="1217924" y="3844804"/>
              <a:ext cx="2681960" cy="961283"/>
            </a:xfrm>
            <a:custGeom>
              <a:rect b="b" l="l" r="r" t="t"/>
              <a:pathLst>
                <a:path extrusionOk="0" h="21986" w="61344">
                  <a:moveTo>
                    <a:pt x="22447" y="1"/>
                  </a:moveTo>
                  <a:lnTo>
                    <a:pt x="20787" y="93"/>
                  </a:lnTo>
                  <a:lnTo>
                    <a:pt x="19065" y="216"/>
                  </a:lnTo>
                  <a:lnTo>
                    <a:pt x="18173" y="339"/>
                  </a:lnTo>
                  <a:lnTo>
                    <a:pt x="17281" y="431"/>
                  </a:lnTo>
                  <a:lnTo>
                    <a:pt x="16390" y="585"/>
                  </a:lnTo>
                  <a:lnTo>
                    <a:pt x="15498" y="739"/>
                  </a:lnTo>
                  <a:lnTo>
                    <a:pt x="14576" y="923"/>
                  </a:lnTo>
                  <a:lnTo>
                    <a:pt x="13622" y="1138"/>
                  </a:lnTo>
                  <a:lnTo>
                    <a:pt x="12700" y="1354"/>
                  </a:lnTo>
                  <a:lnTo>
                    <a:pt x="11747" y="1630"/>
                  </a:lnTo>
                  <a:lnTo>
                    <a:pt x="10824" y="1907"/>
                  </a:lnTo>
                  <a:lnTo>
                    <a:pt x="9871" y="2215"/>
                  </a:lnTo>
                  <a:lnTo>
                    <a:pt x="9441" y="2368"/>
                  </a:lnTo>
                  <a:lnTo>
                    <a:pt x="9010" y="2522"/>
                  </a:lnTo>
                  <a:lnTo>
                    <a:pt x="8610" y="2737"/>
                  </a:lnTo>
                  <a:lnTo>
                    <a:pt x="8211" y="2922"/>
                  </a:lnTo>
                  <a:lnTo>
                    <a:pt x="7811" y="3137"/>
                  </a:lnTo>
                  <a:lnTo>
                    <a:pt x="7442" y="3383"/>
                  </a:lnTo>
                  <a:lnTo>
                    <a:pt x="7073" y="3629"/>
                  </a:lnTo>
                  <a:lnTo>
                    <a:pt x="6704" y="3906"/>
                  </a:lnTo>
                  <a:lnTo>
                    <a:pt x="6366" y="4182"/>
                  </a:lnTo>
                  <a:lnTo>
                    <a:pt x="6028" y="4490"/>
                  </a:lnTo>
                  <a:lnTo>
                    <a:pt x="5720" y="4797"/>
                  </a:lnTo>
                  <a:lnTo>
                    <a:pt x="5413" y="5105"/>
                  </a:lnTo>
                  <a:lnTo>
                    <a:pt x="5105" y="5443"/>
                  </a:lnTo>
                  <a:lnTo>
                    <a:pt x="4828" y="5812"/>
                  </a:lnTo>
                  <a:lnTo>
                    <a:pt x="4552" y="6181"/>
                  </a:lnTo>
                  <a:lnTo>
                    <a:pt x="4306" y="6550"/>
                  </a:lnTo>
                  <a:lnTo>
                    <a:pt x="1077" y="11562"/>
                  </a:lnTo>
                  <a:lnTo>
                    <a:pt x="770" y="12054"/>
                  </a:lnTo>
                  <a:lnTo>
                    <a:pt x="524" y="12607"/>
                  </a:lnTo>
                  <a:lnTo>
                    <a:pt x="1" y="16697"/>
                  </a:lnTo>
                  <a:lnTo>
                    <a:pt x="1" y="18296"/>
                  </a:lnTo>
                  <a:lnTo>
                    <a:pt x="32" y="18757"/>
                  </a:lnTo>
                  <a:lnTo>
                    <a:pt x="62" y="19188"/>
                  </a:lnTo>
                  <a:lnTo>
                    <a:pt x="155" y="19618"/>
                  </a:lnTo>
                  <a:lnTo>
                    <a:pt x="247" y="20049"/>
                  </a:lnTo>
                  <a:lnTo>
                    <a:pt x="677" y="21986"/>
                  </a:lnTo>
                  <a:lnTo>
                    <a:pt x="61344" y="21986"/>
                  </a:lnTo>
                  <a:lnTo>
                    <a:pt x="61344" y="17927"/>
                  </a:lnTo>
                  <a:lnTo>
                    <a:pt x="61313" y="17650"/>
                  </a:lnTo>
                  <a:lnTo>
                    <a:pt x="58699" y="17650"/>
                  </a:lnTo>
                  <a:lnTo>
                    <a:pt x="58361" y="17619"/>
                  </a:lnTo>
                  <a:lnTo>
                    <a:pt x="58023" y="17527"/>
                  </a:lnTo>
                  <a:lnTo>
                    <a:pt x="57746" y="17373"/>
                  </a:lnTo>
                  <a:lnTo>
                    <a:pt x="57500" y="17158"/>
                  </a:lnTo>
                  <a:lnTo>
                    <a:pt x="57285" y="16912"/>
                  </a:lnTo>
                  <a:lnTo>
                    <a:pt x="57131" y="16636"/>
                  </a:lnTo>
                  <a:lnTo>
                    <a:pt x="57039" y="16328"/>
                  </a:lnTo>
                  <a:lnTo>
                    <a:pt x="57008" y="15990"/>
                  </a:lnTo>
                  <a:lnTo>
                    <a:pt x="57008" y="13161"/>
                  </a:lnTo>
                  <a:lnTo>
                    <a:pt x="57039" y="12884"/>
                  </a:lnTo>
                  <a:lnTo>
                    <a:pt x="57100" y="12607"/>
                  </a:lnTo>
                  <a:lnTo>
                    <a:pt x="56977" y="12577"/>
                  </a:lnTo>
                  <a:lnTo>
                    <a:pt x="47568" y="10670"/>
                  </a:lnTo>
                  <a:lnTo>
                    <a:pt x="47076" y="10547"/>
                  </a:lnTo>
                  <a:lnTo>
                    <a:pt x="46646" y="10363"/>
                  </a:lnTo>
                  <a:lnTo>
                    <a:pt x="46646" y="11716"/>
                  </a:lnTo>
                  <a:lnTo>
                    <a:pt x="46615" y="12054"/>
                  </a:lnTo>
                  <a:lnTo>
                    <a:pt x="46523" y="12361"/>
                  </a:lnTo>
                  <a:lnTo>
                    <a:pt x="46369" y="12638"/>
                  </a:lnTo>
                  <a:lnTo>
                    <a:pt x="46185" y="12884"/>
                  </a:lnTo>
                  <a:lnTo>
                    <a:pt x="45939" y="13069"/>
                  </a:lnTo>
                  <a:lnTo>
                    <a:pt x="45662" y="13222"/>
                  </a:lnTo>
                  <a:lnTo>
                    <a:pt x="45355" y="13345"/>
                  </a:lnTo>
                  <a:lnTo>
                    <a:pt x="45016" y="13376"/>
                  </a:lnTo>
                  <a:lnTo>
                    <a:pt x="43602" y="13376"/>
                  </a:lnTo>
                  <a:lnTo>
                    <a:pt x="43264" y="13345"/>
                  </a:lnTo>
                  <a:lnTo>
                    <a:pt x="42956" y="13222"/>
                  </a:lnTo>
                  <a:lnTo>
                    <a:pt x="42679" y="13069"/>
                  </a:lnTo>
                  <a:lnTo>
                    <a:pt x="42434" y="12884"/>
                  </a:lnTo>
                  <a:lnTo>
                    <a:pt x="42249" y="12638"/>
                  </a:lnTo>
                  <a:lnTo>
                    <a:pt x="42095" y="12361"/>
                  </a:lnTo>
                  <a:lnTo>
                    <a:pt x="42003" y="12054"/>
                  </a:lnTo>
                  <a:lnTo>
                    <a:pt x="41942" y="11716"/>
                  </a:lnTo>
                  <a:lnTo>
                    <a:pt x="41942" y="10301"/>
                  </a:lnTo>
                  <a:lnTo>
                    <a:pt x="42003" y="9963"/>
                  </a:lnTo>
                  <a:lnTo>
                    <a:pt x="42095" y="9656"/>
                  </a:lnTo>
                  <a:lnTo>
                    <a:pt x="42249" y="9379"/>
                  </a:lnTo>
                  <a:lnTo>
                    <a:pt x="42434" y="9164"/>
                  </a:lnTo>
                  <a:lnTo>
                    <a:pt x="42679" y="8948"/>
                  </a:lnTo>
                  <a:lnTo>
                    <a:pt x="42956" y="8795"/>
                  </a:lnTo>
                  <a:lnTo>
                    <a:pt x="43264" y="8702"/>
                  </a:lnTo>
                  <a:lnTo>
                    <a:pt x="43602" y="8672"/>
                  </a:lnTo>
                  <a:lnTo>
                    <a:pt x="44555" y="8672"/>
                  </a:lnTo>
                  <a:lnTo>
                    <a:pt x="38498" y="3444"/>
                  </a:lnTo>
                  <a:lnTo>
                    <a:pt x="37975" y="3045"/>
                  </a:lnTo>
                  <a:lnTo>
                    <a:pt x="37452" y="2676"/>
                  </a:lnTo>
                  <a:lnTo>
                    <a:pt x="36930" y="2338"/>
                  </a:lnTo>
                  <a:lnTo>
                    <a:pt x="36345" y="2030"/>
                  </a:lnTo>
                  <a:lnTo>
                    <a:pt x="35792" y="1753"/>
                  </a:lnTo>
                  <a:lnTo>
                    <a:pt x="35177" y="1507"/>
                  </a:lnTo>
                  <a:lnTo>
                    <a:pt x="34562" y="1323"/>
                  </a:lnTo>
                  <a:lnTo>
                    <a:pt x="33947" y="1138"/>
                  </a:lnTo>
                  <a:lnTo>
                    <a:pt x="33055" y="954"/>
                  </a:lnTo>
                  <a:lnTo>
                    <a:pt x="32041" y="769"/>
                  </a:lnTo>
                  <a:lnTo>
                    <a:pt x="30934" y="585"/>
                  </a:lnTo>
                  <a:lnTo>
                    <a:pt x="29734" y="400"/>
                  </a:lnTo>
                  <a:lnTo>
                    <a:pt x="28412" y="247"/>
                  </a:lnTo>
                  <a:lnTo>
                    <a:pt x="27029" y="124"/>
                  </a:lnTo>
                  <a:lnTo>
                    <a:pt x="25583" y="31"/>
                  </a:lnTo>
                  <a:lnTo>
                    <a:pt x="24046"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5"/>
            <p:cNvSpPr/>
            <p:nvPr/>
          </p:nvSpPr>
          <p:spPr>
            <a:xfrm>
              <a:off x="1217924" y="3874403"/>
              <a:ext cx="695061" cy="931683"/>
            </a:xfrm>
            <a:custGeom>
              <a:rect b="b" l="l" r="r" t="t"/>
              <a:pathLst>
                <a:path extrusionOk="0" h="21309" w="15898">
                  <a:moveTo>
                    <a:pt x="15898" y="0"/>
                  </a:moveTo>
                  <a:lnTo>
                    <a:pt x="14422" y="277"/>
                  </a:lnTo>
                  <a:lnTo>
                    <a:pt x="12915" y="615"/>
                  </a:lnTo>
                  <a:lnTo>
                    <a:pt x="11409" y="1046"/>
                  </a:lnTo>
                  <a:lnTo>
                    <a:pt x="9871" y="1538"/>
                  </a:lnTo>
                  <a:lnTo>
                    <a:pt x="9441" y="1691"/>
                  </a:lnTo>
                  <a:lnTo>
                    <a:pt x="9010" y="1845"/>
                  </a:lnTo>
                  <a:lnTo>
                    <a:pt x="8610" y="2060"/>
                  </a:lnTo>
                  <a:lnTo>
                    <a:pt x="8211" y="2245"/>
                  </a:lnTo>
                  <a:lnTo>
                    <a:pt x="7811" y="2460"/>
                  </a:lnTo>
                  <a:lnTo>
                    <a:pt x="7442" y="2706"/>
                  </a:lnTo>
                  <a:lnTo>
                    <a:pt x="7073" y="2952"/>
                  </a:lnTo>
                  <a:lnTo>
                    <a:pt x="6704" y="3229"/>
                  </a:lnTo>
                  <a:lnTo>
                    <a:pt x="6366" y="3505"/>
                  </a:lnTo>
                  <a:lnTo>
                    <a:pt x="6028" y="3813"/>
                  </a:lnTo>
                  <a:lnTo>
                    <a:pt x="5720" y="4120"/>
                  </a:lnTo>
                  <a:lnTo>
                    <a:pt x="5413" y="4428"/>
                  </a:lnTo>
                  <a:lnTo>
                    <a:pt x="5105" y="4766"/>
                  </a:lnTo>
                  <a:lnTo>
                    <a:pt x="4828" y="5135"/>
                  </a:lnTo>
                  <a:lnTo>
                    <a:pt x="4552" y="5504"/>
                  </a:lnTo>
                  <a:lnTo>
                    <a:pt x="4306" y="5873"/>
                  </a:lnTo>
                  <a:lnTo>
                    <a:pt x="1077" y="10885"/>
                  </a:lnTo>
                  <a:lnTo>
                    <a:pt x="770" y="11377"/>
                  </a:lnTo>
                  <a:lnTo>
                    <a:pt x="524" y="11930"/>
                  </a:lnTo>
                  <a:lnTo>
                    <a:pt x="1" y="16020"/>
                  </a:lnTo>
                  <a:lnTo>
                    <a:pt x="1" y="17619"/>
                  </a:lnTo>
                  <a:lnTo>
                    <a:pt x="32" y="18080"/>
                  </a:lnTo>
                  <a:lnTo>
                    <a:pt x="62" y="18511"/>
                  </a:lnTo>
                  <a:lnTo>
                    <a:pt x="155" y="18941"/>
                  </a:lnTo>
                  <a:lnTo>
                    <a:pt x="247" y="19372"/>
                  </a:lnTo>
                  <a:lnTo>
                    <a:pt x="677" y="21309"/>
                  </a:lnTo>
                  <a:lnTo>
                    <a:pt x="5105" y="21309"/>
                  </a:lnTo>
                  <a:lnTo>
                    <a:pt x="4675" y="19279"/>
                  </a:lnTo>
                  <a:lnTo>
                    <a:pt x="4582" y="18818"/>
                  </a:lnTo>
                  <a:lnTo>
                    <a:pt x="4521" y="18357"/>
                  </a:lnTo>
                  <a:lnTo>
                    <a:pt x="4459" y="17896"/>
                  </a:lnTo>
                  <a:lnTo>
                    <a:pt x="4459" y="17434"/>
                  </a:lnTo>
                  <a:lnTo>
                    <a:pt x="4459" y="16051"/>
                  </a:lnTo>
                  <a:lnTo>
                    <a:pt x="4490" y="15467"/>
                  </a:lnTo>
                  <a:lnTo>
                    <a:pt x="4859" y="12269"/>
                  </a:lnTo>
                  <a:lnTo>
                    <a:pt x="4951" y="11746"/>
                  </a:lnTo>
                  <a:lnTo>
                    <a:pt x="5074" y="11285"/>
                  </a:lnTo>
                  <a:lnTo>
                    <a:pt x="5259" y="10793"/>
                  </a:lnTo>
                  <a:lnTo>
                    <a:pt x="5505" y="10362"/>
                  </a:lnTo>
                  <a:lnTo>
                    <a:pt x="8733" y="5074"/>
                  </a:lnTo>
                  <a:lnTo>
                    <a:pt x="8979" y="4674"/>
                  </a:lnTo>
                  <a:lnTo>
                    <a:pt x="9256" y="4305"/>
                  </a:lnTo>
                  <a:lnTo>
                    <a:pt x="9533" y="3936"/>
                  </a:lnTo>
                  <a:lnTo>
                    <a:pt x="9840" y="3567"/>
                  </a:lnTo>
                  <a:lnTo>
                    <a:pt x="10148" y="3229"/>
                  </a:lnTo>
                  <a:lnTo>
                    <a:pt x="10455" y="2921"/>
                  </a:lnTo>
                  <a:lnTo>
                    <a:pt x="10794" y="2614"/>
                  </a:lnTo>
                  <a:lnTo>
                    <a:pt x="11163" y="2306"/>
                  </a:lnTo>
                  <a:lnTo>
                    <a:pt x="11501" y="2030"/>
                  </a:lnTo>
                  <a:lnTo>
                    <a:pt x="11870" y="1753"/>
                  </a:lnTo>
                  <a:lnTo>
                    <a:pt x="12269" y="1507"/>
                  </a:lnTo>
                  <a:lnTo>
                    <a:pt x="12638" y="1292"/>
                  </a:lnTo>
                  <a:lnTo>
                    <a:pt x="13038" y="1076"/>
                  </a:lnTo>
                  <a:lnTo>
                    <a:pt x="13438" y="861"/>
                  </a:lnTo>
                  <a:lnTo>
                    <a:pt x="13868" y="677"/>
                  </a:lnTo>
                  <a:lnTo>
                    <a:pt x="14299" y="523"/>
                  </a:lnTo>
                  <a:lnTo>
                    <a:pt x="15098" y="246"/>
                  </a:lnTo>
                  <a:lnTo>
                    <a:pt x="15898"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5"/>
            <p:cNvSpPr/>
            <p:nvPr/>
          </p:nvSpPr>
          <p:spPr>
            <a:xfrm>
              <a:off x="1197769" y="4788550"/>
              <a:ext cx="2753223" cy="145202"/>
            </a:xfrm>
            <a:custGeom>
              <a:rect b="b" l="l" r="r" t="t"/>
              <a:pathLst>
                <a:path extrusionOk="0" h="3321" w="62974">
                  <a:moveTo>
                    <a:pt x="1138" y="0"/>
                  </a:moveTo>
                  <a:lnTo>
                    <a:pt x="892" y="31"/>
                  </a:lnTo>
                  <a:lnTo>
                    <a:pt x="677" y="92"/>
                  </a:lnTo>
                  <a:lnTo>
                    <a:pt x="493" y="215"/>
                  </a:lnTo>
                  <a:lnTo>
                    <a:pt x="339" y="338"/>
                  </a:lnTo>
                  <a:lnTo>
                    <a:pt x="185" y="523"/>
                  </a:lnTo>
                  <a:lnTo>
                    <a:pt x="93" y="707"/>
                  </a:lnTo>
                  <a:lnTo>
                    <a:pt x="31" y="922"/>
                  </a:lnTo>
                  <a:lnTo>
                    <a:pt x="1" y="1138"/>
                  </a:lnTo>
                  <a:lnTo>
                    <a:pt x="1" y="2183"/>
                  </a:lnTo>
                  <a:lnTo>
                    <a:pt x="31" y="2398"/>
                  </a:lnTo>
                  <a:lnTo>
                    <a:pt x="93" y="2614"/>
                  </a:lnTo>
                  <a:lnTo>
                    <a:pt x="185" y="2798"/>
                  </a:lnTo>
                  <a:lnTo>
                    <a:pt x="339" y="2983"/>
                  </a:lnTo>
                  <a:lnTo>
                    <a:pt x="493" y="3106"/>
                  </a:lnTo>
                  <a:lnTo>
                    <a:pt x="677" y="3229"/>
                  </a:lnTo>
                  <a:lnTo>
                    <a:pt x="892" y="3290"/>
                  </a:lnTo>
                  <a:lnTo>
                    <a:pt x="1138" y="3321"/>
                  </a:lnTo>
                  <a:lnTo>
                    <a:pt x="61835" y="3321"/>
                  </a:lnTo>
                  <a:lnTo>
                    <a:pt x="62081" y="3290"/>
                  </a:lnTo>
                  <a:lnTo>
                    <a:pt x="62266" y="3229"/>
                  </a:lnTo>
                  <a:lnTo>
                    <a:pt x="62481" y="3106"/>
                  </a:lnTo>
                  <a:lnTo>
                    <a:pt x="62635" y="2983"/>
                  </a:lnTo>
                  <a:lnTo>
                    <a:pt x="62789" y="2798"/>
                  </a:lnTo>
                  <a:lnTo>
                    <a:pt x="62881" y="2614"/>
                  </a:lnTo>
                  <a:lnTo>
                    <a:pt x="62942" y="2398"/>
                  </a:lnTo>
                  <a:lnTo>
                    <a:pt x="62973" y="2183"/>
                  </a:lnTo>
                  <a:lnTo>
                    <a:pt x="62973" y="1138"/>
                  </a:lnTo>
                  <a:lnTo>
                    <a:pt x="62942" y="922"/>
                  </a:lnTo>
                  <a:lnTo>
                    <a:pt x="62881" y="707"/>
                  </a:lnTo>
                  <a:lnTo>
                    <a:pt x="62789" y="523"/>
                  </a:lnTo>
                  <a:lnTo>
                    <a:pt x="62635" y="338"/>
                  </a:lnTo>
                  <a:lnTo>
                    <a:pt x="62481" y="215"/>
                  </a:lnTo>
                  <a:lnTo>
                    <a:pt x="62266" y="92"/>
                  </a:lnTo>
                  <a:lnTo>
                    <a:pt x="62081" y="31"/>
                  </a:lnTo>
                  <a:lnTo>
                    <a:pt x="61835"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15"/>
            <p:cNvSpPr/>
            <p:nvPr/>
          </p:nvSpPr>
          <p:spPr>
            <a:xfrm>
              <a:off x="1197769" y="4788550"/>
              <a:ext cx="881920" cy="145202"/>
            </a:xfrm>
            <a:custGeom>
              <a:rect b="b" l="l" r="r" t="t"/>
              <a:pathLst>
                <a:path extrusionOk="0" h="3321" w="20172">
                  <a:moveTo>
                    <a:pt x="1138" y="0"/>
                  </a:moveTo>
                  <a:lnTo>
                    <a:pt x="892" y="31"/>
                  </a:lnTo>
                  <a:lnTo>
                    <a:pt x="677" y="92"/>
                  </a:lnTo>
                  <a:lnTo>
                    <a:pt x="493" y="215"/>
                  </a:lnTo>
                  <a:lnTo>
                    <a:pt x="339" y="338"/>
                  </a:lnTo>
                  <a:lnTo>
                    <a:pt x="185" y="523"/>
                  </a:lnTo>
                  <a:lnTo>
                    <a:pt x="93" y="707"/>
                  </a:lnTo>
                  <a:lnTo>
                    <a:pt x="31" y="922"/>
                  </a:lnTo>
                  <a:lnTo>
                    <a:pt x="1" y="1138"/>
                  </a:lnTo>
                  <a:lnTo>
                    <a:pt x="1" y="2183"/>
                  </a:lnTo>
                  <a:lnTo>
                    <a:pt x="31" y="2398"/>
                  </a:lnTo>
                  <a:lnTo>
                    <a:pt x="93" y="2614"/>
                  </a:lnTo>
                  <a:lnTo>
                    <a:pt x="185" y="2798"/>
                  </a:lnTo>
                  <a:lnTo>
                    <a:pt x="339" y="2983"/>
                  </a:lnTo>
                  <a:lnTo>
                    <a:pt x="493" y="3106"/>
                  </a:lnTo>
                  <a:lnTo>
                    <a:pt x="677" y="3229"/>
                  </a:lnTo>
                  <a:lnTo>
                    <a:pt x="892" y="3290"/>
                  </a:lnTo>
                  <a:lnTo>
                    <a:pt x="1138" y="3321"/>
                  </a:lnTo>
                  <a:lnTo>
                    <a:pt x="20172" y="3321"/>
                  </a:lnTo>
                  <a:lnTo>
                    <a:pt x="19956" y="3290"/>
                  </a:lnTo>
                  <a:lnTo>
                    <a:pt x="19741" y="3229"/>
                  </a:lnTo>
                  <a:lnTo>
                    <a:pt x="19557" y="3106"/>
                  </a:lnTo>
                  <a:lnTo>
                    <a:pt x="19372" y="2983"/>
                  </a:lnTo>
                  <a:lnTo>
                    <a:pt x="19249" y="2798"/>
                  </a:lnTo>
                  <a:lnTo>
                    <a:pt x="19126" y="2614"/>
                  </a:lnTo>
                  <a:lnTo>
                    <a:pt x="19065" y="2398"/>
                  </a:lnTo>
                  <a:lnTo>
                    <a:pt x="19034" y="2183"/>
                  </a:lnTo>
                  <a:lnTo>
                    <a:pt x="19034" y="1138"/>
                  </a:lnTo>
                  <a:lnTo>
                    <a:pt x="19065" y="922"/>
                  </a:lnTo>
                  <a:lnTo>
                    <a:pt x="19126" y="707"/>
                  </a:lnTo>
                  <a:lnTo>
                    <a:pt x="19249" y="523"/>
                  </a:lnTo>
                  <a:lnTo>
                    <a:pt x="19372" y="338"/>
                  </a:lnTo>
                  <a:lnTo>
                    <a:pt x="19557" y="215"/>
                  </a:lnTo>
                  <a:lnTo>
                    <a:pt x="19741" y="92"/>
                  </a:lnTo>
                  <a:lnTo>
                    <a:pt x="19956" y="31"/>
                  </a:lnTo>
                  <a:lnTo>
                    <a:pt x="20172"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15"/>
            <p:cNvSpPr/>
            <p:nvPr/>
          </p:nvSpPr>
          <p:spPr>
            <a:xfrm>
              <a:off x="3704864" y="4395986"/>
              <a:ext cx="193592" cy="227226"/>
            </a:xfrm>
            <a:custGeom>
              <a:rect b="b" l="l" r="r" t="t"/>
              <a:pathLst>
                <a:path extrusionOk="0" h="5197" w="4428">
                  <a:moveTo>
                    <a:pt x="154" y="0"/>
                  </a:moveTo>
                  <a:lnTo>
                    <a:pt x="92" y="154"/>
                  </a:lnTo>
                  <a:lnTo>
                    <a:pt x="31" y="339"/>
                  </a:lnTo>
                  <a:lnTo>
                    <a:pt x="0" y="523"/>
                  </a:lnTo>
                  <a:lnTo>
                    <a:pt x="0" y="708"/>
                  </a:lnTo>
                  <a:lnTo>
                    <a:pt x="0" y="3506"/>
                  </a:lnTo>
                  <a:lnTo>
                    <a:pt x="31" y="3844"/>
                  </a:lnTo>
                  <a:lnTo>
                    <a:pt x="123" y="4152"/>
                  </a:lnTo>
                  <a:lnTo>
                    <a:pt x="277" y="4428"/>
                  </a:lnTo>
                  <a:lnTo>
                    <a:pt x="492" y="4674"/>
                  </a:lnTo>
                  <a:lnTo>
                    <a:pt x="738" y="4889"/>
                  </a:lnTo>
                  <a:lnTo>
                    <a:pt x="1015" y="5043"/>
                  </a:lnTo>
                  <a:lnTo>
                    <a:pt x="1322" y="5135"/>
                  </a:lnTo>
                  <a:lnTo>
                    <a:pt x="1661" y="5197"/>
                  </a:lnTo>
                  <a:lnTo>
                    <a:pt x="4428" y="5197"/>
                  </a:lnTo>
                  <a:lnTo>
                    <a:pt x="4397" y="4705"/>
                  </a:lnTo>
                  <a:lnTo>
                    <a:pt x="4336" y="4275"/>
                  </a:lnTo>
                  <a:lnTo>
                    <a:pt x="4243" y="3813"/>
                  </a:lnTo>
                  <a:lnTo>
                    <a:pt x="4090" y="3383"/>
                  </a:lnTo>
                  <a:lnTo>
                    <a:pt x="3905" y="2983"/>
                  </a:lnTo>
                  <a:lnTo>
                    <a:pt x="3721" y="2583"/>
                  </a:lnTo>
                  <a:lnTo>
                    <a:pt x="3475" y="2214"/>
                  </a:lnTo>
                  <a:lnTo>
                    <a:pt x="3198" y="1845"/>
                  </a:lnTo>
                  <a:lnTo>
                    <a:pt x="2891" y="1507"/>
                  </a:lnTo>
                  <a:lnTo>
                    <a:pt x="2583" y="1200"/>
                  </a:lnTo>
                  <a:lnTo>
                    <a:pt x="2214" y="923"/>
                  </a:lnTo>
                  <a:lnTo>
                    <a:pt x="1845" y="677"/>
                  </a:lnTo>
                  <a:lnTo>
                    <a:pt x="1445" y="462"/>
                  </a:lnTo>
                  <a:lnTo>
                    <a:pt x="1046" y="277"/>
                  </a:lnTo>
                  <a:lnTo>
                    <a:pt x="584" y="123"/>
                  </a:lnTo>
                  <a:lnTo>
                    <a:pt x="154" y="0"/>
                  </a:lnTo>
                  <a:close/>
                </a:path>
              </a:pathLst>
            </a:custGeom>
            <a:solidFill>
              <a:srgbClr val="FFD30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15"/>
            <p:cNvSpPr/>
            <p:nvPr/>
          </p:nvSpPr>
          <p:spPr>
            <a:xfrm>
              <a:off x="2517856" y="4511582"/>
              <a:ext cx="134483" cy="83423"/>
            </a:xfrm>
            <a:custGeom>
              <a:rect b="b" l="l" r="r" t="t"/>
              <a:pathLst>
                <a:path extrusionOk="0" h="1908" w="3076">
                  <a:moveTo>
                    <a:pt x="923" y="1"/>
                  </a:moveTo>
                  <a:lnTo>
                    <a:pt x="738" y="32"/>
                  </a:lnTo>
                  <a:lnTo>
                    <a:pt x="554" y="62"/>
                  </a:lnTo>
                  <a:lnTo>
                    <a:pt x="400" y="155"/>
                  </a:lnTo>
                  <a:lnTo>
                    <a:pt x="277" y="278"/>
                  </a:lnTo>
                  <a:lnTo>
                    <a:pt x="154" y="431"/>
                  </a:lnTo>
                  <a:lnTo>
                    <a:pt x="62" y="585"/>
                  </a:lnTo>
                  <a:lnTo>
                    <a:pt x="0" y="770"/>
                  </a:lnTo>
                  <a:lnTo>
                    <a:pt x="0" y="954"/>
                  </a:lnTo>
                  <a:lnTo>
                    <a:pt x="0" y="1139"/>
                  </a:lnTo>
                  <a:lnTo>
                    <a:pt x="62" y="1323"/>
                  </a:lnTo>
                  <a:lnTo>
                    <a:pt x="154" y="1477"/>
                  </a:lnTo>
                  <a:lnTo>
                    <a:pt x="277" y="1631"/>
                  </a:lnTo>
                  <a:lnTo>
                    <a:pt x="400" y="1723"/>
                  </a:lnTo>
                  <a:lnTo>
                    <a:pt x="554" y="1815"/>
                  </a:lnTo>
                  <a:lnTo>
                    <a:pt x="738" y="1876"/>
                  </a:lnTo>
                  <a:lnTo>
                    <a:pt x="923" y="1907"/>
                  </a:lnTo>
                  <a:lnTo>
                    <a:pt x="2122" y="1907"/>
                  </a:lnTo>
                  <a:lnTo>
                    <a:pt x="2307" y="1876"/>
                  </a:lnTo>
                  <a:lnTo>
                    <a:pt x="2491" y="1815"/>
                  </a:lnTo>
                  <a:lnTo>
                    <a:pt x="2645" y="1723"/>
                  </a:lnTo>
                  <a:lnTo>
                    <a:pt x="2799" y="1631"/>
                  </a:lnTo>
                  <a:lnTo>
                    <a:pt x="2922" y="1477"/>
                  </a:lnTo>
                  <a:lnTo>
                    <a:pt x="3014" y="1323"/>
                  </a:lnTo>
                  <a:lnTo>
                    <a:pt x="3045" y="1139"/>
                  </a:lnTo>
                  <a:lnTo>
                    <a:pt x="3075" y="954"/>
                  </a:lnTo>
                  <a:lnTo>
                    <a:pt x="3045" y="770"/>
                  </a:lnTo>
                  <a:lnTo>
                    <a:pt x="3014" y="585"/>
                  </a:lnTo>
                  <a:lnTo>
                    <a:pt x="2922" y="431"/>
                  </a:lnTo>
                  <a:lnTo>
                    <a:pt x="2799" y="278"/>
                  </a:lnTo>
                  <a:lnTo>
                    <a:pt x="2645" y="155"/>
                  </a:lnTo>
                  <a:lnTo>
                    <a:pt x="2491" y="62"/>
                  </a:lnTo>
                  <a:lnTo>
                    <a:pt x="2307" y="32"/>
                  </a:lnTo>
                  <a:lnTo>
                    <a:pt x="2122"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15"/>
            <p:cNvSpPr/>
            <p:nvPr/>
          </p:nvSpPr>
          <p:spPr>
            <a:xfrm>
              <a:off x="1996292" y="4511582"/>
              <a:ext cx="135794" cy="83423"/>
            </a:xfrm>
            <a:custGeom>
              <a:rect b="b" l="l" r="r" t="t"/>
              <a:pathLst>
                <a:path extrusionOk="0" h="1908" w="3106">
                  <a:moveTo>
                    <a:pt x="953" y="1"/>
                  </a:moveTo>
                  <a:lnTo>
                    <a:pt x="769" y="32"/>
                  </a:lnTo>
                  <a:lnTo>
                    <a:pt x="584" y="62"/>
                  </a:lnTo>
                  <a:lnTo>
                    <a:pt x="431" y="155"/>
                  </a:lnTo>
                  <a:lnTo>
                    <a:pt x="277" y="278"/>
                  </a:lnTo>
                  <a:lnTo>
                    <a:pt x="185" y="431"/>
                  </a:lnTo>
                  <a:lnTo>
                    <a:pt x="92" y="585"/>
                  </a:lnTo>
                  <a:lnTo>
                    <a:pt x="31" y="770"/>
                  </a:lnTo>
                  <a:lnTo>
                    <a:pt x="0" y="954"/>
                  </a:lnTo>
                  <a:lnTo>
                    <a:pt x="31" y="1139"/>
                  </a:lnTo>
                  <a:lnTo>
                    <a:pt x="92" y="1323"/>
                  </a:lnTo>
                  <a:lnTo>
                    <a:pt x="185" y="1477"/>
                  </a:lnTo>
                  <a:lnTo>
                    <a:pt x="277" y="1631"/>
                  </a:lnTo>
                  <a:lnTo>
                    <a:pt x="431" y="1723"/>
                  </a:lnTo>
                  <a:lnTo>
                    <a:pt x="584" y="1815"/>
                  </a:lnTo>
                  <a:lnTo>
                    <a:pt x="769" y="1876"/>
                  </a:lnTo>
                  <a:lnTo>
                    <a:pt x="953" y="1907"/>
                  </a:lnTo>
                  <a:lnTo>
                    <a:pt x="2153" y="1907"/>
                  </a:lnTo>
                  <a:lnTo>
                    <a:pt x="2337" y="1876"/>
                  </a:lnTo>
                  <a:lnTo>
                    <a:pt x="2522" y="1815"/>
                  </a:lnTo>
                  <a:lnTo>
                    <a:pt x="2675" y="1723"/>
                  </a:lnTo>
                  <a:lnTo>
                    <a:pt x="2829" y="1631"/>
                  </a:lnTo>
                  <a:lnTo>
                    <a:pt x="2952" y="1477"/>
                  </a:lnTo>
                  <a:lnTo>
                    <a:pt x="3013" y="1323"/>
                  </a:lnTo>
                  <a:lnTo>
                    <a:pt x="3075" y="1139"/>
                  </a:lnTo>
                  <a:lnTo>
                    <a:pt x="3106" y="954"/>
                  </a:lnTo>
                  <a:lnTo>
                    <a:pt x="3075" y="770"/>
                  </a:lnTo>
                  <a:lnTo>
                    <a:pt x="3013" y="585"/>
                  </a:lnTo>
                  <a:lnTo>
                    <a:pt x="2952" y="431"/>
                  </a:lnTo>
                  <a:lnTo>
                    <a:pt x="2829" y="278"/>
                  </a:lnTo>
                  <a:lnTo>
                    <a:pt x="2675" y="155"/>
                  </a:lnTo>
                  <a:lnTo>
                    <a:pt x="2522" y="62"/>
                  </a:lnTo>
                  <a:lnTo>
                    <a:pt x="2337" y="32"/>
                  </a:lnTo>
                  <a:lnTo>
                    <a:pt x="2153"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15"/>
            <p:cNvSpPr/>
            <p:nvPr/>
          </p:nvSpPr>
          <p:spPr>
            <a:xfrm>
              <a:off x="1217924" y="4395986"/>
              <a:ext cx="154638" cy="178869"/>
            </a:xfrm>
            <a:custGeom>
              <a:rect b="b" l="l" r="r" t="t"/>
              <a:pathLst>
                <a:path extrusionOk="0" h="4091" w="3537">
                  <a:moveTo>
                    <a:pt x="524" y="0"/>
                  </a:moveTo>
                  <a:lnTo>
                    <a:pt x="308" y="615"/>
                  </a:lnTo>
                  <a:lnTo>
                    <a:pt x="155" y="1261"/>
                  </a:lnTo>
                  <a:lnTo>
                    <a:pt x="32" y="1907"/>
                  </a:lnTo>
                  <a:lnTo>
                    <a:pt x="1" y="2553"/>
                  </a:lnTo>
                  <a:lnTo>
                    <a:pt x="1" y="4090"/>
                  </a:lnTo>
                  <a:lnTo>
                    <a:pt x="1907" y="4090"/>
                  </a:lnTo>
                  <a:lnTo>
                    <a:pt x="2246" y="4059"/>
                  </a:lnTo>
                  <a:lnTo>
                    <a:pt x="2553" y="3967"/>
                  </a:lnTo>
                  <a:lnTo>
                    <a:pt x="2830" y="3813"/>
                  </a:lnTo>
                  <a:lnTo>
                    <a:pt x="3076" y="3629"/>
                  </a:lnTo>
                  <a:lnTo>
                    <a:pt x="3260" y="3383"/>
                  </a:lnTo>
                  <a:lnTo>
                    <a:pt x="3414" y="3106"/>
                  </a:lnTo>
                  <a:lnTo>
                    <a:pt x="3506" y="2799"/>
                  </a:lnTo>
                  <a:lnTo>
                    <a:pt x="3537" y="2460"/>
                  </a:lnTo>
                  <a:lnTo>
                    <a:pt x="3537" y="1630"/>
                  </a:lnTo>
                  <a:lnTo>
                    <a:pt x="3506" y="1292"/>
                  </a:lnTo>
                  <a:lnTo>
                    <a:pt x="3414" y="984"/>
                  </a:lnTo>
                  <a:lnTo>
                    <a:pt x="3260" y="708"/>
                  </a:lnTo>
                  <a:lnTo>
                    <a:pt x="3076" y="462"/>
                  </a:lnTo>
                  <a:lnTo>
                    <a:pt x="2830" y="277"/>
                  </a:lnTo>
                  <a:lnTo>
                    <a:pt x="2553" y="123"/>
                  </a:lnTo>
                  <a:lnTo>
                    <a:pt x="2246" y="31"/>
                  </a:lnTo>
                  <a:lnTo>
                    <a:pt x="1907" y="0"/>
                  </a:lnTo>
                  <a:close/>
                </a:path>
              </a:pathLst>
            </a:custGeom>
            <a:solidFill>
              <a:srgbClr val="FFD30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15"/>
            <p:cNvSpPr/>
            <p:nvPr/>
          </p:nvSpPr>
          <p:spPr>
            <a:xfrm>
              <a:off x="1527146" y="3992666"/>
              <a:ext cx="1536583" cy="403384"/>
            </a:xfrm>
            <a:custGeom>
              <a:rect b="b" l="l" r="r" t="t"/>
              <a:pathLst>
                <a:path extrusionOk="0" h="9226" w="35146">
                  <a:moveTo>
                    <a:pt x="16881" y="1"/>
                  </a:moveTo>
                  <a:lnTo>
                    <a:pt x="15405" y="32"/>
                  </a:lnTo>
                  <a:lnTo>
                    <a:pt x="13867" y="93"/>
                  </a:lnTo>
                  <a:lnTo>
                    <a:pt x="12299" y="216"/>
                  </a:lnTo>
                  <a:lnTo>
                    <a:pt x="10670" y="431"/>
                  </a:lnTo>
                  <a:lnTo>
                    <a:pt x="9009" y="708"/>
                  </a:lnTo>
                  <a:lnTo>
                    <a:pt x="8179" y="862"/>
                  </a:lnTo>
                  <a:lnTo>
                    <a:pt x="7318" y="1077"/>
                  </a:lnTo>
                  <a:lnTo>
                    <a:pt x="6488" y="1262"/>
                  </a:lnTo>
                  <a:lnTo>
                    <a:pt x="5627" y="1508"/>
                  </a:lnTo>
                  <a:lnTo>
                    <a:pt x="4735" y="1754"/>
                  </a:lnTo>
                  <a:lnTo>
                    <a:pt x="3874" y="2061"/>
                  </a:lnTo>
                  <a:lnTo>
                    <a:pt x="3290" y="2276"/>
                  </a:lnTo>
                  <a:lnTo>
                    <a:pt x="2767" y="2553"/>
                  </a:lnTo>
                  <a:lnTo>
                    <a:pt x="2214" y="2861"/>
                  </a:lnTo>
                  <a:lnTo>
                    <a:pt x="1722" y="3199"/>
                  </a:lnTo>
                  <a:lnTo>
                    <a:pt x="1261" y="3599"/>
                  </a:lnTo>
                  <a:lnTo>
                    <a:pt x="830" y="4029"/>
                  </a:lnTo>
                  <a:lnTo>
                    <a:pt x="431" y="4521"/>
                  </a:lnTo>
                  <a:lnTo>
                    <a:pt x="92" y="5013"/>
                  </a:lnTo>
                  <a:lnTo>
                    <a:pt x="0" y="5197"/>
                  </a:lnTo>
                  <a:lnTo>
                    <a:pt x="0" y="5382"/>
                  </a:lnTo>
                  <a:lnTo>
                    <a:pt x="62" y="5536"/>
                  </a:lnTo>
                  <a:lnTo>
                    <a:pt x="185" y="5689"/>
                  </a:lnTo>
                  <a:lnTo>
                    <a:pt x="4090" y="9102"/>
                  </a:lnTo>
                  <a:lnTo>
                    <a:pt x="4243" y="9195"/>
                  </a:lnTo>
                  <a:lnTo>
                    <a:pt x="4428" y="9225"/>
                  </a:lnTo>
                  <a:lnTo>
                    <a:pt x="35145" y="9225"/>
                  </a:lnTo>
                  <a:lnTo>
                    <a:pt x="35022" y="9010"/>
                  </a:lnTo>
                  <a:lnTo>
                    <a:pt x="34961" y="8795"/>
                  </a:lnTo>
                  <a:lnTo>
                    <a:pt x="34899" y="8580"/>
                  </a:lnTo>
                  <a:lnTo>
                    <a:pt x="34899" y="8334"/>
                  </a:lnTo>
                  <a:lnTo>
                    <a:pt x="34899" y="7565"/>
                  </a:lnTo>
                  <a:lnTo>
                    <a:pt x="29211" y="2645"/>
                  </a:lnTo>
                  <a:lnTo>
                    <a:pt x="28873" y="2369"/>
                  </a:lnTo>
                  <a:lnTo>
                    <a:pt x="28504" y="2123"/>
                  </a:lnTo>
                  <a:lnTo>
                    <a:pt x="28135" y="1877"/>
                  </a:lnTo>
                  <a:lnTo>
                    <a:pt x="27735" y="1692"/>
                  </a:lnTo>
                  <a:lnTo>
                    <a:pt x="27335" y="1508"/>
                  </a:lnTo>
                  <a:lnTo>
                    <a:pt x="26935" y="1323"/>
                  </a:lnTo>
                  <a:lnTo>
                    <a:pt x="26536" y="1200"/>
                  </a:lnTo>
                  <a:lnTo>
                    <a:pt x="26105" y="1077"/>
                  </a:lnTo>
                  <a:lnTo>
                    <a:pt x="25244" y="893"/>
                  </a:lnTo>
                  <a:lnTo>
                    <a:pt x="24291" y="708"/>
                  </a:lnTo>
                  <a:lnTo>
                    <a:pt x="23246" y="524"/>
                  </a:lnTo>
                  <a:lnTo>
                    <a:pt x="22139" y="370"/>
                  </a:lnTo>
                  <a:lnTo>
                    <a:pt x="20909" y="247"/>
                  </a:lnTo>
                  <a:lnTo>
                    <a:pt x="19648" y="124"/>
                  </a:lnTo>
                  <a:lnTo>
                    <a:pt x="18295" y="62"/>
                  </a:lnTo>
                  <a:lnTo>
                    <a:pt x="1688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15"/>
            <p:cNvSpPr/>
            <p:nvPr/>
          </p:nvSpPr>
          <p:spPr>
            <a:xfrm>
              <a:off x="3046154" y="4218525"/>
              <a:ext cx="216458" cy="216514"/>
            </a:xfrm>
            <a:custGeom>
              <a:rect b="b" l="l" r="r" t="t"/>
              <a:pathLst>
                <a:path extrusionOk="0" h="4952" w="4951">
                  <a:moveTo>
                    <a:pt x="1784" y="1"/>
                  </a:moveTo>
                  <a:lnTo>
                    <a:pt x="1415" y="31"/>
                  </a:lnTo>
                  <a:lnTo>
                    <a:pt x="1077" y="124"/>
                  </a:lnTo>
                  <a:lnTo>
                    <a:pt x="800" y="308"/>
                  </a:lnTo>
                  <a:lnTo>
                    <a:pt x="523" y="523"/>
                  </a:lnTo>
                  <a:lnTo>
                    <a:pt x="308" y="769"/>
                  </a:lnTo>
                  <a:lnTo>
                    <a:pt x="154" y="1077"/>
                  </a:lnTo>
                  <a:lnTo>
                    <a:pt x="62" y="1415"/>
                  </a:lnTo>
                  <a:lnTo>
                    <a:pt x="1" y="1753"/>
                  </a:lnTo>
                  <a:lnTo>
                    <a:pt x="1" y="3168"/>
                  </a:lnTo>
                  <a:lnTo>
                    <a:pt x="62" y="3537"/>
                  </a:lnTo>
                  <a:lnTo>
                    <a:pt x="154" y="3875"/>
                  </a:lnTo>
                  <a:lnTo>
                    <a:pt x="308" y="4152"/>
                  </a:lnTo>
                  <a:lnTo>
                    <a:pt x="523" y="4428"/>
                  </a:lnTo>
                  <a:lnTo>
                    <a:pt x="800" y="4644"/>
                  </a:lnTo>
                  <a:lnTo>
                    <a:pt x="1077" y="4797"/>
                  </a:lnTo>
                  <a:lnTo>
                    <a:pt x="1415" y="4920"/>
                  </a:lnTo>
                  <a:lnTo>
                    <a:pt x="1784" y="4951"/>
                  </a:lnTo>
                  <a:lnTo>
                    <a:pt x="3198" y="4951"/>
                  </a:lnTo>
                  <a:lnTo>
                    <a:pt x="3567" y="4920"/>
                  </a:lnTo>
                  <a:lnTo>
                    <a:pt x="3875" y="4797"/>
                  </a:lnTo>
                  <a:lnTo>
                    <a:pt x="4182" y="4644"/>
                  </a:lnTo>
                  <a:lnTo>
                    <a:pt x="4459" y="4428"/>
                  </a:lnTo>
                  <a:lnTo>
                    <a:pt x="4674" y="4152"/>
                  </a:lnTo>
                  <a:lnTo>
                    <a:pt x="4828" y="3875"/>
                  </a:lnTo>
                  <a:lnTo>
                    <a:pt x="4920" y="3537"/>
                  </a:lnTo>
                  <a:lnTo>
                    <a:pt x="4951" y="3168"/>
                  </a:lnTo>
                  <a:lnTo>
                    <a:pt x="4951" y="1753"/>
                  </a:lnTo>
                  <a:lnTo>
                    <a:pt x="4920" y="1415"/>
                  </a:lnTo>
                  <a:lnTo>
                    <a:pt x="4828" y="1077"/>
                  </a:lnTo>
                  <a:lnTo>
                    <a:pt x="4674" y="769"/>
                  </a:lnTo>
                  <a:lnTo>
                    <a:pt x="4459" y="523"/>
                  </a:lnTo>
                  <a:lnTo>
                    <a:pt x="4182" y="308"/>
                  </a:lnTo>
                  <a:lnTo>
                    <a:pt x="3875" y="124"/>
                  </a:lnTo>
                  <a:lnTo>
                    <a:pt x="3567" y="31"/>
                  </a:lnTo>
                  <a:lnTo>
                    <a:pt x="3198"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15"/>
            <p:cNvSpPr/>
            <p:nvPr/>
          </p:nvSpPr>
          <p:spPr>
            <a:xfrm>
              <a:off x="3046154" y="4218525"/>
              <a:ext cx="162726" cy="216514"/>
            </a:xfrm>
            <a:custGeom>
              <a:rect b="b" l="l" r="r" t="t"/>
              <a:pathLst>
                <a:path extrusionOk="0" h="4952" w="3722">
                  <a:moveTo>
                    <a:pt x="1784" y="1"/>
                  </a:moveTo>
                  <a:lnTo>
                    <a:pt x="1415" y="31"/>
                  </a:lnTo>
                  <a:lnTo>
                    <a:pt x="1077" y="124"/>
                  </a:lnTo>
                  <a:lnTo>
                    <a:pt x="800" y="308"/>
                  </a:lnTo>
                  <a:lnTo>
                    <a:pt x="523" y="523"/>
                  </a:lnTo>
                  <a:lnTo>
                    <a:pt x="308" y="769"/>
                  </a:lnTo>
                  <a:lnTo>
                    <a:pt x="154" y="1077"/>
                  </a:lnTo>
                  <a:lnTo>
                    <a:pt x="62" y="1415"/>
                  </a:lnTo>
                  <a:lnTo>
                    <a:pt x="1" y="1753"/>
                  </a:lnTo>
                  <a:lnTo>
                    <a:pt x="1" y="3168"/>
                  </a:lnTo>
                  <a:lnTo>
                    <a:pt x="62" y="3537"/>
                  </a:lnTo>
                  <a:lnTo>
                    <a:pt x="154" y="3875"/>
                  </a:lnTo>
                  <a:lnTo>
                    <a:pt x="308" y="4152"/>
                  </a:lnTo>
                  <a:lnTo>
                    <a:pt x="523" y="4428"/>
                  </a:lnTo>
                  <a:lnTo>
                    <a:pt x="800" y="4644"/>
                  </a:lnTo>
                  <a:lnTo>
                    <a:pt x="1077" y="4797"/>
                  </a:lnTo>
                  <a:lnTo>
                    <a:pt x="1415" y="4920"/>
                  </a:lnTo>
                  <a:lnTo>
                    <a:pt x="1784" y="4951"/>
                  </a:lnTo>
                  <a:lnTo>
                    <a:pt x="3198" y="4951"/>
                  </a:lnTo>
                  <a:lnTo>
                    <a:pt x="3475" y="4920"/>
                  </a:lnTo>
                  <a:lnTo>
                    <a:pt x="3721" y="4859"/>
                  </a:lnTo>
                  <a:lnTo>
                    <a:pt x="3475" y="4767"/>
                  </a:lnTo>
                  <a:lnTo>
                    <a:pt x="3229" y="4613"/>
                  </a:lnTo>
                  <a:lnTo>
                    <a:pt x="3014" y="4428"/>
                  </a:lnTo>
                  <a:lnTo>
                    <a:pt x="2829" y="4244"/>
                  </a:lnTo>
                  <a:lnTo>
                    <a:pt x="2676" y="3998"/>
                  </a:lnTo>
                  <a:lnTo>
                    <a:pt x="2583" y="3752"/>
                  </a:lnTo>
                  <a:lnTo>
                    <a:pt x="2522" y="3475"/>
                  </a:lnTo>
                  <a:lnTo>
                    <a:pt x="2491" y="3168"/>
                  </a:lnTo>
                  <a:lnTo>
                    <a:pt x="2491" y="1753"/>
                  </a:lnTo>
                  <a:lnTo>
                    <a:pt x="2522" y="1477"/>
                  </a:lnTo>
                  <a:lnTo>
                    <a:pt x="2583" y="1200"/>
                  </a:lnTo>
                  <a:lnTo>
                    <a:pt x="2676" y="923"/>
                  </a:lnTo>
                  <a:lnTo>
                    <a:pt x="2829" y="708"/>
                  </a:lnTo>
                  <a:lnTo>
                    <a:pt x="3014" y="493"/>
                  </a:lnTo>
                  <a:lnTo>
                    <a:pt x="3229" y="308"/>
                  </a:lnTo>
                  <a:lnTo>
                    <a:pt x="3475" y="185"/>
                  </a:lnTo>
                  <a:lnTo>
                    <a:pt x="3721" y="62"/>
                  </a:lnTo>
                  <a:lnTo>
                    <a:pt x="3475" y="1"/>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15"/>
            <p:cNvSpPr/>
            <p:nvPr/>
          </p:nvSpPr>
          <p:spPr>
            <a:xfrm>
              <a:off x="1344315" y="4574801"/>
              <a:ext cx="568666" cy="568699"/>
            </a:xfrm>
            <a:custGeom>
              <a:rect b="b" l="l" r="r" t="t"/>
              <a:pathLst>
                <a:path extrusionOk="0" h="13007" w="13007">
                  <a:moveTo>
                    <a:pt x="6488" y="0"/>
                  </a:moveTo>
                  <a:lnTo>
                    <a:pt x="5842" y="31"/>
                  </a:lnTo>
                  <a:lnTo>
                    <a:pt x="5197" y="154"/>
                  </a:lnTo>
                  <a:lnTo>
                    <a:pt x="4582" y="307"/>
                  </a:lnTo>
                  <a:lnTo>
                    <a:pt x="3967" y="523"/>
                  </a:lnTo>
                  <a:lnTo>
                    <a:pt x="3413" y="799"/>
                  </a:lnTo>
                  <a:lnTo>
                    <a:pt x="2860" y="1107"/>
                  </a:lnTo>
                  <a:lnTo>
                    <a:pt x="2368" y="1507"/>
                  </a:lnTo>
                  <a:lnTo>
                    <a:pt x="1907" y="1906"/>
                  </a:lnTo>
                  <a:lnTo>
                    <a:pt x="1476" y="2368"/>
                  </a:lnTo>
                  <a:lnTo>
                    <a:pt x="1107" y="2890"/>
                  </a:lnTo>
                  <a:lnTo>
                    <a:pt x="800" y="3413"/>
                  </a:lnTo>
                  <a:lnTo>
                    <a:pt x="523" y="3967"/>
                  </a:lnTo>
                  <a:lnTo>
                    <a:pt x="308" y="4582"/>
                  </a:lnTo>
                  <a:lnTo>
                    <a:pt x="123" y="5196"/>
                  </a:lnTo>
                  <a:lnTo>
                    <a:pt x="31" y="5842"/>
                  </a:lnTo>
                  <a:lnTo>
                    <a:pt x="0" y="6519"/>
                  </a:lnTo>
                  <a:lnTo>
                    <a:pt x="31" y="7164"/>
                  </a:lnTo>
                  <a:lnTo>
                    <a:pt x="123" y="7810"/>
                  </a:lnTo>
                  <a:lnTo>
                    <a:pt x="308" y="8456"/>
                  </a:lnTo>
                  <a:lnTo>
                    <a:pt x="523" y="9040"/>
                  </a:lnTo>
                  <a:lnTo>
                    <a:pt x="800" y="9593"/>
                  </a:lnTo>
                  <a:lnTo>
                    <a:pt x="1107" y="10147"/>
                  </a:lnTo>
                  <a:lnTo>
                    <a:pt x="1476" y="10639"/>
                  </a:lnTo>
                  <a:lnTo>
                    <a:pt x="1907" y="11100"/>
                  </a:lnTo>
                  <a:lnTo>
                    <a:pt x="2368" y="11531"/>
                  </a:lnTo>
                  <a:lnTo>
                    <a:pt x="2860" y="11900"/>
                  </a:lnTo>
                  <a:lnTo>
                    <a:pt x="3413" y="12238"/>
                  </a:lnTo>
                  <a:lnTo>
                    <a:pt x="3967" y="12484"/>
                  </a:lnTo>
                  <a:lnTo>
                    <a:pt x="4582" y="12730"/>
                  </a:lnTo>
                  <a:lnTo>
                    <a:pt x="5197" y="12884"/>
                  </a:lnTo>
                  <a:lnTo>
                    <a:pt x="5842" y="12976"/>
                  </a:lnTo>
                  <a:lnTo>
                    <a:pt x="6488" y="13007"/>
                  </a:lnTo>
                  <a:lnTo>
                    <a:pt x="7165" y="12976"/>
                  </a:lnTo>
                  <a:lnTo>
                    <a:pt x="7810" y="12884"/>
                  </a:lnTo>
                  <a:lnTo>
                    <a:pt x="8425" y="12730"/>
                  </a:lnTo>
                  <a:lnTo>
                    <a:pt x="9040" y="12484"/>
                  </a:lnTo>
                  <a:lnTo>
                    <a:pt x="9594" y="12238"/>
                  </a:lnTo>
                  <a:lnTo>
                    <a:pt x="10147" y="11900"/>
                  </a:lnTo>
                  <a:lnTo>
                    <a:pt x="10639" y="11531"/>
                  </a:lnTo>
                  <a:lnTo>
                    <a:pt x="11100" y="11100"/>
                  </a:lnTo>
                  <a:lnTo>
                    <a:pt x="11531" y="10639"/>
                  </a:lnTo>
                  <a:lnTo>
                    <a:pt x="11900" y="10147"/>
                  </a:lnTo>
                  <a:lnTo>
                    <a:pt x="12207" y="9593"/>
                  </a:lnTo>
                  <a:lnTo>
                    <a:pt x="12484" y="9040"/>
                  </a:lnTo>
                  <a:lnTo>
                    <a:pt x="12699" y="8456"/>
                  </a:lnTo>
                  <a:lnTo>
                    <a:pt x="12884" y="7810"/>
                  </a:lnTo>
                  <a:lnTo>
                    <a:pt x="12976" y="7164"/>
                  </a:lnTo>
                  <a:lnTo>
                    <a:pt x="13007" y="6519"/>
                  </a:lnTo>
                  <a:lnTo>
                    <a:pt x="12976" y="5842"/>
                  </a:lnTo>
                  <a:lnTo>
                    <a:pt x="12884" y="5196"/>
                  </a:lnTo>
                  <a:lnTo>
                    <a:pt x="12699" y="4582"/>
                  </a:lnTo>
                  <a:lnTo>
                    <a:pt x="12484" y="3967"/>
                  </a:lnTo>
                  <a:lnTo>
                    <a:pt x="12207" y="3413"/>
                  </a:lnTo>
                  <a:lnTo>
                    <a:pt x="11900" y="2890"/>
                  </a:lnTo>
                  <a:lnTo>
                    <a:pt x="11531" y="2368"/>
                  </a:lnTo>
                  <a:lnTo>
                    <a:pt x="11100" y="1906"/>
                  </a:lnTo>
                  <a:lnTo>
                    <a:pt x="10639" y="1507"/>
                  </a:lnTo>
                  <a:lnTo>
                    <a:pt x="10147" y="1107"/>
                  </a:lnTo>
                  <a:lnTo>
                    <a:pt x="9594" y="799"/>
                  </a:lnTo>
                  <a:lnTo>
                    <a:pt x="9040" y="523"/>
                  </a:lnTo>
                  <a:lnTo>
                    <a:pt x="8425" y="307"/>
                  </a:lnTo>
                  <a:lnTo>
                    <a:pt x="7810" y="154"/>
                  </a:lnTo>
                  <a:lnTo>
                    <a:pt x="7165" y="31"/>
                  </a:lnTo>
                  <a:lnTo>
                    <a:pt x="6488" y="0"/>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15"/>
            <p:cNvSpPr/>
            <p:nvPr/>
          </p:nvSpPr>
          <p:spPr>
            <a:xfrm>
              <a:off x="1344315" y="4574801"/>
              <a:ext cx="360297" cy="568699"/>
            </a:xfrm>
            <a:custGeom>
              <a:rect b="b" l="l" r="r" t="t"/>
              <a:pathLst>
                <a:path extrusionOk="0" h="13007" w="8241">
                  <a:moveTo>
                    <a:pt x="6488" y="0"/>
                  </a:moveTo>
                  <a:lnTo>
                    <a:pt x="5842" y="31"/>
                  </a:lnTo>
                  <a:lnTo>
                    <a:pt x="5197" y="154"/>
                  </a:lnTo>
                  <a:lnTo>
                    <a:pt x="4582" y="307"/>
                  </a:lnTo>
                  <a:lnTo>
                    <a:pt x="3967" y="523"/>
                  </a:lnTo>
                  <a:lnTo>
                    <a:pt x="3413" y="799"/>
                  </a:lnTo>
                  <a:lnTo>
                    <a:pt x="2860" y="1107"/>
                  </a:lnTo>
                  <a:lnTo>
                    <a:pt x="2368" y="1507"/>
                  </a:lnTo>
                  <a:lnTo>
                    <a:pt x="1907" y="1906"/>
                  </a:lnTo>
                  <a:lnTo>
                    <a:pt x="1476" y="2368"/>
                  </a:lnTo>
                  <a:lnTo>
                    <a:pt x="1107" y="2890"/>
                  </a:lnTo>
                  <a:lnTo>
                    <a:pt x="800" y="3413"/>
                  </a:lnTo>
                  <a:lnTo>
                    <a:pt x="523" y="3967"/>
                  </a:lnTo>
                  <a:lnTo>
                    <a:pt x="308" y="4582"/>
                  </a:lnTo>
                  <a:lnTo>
                    <a:pt x="123" y="5196"/>
                  </a:lnTo>
                  <a:lnTo>
                    <a:pt x="31" y="5842"/>
                  </a:lnTo>
                  <a:lnTo>
                    <a:pt x="0" y="6519"/>
                  </a:lnTo>
                  <a:lnTo>
                    <a:pt x="31" y="7164"/>
                  </a:lnTo>
                  <a:lnTo>
                    <a:pt x="123" y="7810"/>
                  </a:lnTo>
                  <a:lnTo>
                    <a:pt x="308" y="8456"/>
                  </a:lnTo>
                  <a:lnTo>
                    <a:pt x="523" y="9040"/>
                  </a:lnTo>
                  <a:lnTo>
                    <a:pt x="800" y="9593"/>
                  </a:lnTo>
                  <a:lnTo>
                    <a:pt x="1107" y="10147"/>
                  </a:lnTo>
                  <a:lnTo>
                    <a:pt x="1476" y="10639"/>
                  </a:lnTo>
                  <a:lnTo>
                    <a:pt x="1907" y="11100"/>
                  </a:lnTo>
                  <a:lnTo>
                    <a:pt x="2368" y="11531"/>
                  </a:lnTo>
                  <a:lnTo>
                    <a:pt x="2860" y="11900"/>
                  </a:lnTo>
                  <a:lnTo>
                    <a:pt x="3413" y="12238"/>
                  </a:lnTo>
                  <a:lnTo>
                    <a:pt x="3967" y="12484"/>
                  </a:lnTo>
                  <a:lnTo>
                    <a:pt x="4582" y="12730"/>
                  </a:lnTo>
                  <a:lnTo>
                    <a:pt x="5197" y="12884"/>
                  </a:lnTo>
                  <a:lnTo>
                    <a:pt x="5842" y="12976"/>
                  </a:lnTo>
                  <a:lnTo>
                    <a:pt x="6488" y="13007"/>
                  </a:lnTo>
                  <a:lnTo>
                    <a:pt x="6949" y="13007"/>
                  </a:lnTo>
                  <a:lnTo>
                    <a:pt x="7411" y="12945"/>
                  </a:lnTo>
                  <a:lnTo>
                    <a:pt x="7841" y="12884"/>
                  </a:lnTo>
                  <a:lnTo>
                    <a:pt x="8241" y="12761"/>
                  </a:lnTo>
                  <a:lnTo>
                    <a:pt x="7749" y="12607"/>
                  </a:lnTo>
                  <a:lnTo>
                    <a:pt x="7257" y="12392"/>
                  </a:lnTo>
                  <a:lnTo>
                    <a:pt x="6796" y="12176"/>
                  </a:lnTo>
                  <a:lnTo>
                    <a:pt x="6365" y="11900"/>
                  </a:lnTo>
                  <a:lnTo>
                    <a:pt x="5935" y="11592"/>
                  </a:lnTo>
                  <a:lnTo>
                    <a:pt x="5535" y="11223"/>
                  </a:lnTo>
                  <a:lnTo>
                    <a:pt x="5197" y="10854"/>
                  </a:lnTo>
                  <a:lnTo>
                    <a:pt x="4858" y="10485"/>
                  </a:lnTo>
                  <a:lnTo>
                    <a:pt x="4551" y="10055"/>
                  </a:lnTo>
                  <a:lnTo>
                    <a:pt x="4274" y="9593"/>
                  </a:lnTo>
                  <a:lnTo>
                    <a:pt x="4059" y="9132"/>
                  </a:lnTo>
                  <a:lnTo>
                    <a:pt x="3875" y="8640"/>
                  </a:lnTo>
                  <a:lnTo>
                    <a:pt x="3721" y="8118"/>
                  </a:lnTo>
                  <a:lnTo>
                    <a:pt x="3598" y="7595"/>
                  </a:lnTo>
                  <a:lnTo>
                    <a:pt x="3536" y="7072"/>
                  </a:lnTo>
                  <a:lnTo>
                    <a:pt x="3506" y="6519"/>
                  </a:lnTo>
                  <a:lnTo>
                    <a:pt x="3536" y="5965"/>
                  </a:lnTo>
                  <a:lnTo>
                    <a:pt x="3598" y="5412"/>
                  </a:lnTo>
                  <a:lnTo>
                    <a:pt x="3721" y="4889"/>
                  </a:lnTo>
                  <a:lnTo>
                    <a:pt x="3875" y="4366"/>
                  </a:lnTo>
                  <a:lnTo>
                    <a:pt x="4059" y="3905"/>
                  </a:lnTo>
                  <a:lnTo>
                    <a:pt x="4274" y="3413"/>
                  </a:lnTo>
                  <a:lnTo>
                    <a:pt x="4551" y="2983"/>
                  </a:lnTo>
                  <a:lnTo>
                    <a:pt x="4858" y="2552"/>
                  </a:lnTo>
                  <a:lnTo>
                    <a:pt x="5197" y="2152"/>
                  </a:lnTo>
                  <a:lnTo>
                    <a:pt x="5535" y="1783"/>
                  </a:lnTo>
                  <a:lnTo>
                    <a:pt x="5935" y="1445"/>
                  </a:lnTo>
                  <a:lnTo>
                    <a:pt x="6365" y="1138"/>
                  </a:lnTo>
                  <a:lnTo>
                    <a:pt x="6796" y="861"/>
                  </a:lnTo>
                  <a:lnTo>
                    <a:pt x="7257" y="615"/>
                  </a:lnTo>
                  <a:lnTo>
                    <a:pt x="7749" y="400"/>
                  </a:lnTo>
                  <a:lnTo>
                    <a:pt x="8241" y="246"/>
                  </a:lnTo>
                  <a:lnTo>
                    <a:pt x="7841" y="154"/>
                  </a:lnTo>
                  <a:lnTo>
                    <a:pt x="7411" y="62"/>
                  </a:lnTo>
                  <a:lnTo>
                    <a:pt x="6949" y="31"/>
                  </a:lnTo>
                  <a:lnTo>
                    <a:pt x="6488" y="0"/>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15"/>
            <p:cNvSpPr/>
            <p:nvPr/>
          </p:nvSpPr>
          <p:spPr>
            <a:xfrm>
              <a:off x="1486794" y="4717286"/>
              <a:ext cx="283699" cy="283715"/>
            </a:xfrm>
            <a:custGeom>
              <a:rect b="b" l="l" r="r" t="t"/>
              <a:pathLst>
                <a:path extrusionOk="0" h="6489" w="6489">
                  <a:moveTo>
                    <a:pt x="3229" y="0"/>
                  </a:moveTo>
                  <a:lnTo>
                    <a:pt x="2922" y="31"/>
                  </a:lnTo>
                  <a:lnTo>
                    <a:pt x="2583" y="62"/>
                  </a:lnTo>
                  <a:lnTo>
                    <a:pt x="2276" y="154"/>
                  </a:lnTo>
                  <a:lnTo>
                    <a:pt x="1968" y="246"/>
                  </a:lnTo>
                  <a:lnTo>
                    <a:pt x="1692" y="400"/>
                  </a:lnTo>
                  <a:lnTo>
                    <a:pt x="1415" y="554"/>
                  </a:lnTo>
                  <a:lnTo>
                    <a:pt x="1169" y="738"/>
                  </a:lnTo>
                  <a:lnTo>
                    <a:pt x="954" y="954"/>
                  </a:lnTo>
                  <a:lnTo>
                    <a:pt x="739" y="1169"/>
                  </a:lnTo>
                  <a:lnTo>
                    <a:pt x="554" y="1446"/>
                  </a:lnTo>
                  <a:lnTo>
                    <a:pt x="400" y="1691"/>
                  </a:lnTo>
                  <a:lnTo>
                    <a:pt x="247" y="1999"/>
                  </a:lnTo>
                  <a:lnTo>
                    <a:pt x="154" y="2276"/>
                  </a:lnTo>
                  <a:lnTo>
                    <a:pt x="62" y="2583"/>
                  </a:lnTo>
                  <a:lnTo>
                    <a:pt x="1" y="2921"/>
                  </a:lnTo>
                  <a:lnTo>
                    <a:pt x="1" y="3260"/>
                  </a:lnTo>
                  <a:lnTo>
                    <a:pt x="1" y="3598"/>
                  </a:lnTo>
                  <a:lnTo>
                    <a:pt x="62" y="3905"/>
                  </a:lnTo>
                  <a:lnTo>
                    <a:pt x="154" y="4213"/>
                  </a:lnTo>
                  <a:lnTo>
                    <a:pt x="247" y="4520"/>
                  </a:lnTo>
                  <a:lnTo>
                    <a:pt x="400" y="4797"/>
                  </a:lnTo>
                  <a:lnTo>
                    <a:pt x="554" y="5074"/>
                  </a:lnTo>
                  <a:lnTo>
                    <a:pt x="739" y="5320"/>
                  </a:lnTo>
                  <a:lnTo>
                    <a:pt x="954" y="5535"/>
                  </a:lnTo>
                  <a:lnTo>
                    <a:pt x="1169" y="5750"/>
                  </a:lnTo>
                  <a:lnTo>
                    <a:pt x="1415" y="5935"/>
                  </a:lnTo>
                  <a:lnTo>
                    <a:pt x="1692" y="6119"/>
                  </a:lnTo>
                  <a:lnTo>
                    <a:pt x="1968" y="6242"/>
                  </a:lnTo>
                  <a:lnTo>
                    <a:pt x="2276" y="6365"/>
                  </a:lnTo>
                  <a:lnTo>
                    <a:pt x="2583" y="6427"/>
                  </a:lnTo>
                  <a:lnTo>
                    <a:pt x="2922" y="6488"/>
                  </a:lnTo>
                  <a:lnTo>
                    <a:pt x="3567" y="6488"/>
                  </a:lnTo>
                  <a:lnTo>
                    <a:pt x="3906" y="6427"/>
                  </a:lnTo>
                  <a:lnTo>
                    <a:pt x="4213" y="6365"/>
                  </a:lnTo>
                  <a:lnTo>
                    <a:pt x="4521" y="6242"/>
                  </a:lnTo>
                  <a:lnTo>
                    <a:pt x="4797" y="6119"/>
                  </a:lnTo>
                  <a:lnTo>
                    <a:pt x="5074" y="5935"/>
                  </a:lnTo>
                  <a:lnTo>
                    <a:pt x="5320" y="5750"/>
                  </a:lnTo>
                  <a:lnTo>
                    <a:pt x="5535" y="5535"/>
                  </a:lnTo>
                  <a:lnTo>
                    <a:pt x="5751" y="5320"/>
                  </a:lnTo>
                  <a:lnTo>
                    <a:pt x="5935" y="5074"/>
                  </a:lnTo>
                  <a:lnTo>
                    <a:pt x="6089" y="4797"/>
                  </a:lnTo>
                  <a:lnTo>
                    <a:pt x="6242" y="4520"/>
                  </a:lnTo>
                  <a:lnTo>
                    <a:pt x="6335" y="4213"/>
                  </a:lnTo>
                  <a:lnTo>
                    <a:pt x="6427" y="3905"/>
                  </a:lnTo>
                  <a:lnTo>
                    <a:pt x="6488" y="3598"/>
                  </a:lnTo>
                  <a:lnTo>
                    <a:pt x="6488" y="3260"/>
                  </a:lnTo>
                  <a:lnTo>
                    <a:pt x="6488" y="2921"/>
                  </a:lnTo>
                  <a:lnTo>
                    <a:pt x="6427" y="2583"/>
                  </a:lnTo>
                  <a:lnTo>
                    <a:pt x="6335" y="2276"/>
                  </a:lnTo>
                  <a:lnTo>
                    <a:pt x="6242" y="1999"/>
                  </a:lnTo>
                  <a:lnTo>
                    <a:pt x="6089" y="1691"/>
                  </a:lnTo>
                  <a:lnTo>
                    <a:pt x="5935" y="1446"/>
                  </a:lnTo>
                  <a:lnTo>
                    <a:pt x="5751" y="1169"/>
                  </a:lnTo>
                  <a:lnTo>
                    <a:pt x="5535" y="954"/>
                  </a:lnTo>
                  <a:lnTo>
                    <a:pt x="5320" y="738"/>
                  </a:lnTo>
                  <a:lnTo>
                    <a:pt x="5074" y="554"/>
                  </a:lnTo>
                  <a:lnTo>
                    <a:pt x="4797" y="400"/>
                  </a:lnTo>
                  <a:lnTo>
                    <a:pt x="4521" y="246"/>
                  </a:lnTo>
                  <a:lnTo>
                    <a:pt x="4213" y="154"/>
                  </a:lnTo>
                  <a:lnTo>
                    <a:pt x="3906" y="62"/>
                  </a:lnTo>
                  <a:lnTo>
                    <a:pt x="3567" y="31"/>
                  </a:lnTo>
                  <a:lnTo>
                    <a:pt x="3229"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15"/>
            <p:cNvSpPr/>
            <p:nvPr/>
          </p:nvSpPr>
          <p:spPr>
            <a:xfrm>
              <a:off x="1486794" y="4717286"/>
              <a:ext cx="217813" cy="283715"/>
            </a:xfrm>
            <a:custGeom>
              <a:rect b="b" l="l" r="r" t="t"/>
              <a:pathLst>
                <a:path extrusionOk="0" h="6489" w="4982">
                  <a:moveTo>
                    <a:pt x="3229" y="0"/>
                  </a:moveTo>
                  <a:lnTo>
                    <a:pt x="2922" y="31"/>
                  </a:lnTo>
                  <a:lnTo>
                    <a:pt x="2583" y="62"/>
                  </a:lnTo>
                  <a:lnTo>
                    <a:pt x="2276" y="154"/>
                  </a:lnTo>
                  <a:lnTo>
                    <a:pt x="1968" y="246"/>
                  </a:lnTo>
                  <a:lnTo>
                    <a:pt x="1692" y="400"/>
                  </a:lnTo>
                  <a:lnTo>
                    <a:pt x="1415" y="554"/>
                  </a:lnTo>
                  <a:lnTo>
                    <a:pt x="1169" y="738"/>
                  </a:lnTo>
                  <a:lnTo>
                    <a:pt x="954" y="954"/>
                  </a:lnTo>
                  <a:lnTo>
                    <a:pt x="739" y="1169"/>
                  </a:lnTo>
                  <a:lnTo>
                    <a:pt x="554" y="1446"/>
                  </a:lnTo>
                  <a:lnTo>
                    <a:pt x="400" y="1691"/>
                  </a:lnTo>
                  <a:lnTo>
                    <a:pt x="247" y="1999"/>
                  </a:lnTo>
                  <a:lnTo>
                    <a:pt x="154" y="2276"/>
                  </a:lnTo>
                  <a:lnTo>
                    <a:pt x="62" y="2583"/>
                  </a:lnTo>
                  <a:lnTo>
                    <a:pt x="1" y="2921"/>
                  </a:lnTo>
                  <a:lnTo>
                    <a:pt x="1" y="3260"/>
                  </a:lnTo>
                  <a:lnTo>
                    <a:pt x="1" y="3598"/>
                  </a:lnTo>
                  <a:lnTo>
                    <a:pt x="62" y="3905"/>
                  </a:lnTo>
                  <a:lnTo>
                    <a:pt x="154" y="4213"/>
                  </a:lnTo>
                  <a:lnTo>
                    <a:pt x="247" y="4520"/>
                  </a:lnTo>
                  <a:lnTo>
                    <a:pt x="400" y="4797"/>
                  </a:lnTo>
                  <a:lnTo>
                    <a:pt x="554" y="5074"/>
                  </a:lnTo>
                  <a:lnTo>
                    <a:pt x="739" y="5320"/>
                  </a:lnTo>
                  <a:lnTo>
                    <a:pt x="954" y="5535"/>
                  </a:lnTo>
                  <a:lnTo>
                    <a:pt x="1169" y="5750"/>
                  </a:lnTo>
                  <a:lnTo>
                    <a:pt x="1415" y="5935"/>
                  </a:lnTo>
                  <a:lnTo>
                    <a:pt x="1692" y="6119"/>
                  </a:lnTo>
                  <a:lnTo>
                    <a:pt x="1968" y="6242"/>
                  </a:lnTo>
                  <a:lnTo>
                    <a:pt x="2276" y="6365"/>
                  </a:lnTo>
                  <a:lnTo>
                    <a:pt x="2583" y="6427"/>
                  </a:lnTo>
                  <a:lnTo>
                    <a:pt x="2922" y="6488"/>
                  </a:lnTo>
                  <a:lnTo>
                    <a:pt x="3229" y="6488"/>
                  </a:lnTo>
                  <a:lnTo>
                    <a:pt x="3721" y="6457"/>
                  </a:lnTo>
                  <a:lnTo>
                    <a:pt x="4182" y="6365"/>
                  </a:lnTo>
                  <a:lnTo>
                    <a:pt x="4613" y="6212"/>
                  </a:lnTo>
                  <a:lnTo>
                    <a:pt x="4982" y="5996"/>
                  </a:lnTo>
                  <a:lnTo>
                    <a:pt x="4674" y="5750"/>
                  </a:lnTo>
                  <a:lnTo>
                    <a:pt x="4367" y="5474"/>
                  </a:lnTo>
                  <a:lnTo>
                    <a:pt x="4121" y="5166"/>
                  </a:lnTo>
                  <a:lnTo>
                    <a:pt x="3906" y="4828"/>
                  </a:lnTo>
                  <a:lnTo>
                    <a:pt x="3721" y="4459"/>
                  </a:lnTo>
                  <a:lnTo>
                    <a:pt x="3598" y="4090"/>
                  </a:lnTo>
                  <a:lnTo>
                    <a:pt x="3537" y="3659"/>
                  </a:lnTo>
                  <a:lnTo>
                    <a:pt x="3506" y="3260"/>
                  </a:lnTo>
                  <a:lnTo>
                    <a:pt x="3537" y="2829"/>
                  </a:lnTo>
                  <a:lnTo>
                    <a:pt x="3598" y="2429"/>
                  </a:lnTo>
                  <a:lnTo>
                    <a:pt x="3721" y="2030"/>
                  </a:lnTo>
                  <a:lnTo>
                    <a:pt x="3906" y="1661"/>
                  </a:lnTo>
                  <a:lnTo>
                    <a:pt x="4121" y="1323"/>
                  </a:lnTo>
                  <a:lnTo>
                    <a:pt x="4367" y="1015"/>
                  </a:lnTo>
                  <a:lnTo>
                    <a:pt x="4674" y="738"/>
                  </a:lnTo>
                  <a:lnTo>
                    <a:pt x="4982" y="523"/>
                  </a:lnTo>
                  <a:lnTo>
                    <a:pt x="4613" y="308"/>
                  </a:lnTo>
                  <a:lnTo>
                    <a:pt x="4182" y="123"/>
                  </a:lnTo>
                  <a:lnTo>
                    <a:pt x="3721" y="31"/>
                  </a:lnTo>
                  <a:lnTo>
                    <a:pt x="3229"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15"/>
            <p:cNvSpPr/>
            <p:nvPr/>
          </p:nvSpPr>
          <p:spPr>
            <a:xfrm>
              <a:off x="3120082" y="4574801"/>
              <a:ext cx="568710" cy="568699"/>
            </a:xfrm>
            <a:custGeom>
              <a:rect b="b" l="l" r="r" t="t"/>
              <a:pathLst>
                <a:path extrusionOk="0" h="13007" w="13008">
                  <a:moveTo>
                    <a:pt x="6489" y="0"/>
                  </a:moveTo>
                  <a:lnTo>
                    <a:pt x="5843" y="31"/>
                  </a:lnTo>
                  <a:lnTo>
                    <a:pt x="5197" y="154"/>
                  </a:lnTo>
                  <a:lnTo>
                    <a:pt x="4551" y="307"/>
                  </a:lnTo>
                  <a:lnTo>
                    <a:pt x="3967" y="523"/>
                  </a:lnTo>
                  <a:lnTo>
                    <a:pt x="3383" y="799"/>
                  </a:lnTo>
                  <a:lnTo>
                    <a:pt x="2860" y="1107"/>
                  </a:lnTo>
                  <a:lnTo>
                    <a:pt x="2368" y="1507"/>
                  </a:lnTo>
                  <a:lnTo>
                    <a:pt x="1907" y="1906"/>
                  </a:lnTo>
                  <a:lnTo>
                    <a:pt x="1477" y="2368"/>
                  </a:lnTo>
                  <a:lnTo>
                    <a:pt x="1108" y="2890"/>
                  </a:lnTo>
                  <a:lnTo>
                    <a:pt x="769" y="3413"/>
                  </a:lnTo>
                  <a:lnTo>
                    <a:pt x="493" y="3967"/>
                  </a:lnTo>
                  <a:lnTo>
                    <a:pt x="277" y="4582"/>
                  </a:lnTo>
                  <a:lnTo>
                    <a:pt x="124" y="5196"/>
                  </a:lnTo>
                  <a:lnTo>
                    <a:pt x="31" y="5842"/>
                  </a:lnTo>
                  <a:lnTo>
                    <a:pt x="1" y="6519"/>
                  </a:lnTo>
                  <a:lnTo>
                    <a:pt x="31" y="7164"/>
                  </a:lnTo>
                  <a:lnTo>
                    <a:pt x="124" y="7810"/>
                  </a:lnTo>
                  <a:lnTo>
                    <a:pt x="277" y="8456"/>
                  </a:lnTo>
                  <a:lnTo>
                    <a:pt x="493" y="9040"/>
                  </a:lnTo>
                  <a:lnTo>
                    <a:pt x="769" y="9593"/>
                  </a:lnTo>
                  <a:lnTo>
                    <a:pt x="1108" y="10147"/>
                  </a:lnTo>
                  <a:lnTo>
                    <a:pt x="1477" y="10639"/>
                  </a:lnTo>
                  <a:lnTo>
                    <a:pt x="1907" y="11100"/>
                  </a:lnTo>
                  <a:lnTo>
                    <a:pt x="2368" y="11531"/>
                  </a:lnTo>
                  <a:lnTo>
                    <a:pt x="2860" y="11900"/>
                  </a:lnTo>
                  <a:lnTo>
                    <a:pt x="3383" y="12238"/>
                  </a:lnTo>
                  <a:lnTo>
                    <a:pt x="3967" y="12484"/>
                  </a:lnTo>
                  <a:lnTo>
                    <a:pt x="4551" y="12730"/>
                  </a:lnTo>
                  <a:lnTo>
                    <a:pt x="5197" y="12884"/>
                  </a:lnTo>
                  <a:lnTo>
                    <a:pt x="5843" y="12976"/>
                  </a:lnTo>
                  <a:lnTo>
                    <a:pt x="6489" y="13007"/>
                  </a:lnTo>
                  <a:lnTo>
                    <a:pt x="7165" y="12976"/>
                  </a:lnTo>
                  <a:lnTo>
                    <a:pt x="7811" y="12884"/>
                  </a:lnTo>
                  <a:lnTo>
                    <a:pt x="8426" y="12730"/>
                  </a:lnTo>
                  <a:lnTo>
                    <a:pt x="9010" y="12484"/>
                  </a:lnTo>
                  <a:lnTo>
                    <a:pt x="9594" y="12238"/>
                  </a:lnTo>
                  <a:lnTo>
                    <a:pt x="10117" y="11900"/>
                  </a:lnTo>
                  <a:lnTo>
                    <a:pt x="10640" y="11531"/>
                  </a:lnTo>
                  <a:lnTo>
                    <a:pt x="11101" y="11100"/>
                  </a:lnTo>
                  <a:lnTo>
                    <a:pt x="11501" y="10639"/>
                  </a:lnTo>
                  <a:lnTo>
                    <a:pt x="11870" y="10147"/>
                  </a:lnTo>
                  <a:lnTo>
                    <a:pt x="12208" y="9593"/>
                  </a:lnTo>
                  <a:lnTo>
                    <a:pt x="12484" y="9040"/>
                  </a:lnTo>
                  <a:lnTo>
                    <a:pt x="12700" y="8456"/>
                  </a:lnTo>
                  <a:lnTo>
                    <a:pt x="12853" y="7810"/>
                  </a:lnTo>
                  <a:lnTo>
                    <a:pt x="12946" y="7164"/>
                  </a:lnTo>
                  <a:lnTo>
                    <a:pt x="13007" y="6519"/>
                  </a:lnTo>
                  <a:lnTo>
                    <a:pt x="12946" y="5842"/>
                  </a:lnTo>
                  <a:lnTo>
                    <a:pt x="12853" y="5196"/>
                  </a:lnTo>
                  <a:lnTo>
                    <a:pt x="12700" y="4582"/>
                  </a:lnTo>
                  <a:lnTo>
                    <a:pt x="12484" y="3967"/>
                  </a:lnTo>
                  <a:lnTo>
                    <a:pt x="12208" y="3413"/>
                  </a:lnTo>
                  <a:lnTo>
                    <a:pt x="11870" y="2890"/>
                  </a:lnTo>
                  <a:lnTo>
                    <a:pt x="11501" y="2368"/>
                  </a:lnTo>
                  <a:lnTo>
                    <a:pt x="11101" y="1906"/>
                  </a:lnTo>
                  <a:lnTo>
                    <a:pt x="10640" y="1507"/>
                  </a:lnTo>
                  <a:lnTo>
                    <a:pt x="10117" y="1107"/>
                  </a:lnTo>
                  <a:lnTo>
                    <a:pt x="9594" y="799"/>
                  </a:lnTo>
                  <a:lnTo>
                    <a:pt x="9010" y="523"/>
                  </a:lnTo>
                  <a:lnTo>
                    <a:pt x="8426" y="307"/>
                  </a:lnTo>
                  <a:lnTo>
                    <a:pt x="7811" y="154"/>
                  </a:lnTo>
                  <a:lnTo>
                    <a:pt x="7165" y="31"/>
                  </a:lnTo>
                  <a:lnTo>
                    <a:pt x="6489" y="0"/>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15"/>
            <p:cNvSpPr/>
            <p:nvPr/>
          </p:nvSpPr>
          <p:spPr>
            <a:xfrm>
              <a:off x="3120082" y="4574801"/>
              <a:ext cx="360340" cy="568699"/>
            </a:xfrm>
            <a:custGeom>
              <a:rect b="b" l="l" r="r" t="t"/>
              <a:pathLst>
                <a:path extrusionOk="0" h="13007" w="8242">
                  <a:moveTo>
                    <a:pt x="6489" y="0"/>
                  </a:moveTo>
                  <a:lnTo>
                    <a:pt x="5843" y="31"/>
                  </a:lnTo>
                  <a:lnTo>
                    <a:pt x="5197" y="154"/>
                  </a:lnTo>
                  <a:lnTo>
                    <a:pt x="4551" y="307"/>
                  </a:lnTo>
                  <a:lnTo>
                    <a:pt x="3967" y="523"/>
                  </a:lnTo>
                  <a:lnTo>
                    <a:pt x="3383" y="799"/>
                  </a:lnTo>
                  <a:lnTo>
                    <a:pt x="2860" y="1107"/>
                  </a:lnTo>
                  <a:lnTo>
                    <a:pt x="2368" y="1507"/>
                  </a:lnTo>
                  <a:lnTo>
                    <a:pt x="1907" y="1906"/>
                  </a:lnTo>
                  <a:lnTo>
                    <a:pt x="1477" y="2368"/>
                  </a:lnTo>
                  <a:lnTo>
                    <a:pt x="1108" y="2890"/>
                  </a:lnTo>
                  <a:lnTo>
                    <a:pt x="769" y="3413"/>
                  </a:lnTo>
                  <a:lnTo>
                    <a:pt x="493" y="3967"/>
                  </a:lnTo>
                  <a:lnTo>
                    <a:pt x="277" y="4582"/>
                  </a:lnTo>
                  <a:lnTo>
                    <a:pt x="124" y="5196"/>
                  </a:lnTo>
                  <a:lnTo>
                    <a:pt x="31" y="5842"/>
                  </a:lnTo>
                  <a:lnTo>
                    <a:pt x="1" y="6519"/>
                  </a:lnTo>
                  <a:lnTo>
                    <a:pt x="31" y="7164"/>
                  </a:lnTo>
                  <a:lnTo>
                    <a:pt x="124" y="7810"/>
                  </a:lnTo>
                  <a:lnTo>
                    <a:pt x="277" y="8456"/>
                  </a:lnTo>
                  <a:lnTo>
                    <a:pt x="493" y="9040"/>
                  </a:lnTo>
                  <a:lnTo>
                    <a:pt x="769" y="9593"/>
                  </a:lnTo>
                  <a:lnTo>
                    <a:pt x="1108" y="10147"/>
                  </a:lnTo>
                  <a:lnTo>
                    <a:pt x="1477" y="10639"/>
                  </a:lnTo>
                  <a:lnTo>
                    <a:pt x="1907" y="11100"/>
                  </a:lnTo>
                  <a:lnTo>
                    <a:pt x="2368" y="11531"/>
                  </a:lnTo>
                  <a:lnTo>
                    <a:pt x="2860" y="11900"/>
                  </a:lnTo>
                  <a:lnTo>
                    <a:pt x="3383" y="12238"/>
                  </a:lnTo>
                  <a:lnTo>
                    <a:pt x="3967" y="12484"/>
                  </a:lnTo>
                  <a:lnTo>
                    <a:pt x="4551" y="12730"/>
                  </a:lnTo>
                  <a:lnTo>
                    <a:pt x="5197" y="12884"/>
                  </a:lnTo>
                  <a:lnTo>
                    <a:pt x="5843" y="12976"/>
                  </a:lnTo>
                  <a:lnTo>
                    <a:pt x="6489" y="13007"/>
                  </a:lnTo>
                  <a:lnTo>
                    <a:pt x="6950" y="13007"/>
                  </a:lnTo>
                  <a:lnTo>
                    <a:pt x="7380" y="12945"/>
                  </a:lnTo>
                  <a:lnTo>
                    <a:pt x="7811" y="12884"/>
                  </a:lnTo>
                  <a:lnTo>
                    <a:pt x="8241" y="12761"/>
                  </a:lnTo>
                  <a:lnTo>
                    <a:pt x="7749" y="12607"/>
                  </a:lnTo>
                  <a:lnTo>
                    <a:pt x="7257" y="12392"/>
                  </a:lnTo>
                  <a:lnTo>
                    <a:pt x="6796" y="12176"/>
                  </a:lnTo>
                  <a:lnTo>
                    <a:pt x="6335" y="11900"/>
                  </a:lnTo>
                  <a:lnTo>
                    <a:pt x="5935" y="11592"/>
                  </a:lnTo>
                  <a:lnTo>
                    <a:pt x="5535" y="11223"/>
                  </a:lnTo>
                  <a:lnTo>
                    <a:pt x="5166" y="10854"/>
                  </a:lnTo>
                  <a:lnTo>
                    <a:pt x="4859" y="10485"/>
                  </a:lnTo>
                  <a:lnTo>
                    <a:pt x="4551" y="10055"/>
                  </a:lnTo>
                  <a:lnTo>
                    <a:pt x="4275" y="9593"/>
                  </a:lnTo>
                  <a:lnTo>
                    <a:pt x="4059" y="9132"/>
                  </a:lnTo>
                  <a:lnTo>
                    <a:pt x="3844" y="8640"/>
                  </a:lnTo>
                  <a:lnTo>
                    <a:pt x="3690" y="8118"/>
                  </a:lnTo>
                  <a:lnTo>
                    <a:pt x="3598" y="7595"/>
                  </a:lnTo>
                  <a:lnTo>
                    <a:pt x="3506" y="7072"/>
                  </a:lnTo>
                  <a:lnTo>
                    <a:pt x="3506" y="6519"/>
                  </a:lnTo>
                  <a:lnTo>
                    <a:pt x="3506" y="5965"/>
                  </a:lnTo>
                  <a:lnTo>
                    <a:pt x="3598" y="5412"/>
                  </a:lnTo>
                  <a:lnTo>
                    <a:pt x="3690" y="4889"/>
                  </a:lnTo>
                  <a:lnTo>
                    <a:pt x="3844" y="4366"/>
                  </a:lnTo>
                  <a:lnTo>
                    <a:pt x="4059" y="3905"/>
                  </a:lnTo>
                  <a:lnTo>
                    <a:pt x="4275" y="3413"/>
                  </a:lnTo>
                  <a:lnTo>
                    <a:pt x="4551" y="2983"/>
                  </a:lnTo>
                  <a:lnTo>
                    <a:pt x="4859" y="2552"/>
                  </a:lnTo>
                  <a:lnTo>
                    <a:pt x="5166" y="2152"/>
                  </a:lnTo>
                  <a:lnTo>
                    <a:pt x="5535" y="1783"/>
                  </a:lnTo>
                  <a:lnTo>
                    <a:pt x="5935" y="1445"/>
                  </a:lnTo>
                  <a:lnTo>
                    <a:pt x="6335" y="1138"/>
                  </a:lnTo>
                  <a:lnTo>
                    <a:pt x="6796" y="861"/>
                  </a:lnTo>
                  <a:lnTo>
                    <a:pt x="7257" y="615"/>
                  </a:lnTo>
                  <a:lnTo>
                    <a:pt x="7749" y="400"/>
                  </a:lnTo>
                  <a:lnTo>
                    <a:pt x="8241" y="246"/>
                  </a:lnTo>
                  <a:lnTo>
                    <a:pt x="7811" y="154"/>
                  </a:lnTo>
                  <a:lnTo>
                    <a:pt x="7380" y="62"/>
                  </a:lnTo>
                  <a:lnTo>
                    <a:pt x="6950" y="31"/>
                  </a:lnTo>
                  <a:lnTo>
                    <a:pt x="6489" y="0"/>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15"/>
            <p:cNvSpPr/>
            <p:nvPr/>
          </p:nvSpPr>
          <p:spPr>
            <a:xfrm>
              <a:off x="3261250" y="4717286"/>
              <a:ext cx="285011" cy="283715"/>
            </a:xfrm>
            <a:custGeom>
              <a:rect b="b" l="l" r="r" t="t"/>
              <a:pathLst>
                <a:path extrusionOk="0" h="6489" w="6519">
                  <a:moveTo>
                    <a:pt x="3260" y="0"/>
                  </a:moveTo>
                  <a:lnTo>
                    <a:pt x="2921" y="31"/>
                  </a:lnTo>
                  <a:lnTo>
                    <a:pt x="2614" y="62"/>
                  </a:lnTo>
                  <a:lnTo>
                    <a:pt x="2306" y="154"/>
                  </a:lnTo>
                  <a:lnTo>
                    <a:pt x="1999" y="246"/>
                  </a:lnTo>
                  <a:lnTo>
                    <a:pt x="1722" y="400"/>
                  </a:lnTo>
                  <a:lnTo>
                    <a:pt x="1445" y="554"/>
                  </a:lnTo>
                  <a:lnTo>
                    <a:pt x="1199" y="738"/>
                  </a:lnTo>
                  <a:lnTo>
                    <a:pt x="953" y="954"/>
                  </a:lnTo>
                  <a:lnTo>
                    <a:pt x="769" y="1169"/>
                  </a:lnTo>
                  <a:lnTo>
                    <a:pt x="584" y="1446"/>
                  </a:lnTo>
                  <a:lnTo>
                    <a:pt x="400" y="1691"/>
                  </a:lnTo>
                  <a:lnTo>
                    <a:pt x="277" y="1999"/>
                  </a:lnTo>
                  <a:lnTo>
                    <a:pt x="154" y="2276"/>
                  </a:lnTo>
                  <a:lnTo>
                    <a:pt x="93" y="2583"/>
                  </a:lnTo>
                  <a:lnTo>
                    <a:pt x="31" y="2921"/>
                  </a:lnTo>
                  <a:lnTo>
                    <a:pt x="0" y="3260"/>
                  </a:lnTo>
                  <a:lnTo>
                    <a:pt x="31" y="3598"/>
                  </a:lnTo>
                  <a:lnTo>
                    <a:pt x="93" y="3905"/>
                  </a:lnTo>
                  <a:lnTo>
                    <a:pt x="154" y="4213"/>
                  </a:lnTo>
                  <a:lnTo>
                    <a:pt x="277" y="4520"/>
                  </a:lnTo>
                  <a:lnTo>
                    <a:pt x="400" y="4797"/>
                  </a:lnTo>
                  <a:lnTo>
                    <a:pt x="584" y="5074"/>
                  </a:lnTo>
                  <a:lnTo>
                    <a:pt x="769" y="5320"/>
                  </a:lnTo>
                  <a:lnTo>
                    <a:pt x="953" y="5535"/>
                  </a:lnTo>
                  <a:lnTo>
                    <a:pt x="1199" y="5750"/>
                  </a:lnTo>
                  <a:lnTo>
                    <a:pt x="1445" y="5935"/>
                  </a:lnTo>
                  <a:lnTo>
                    <a:pt x="1722" y="6119"/>
                  </a:lnTo>
                  <a:lnTo>
                    <a:pt x="1999" y="6242"/>
                  </a:lnTo>
                  <a:lnTo>
                    <a:pt x="2306" y="6365"/>
                  </a:lnTo>
                  <a:lnTo>
                    <a:pt x="2614" y="6427"/>
                  </a:lnTo>
                  <a:lnTo>
                    <a:pt x="2921" y="6488"/>
                  </a:lnTo>
                  <a:lnTo>
                    <a:pt x="3598" y="6488"/>
                  </a:lnTo>
                  <a:lnTo>
                    <a:pt x="3905" y="6427"/>
                  </a:lnTo>
                  <a:lnTo>
                    <a:pt x="4244" y="6365"/>
                  </a:lnTo>
                  <a:lnTo>
                    <a:pt x="4520" y="6242"/>
                  </a:lnTo>
                  <a:lnTo>
                    <a:pt x="4828" y="6119"/>
                  </a:lnTo>
                  <a:lnTo>
                    <a:pt x="5074" y="5935"/>
                  </a:lnTo>
                  <a:lnTo>
                    <a:pt x="5320" y="5750"/>
                  </a:lnTo>
                  <a:lnTo>
                    <a:pt x="5566" y="5535"/>
                  </a:lnTo>
                  <a:lnTo>
                    <a:pt x="5781" y="5320"/>
                  </a:lnTo>
                  <a:lnTo>
                    <a:pt x="5965" y="5074"/>
                  </a:lnTo>
                  <a:lnTo>
                    <a:pt x="6119" y="4797"/>
                  </a:lnTo>
                  <a:lnTo>
                    <a:pt x="6273" y="4520"/>
                  </a:lnTo>
                  <a:lnTo>
                    <a:pt x="6365" y="4213"/>
                  </a:lnTo>
                  <a:lnTo>
                    <a:pt x="6457" y="3905"/>
                  </a:lnTo>
                  <a:lnTo>
                    <a:pt x="6488" y="3598"/>
                  </a:lnTo>
                  <a:lnTo>
                    <a:pt x="6519" y="3260"/>
                  </a:lnTo>
                  <a:lnTo>
                    <a:pt x="6488" y="2921"/>
                  </a:lnTo>
                  <a:lnTo>
                    <a:pt x="6457" y="2583"/>
                  </a:lnTo>
                  <a:lnTo>
                    <a:pt x="6365" y="2276"/>
                  </a:lnTo>
                  <a:lnTo>
                    <a:pt x="6273" y="1999"/>
                  </a:lnTo>
                  <a:lnTo>
                    <a:pt x="6119" y="1691"/>
                  </a:lnTo>
                  <a:lnTo>
                    <a:pt x="5965" y="1446"/>
                  </a:lnTo>
                  <a:lnTo>
                    <a:pt x="5781" y="1169"/>
                  </a:lnTo>
                  <a:lnTo>
                    <a:pt x="5566" y="954"/>
                  </a:lnTo>
                  <a:lnTo>
                    <a:pt x="5320" y="738"/>
                  </a:lnTo>
                  <a:lnTo>
                    <a:pt x="5074" y="554"/>
                  </a:lnTo>
                  <a:lnTo>
                    <a:pt x="4828" y="400"/>
                  </a:lnTo>
                  <a:lnTo>
                    <a:pt x="4520" y="246"/>
                  </a:lnTo>
                  <a:lnTo>
                    <a:pt x="4244" y="154"/>
                  </a:lnTo>
                  <a:lnTo>
                    <a:pt x="3905" y="62"/>
                  </a:lnTo>
                  <a:lnTo>
                    <a:pt x="3598" y="31"/>
                  </a:lnTo>
                  <a:lnTo>
                    <a:pt x="3260"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5"/>
            <p:cNvSpPr/>
            <p:nvPr/>
          </p:nvSpPr>
          <p:spPr>
            <a:xfrm>
              <a:off x="3261250" y="4717286"/>
              <a:ext cx="219168" cy="283715"/>
            </a:xfrm>
            <a:custGeom>
              <a:rect b="b" l="l" r="r" t="t"/>
              <a:pathLst>
                <a:path extrusionOk="0" h="6489" w="5013">
                  <a:moveTo>
                    <a:pt x="3260" y="0"/>
                  </a:moveTo>
                  <a:lnTo>
                    <a:pt x="2921" y="31"/>
                  </a:lnTo>
                  <a:lnTo>
                    <a:pt x="2614" y="62"/>
                  </a:lnTo>
                  <a:lnTo>
                    <a:pt x="2306" y="154"/>
                  </a:lnTo>
                  <a:lnTo>
                    <a:pt x="1999" y="246"/>
                  </a:lnTo>
                  <a:lnTo>
                    <a:pt x="1722" y="400"/>
                  </a:lnTo>
                  <a:lnTo>
                    <a:pt x="1445" y="554"/>
                  </a:lnTo>
                  <a:lnTo>
                    <a:pt x="1199" y="738"/>
                  </a:lnTo>
                  <a:lnTo>
                    <a:pt x="953" y="954"/>
                  </a:lnTo>
                  <a:lnTo>
                    <a:pt x="769" y="1169"/>
                  </a:lnTo>
                  <a:lnTo>
                    <a:pt x="584" y="1446"/>
                  </a:lnTo>
                  <a:lnTo>
                    <a:pt x="400" y="1691"/>
                  </a:lnTo>
                  <a:lnTo>
                    <a:pt x="277" y="1999"/>
                  </a:lnTo>
                  <a:lnTo>
                    <a:pt x="154" y="2276"/>
                  </a:lnTo>
                  <a:lnTo>
                    <a:pt x="93" y="2583"/>
                  </a:lnTo>
                  <a:lnTo>
                    <a:pt x="31" y="2921"/>
                  </a:lnTo>
                  <a:lnTo>
                    <a:pt x="0" y="3260"/>
                  </a:lnTo>
                  <a:lnTo>
                    <a:pt x="31" y="3598"/>
                  </a:lnTo>
                  <a:lnTo>
                    <a:pt x="93" y="3905"/>
                  </a:lnTo>
                  <a:lnTo>
                    <a:pt x="154" y="4213"/>
                  </a:lnTo>
                  <a:lnTo>
                    <a:pt x="277" y="4520"/>
                  </a:lnTo>
                  <a:lnTo>
                    <a:pt x="400" y="4797"/>
                  </a:lnTo>
                  <a:lnTo>
                    <a:pt x="584" y="5074"/>
                  </a:lnTo>
                  <a:lnTo>
                    <a:pt x="769" y="5320"/>
                  </a:lnTo>
                  <a:lnTo>
                    <a:pt x="953" y="5535"/>
                  </a:lnTo>
                  <a:lnTo>
                    <a:pt x="1199" y="5750"/>
                  </a:lnTo>
                  <a:lnTo>
                    <a:pt x="1445" y="5935"/>
                  </a:lnTo>
                  <a:lnTo>
                    <a:pt x="1722" y="6119"/>
                  </a:lnTo>
                  <a:lnTo>
                    <a:pt x="1999" y="6242"/>
                  </a:lnTo>
                  <a:lnTo>
                    <a:pt x="2306" y="6365"/>
                  </a:lnTo>
                  <a:lnTo>
                    <a:pt x="2614" y="6427"/>
                  </a:lnTo>
                  <a:lnTo>
                    <a:pt x="2921" y="6488"/>
                  </a:lnTo>
                  <a:lnTo>
                    <a:pt x="3260" y="6488"/>
                  </a:lnTo>
                  <a:lnTo>
                    <a:pt x="3752" y="6457"/>
                  </a:lnTo>
                  <a:lnTo>
                    <a:pt x="4182" y="6365"/>
                  </a:lnTo>
                  <a:lnTo>
                    <a:pt x="4612" y="6212"/>
                  </a:lnTo>
                  <a:lnTo>
                    <a:pt x="5012" y="5996"/>
                  </a:lnTo>
                  <a:lnTo>
                    <a:pt x="4705" y="5750"/>
                  </a:lnTo>
                  <a:lnTo>
                    <a:pt x="4397" y="5474"/>
                  </a:lnTo>
                  <a:lnTo>
                    <a:pt x="4151" y="5166"/>
                  </a:lnTo>
                  <a:lnTo>
                    <a:pt x="3936" y="4828"/>
                  </a:lnTo>
                  <a:lnTo>
                    <a:pt x="3752" y="4459"/>
                  </a:lnTo>
                  <a:lnTo>
                    <a:pt x="3629" y="4090"/>
                  </a:lnTo>
                  <a:lnTo>
                    <a:pt x="3536" y="3659"/>
                  </a:lnTo>
                  <a:lnTo>
                    <a:pt x="3506" y="3260"/>
                  </a:lnTo>
                  <a:lnTo>
                    <a:pt x="3536" y="2829"/>
                  </a:lnTo>
                  <a:lnTo>
                    <a:pt x="3629" y="2429"/>
                  </a:lnTo>
                  <a:lnTo>
                    <a:pt x="3752" y="2030"/>
                  </a:lnTo>
                  <a:lnTo>
                    <a:pt x="3936" y="1661"/>
                  </a:lnTo>
                  <a:lnTo>
                    <a:pt x="4151" y="1323"/>
                  </a:lnTo>
                  <a:lnTo>
                    <a:pt x="4397" y="1015"/>
                  </a:lnTo>
                  <a:lnTo>
                    <a:pt x="4705" y="738"/>
                  </a:lnTo>
                  <a:lnTo>
                    <a:pt x="5012" y="523"/>
                  </a:lnTo>
                  <a:lnTo>
                    <a:pt x="4612" y="308"/>
                  </a:lnTo>
                  <a:lnTo>
                    <a:pt x="4182" y="123"/>
                  </a:lnTo>
                  <a:lnTo>
                    <a:pt x="3752" y="31"/>
                  </a:lnTo>
                  <a:lnTo>
                    <a:pt x="3260"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15"/>
            <p:cNvSpPr/>
            <p:nvPr/>
          </p:nvSpPr>
          <p:spPr>
            <a:xfrm>
              <a:off x="1226012" y="3276179"/>
              <a:ext cx="947762" cy="947816"/>
            </a:xfrm>
            <a:custGeom>
              <a:rect b="b" l="l" r="r" t="t"/>
              <a:pathLst>
                <a:path extrusionOk="0" h="21678" w="21678">
                  <a:moveTo>
                    <a:pt x="10855" y="0"/>
                  </a:moveTo>
                  <a:lnTo>
                    <a:pt x="10301" y="31"/>
                  </a:lnTo>
                  <a:lnTo>
                    <a:pt x="9748" y="62"/>
                  </a:lnTo>
                  <a:lnTo>
                    <a:pt x="9194" y="123"/>
                  </a:lnTo>
                  <a:lnTo>
                    <a:pt x="8671" y="215"/>
                  </a:lnTo>
                  <a:lnTo>
                    <a:pt x="8149" y="338"/>
                  </a:lnTo>
                  <a:lnTo>
                    <a:pt x="7626" y="492"/>
                  </a:lnTo>
                  <a:lnTo>
                    <a:pt x="7103" y="646"/>
                  </a:lnTo>
                  <a:lnTo>
                    <a:pt x="6611" y="861"/>
                  </a:lnTo>
                  <a:lnTo>
                    <a:pt x="6150" y="1076"/>
                  </a:lnTo>
                  <a:lnTo>
                    <a:pt x="5689" y="1322"/>
                  </a:lnTo>
                  <a:lnTo>
                    <a:pt x="5228" y="1568"/>
                  </a:lnTo>
                  <a:lnTo>
                    <a:pt x="4797" y="1845"/>
                  </a:lnTo>
                  <a:lnTo>
                    <a:pt x="4367" y="2152"/>
                  </a:lnTo>
                  <a:lnTo>
                    <a:pt x="3936" y="2491"/>
                  </a:lnTo>
                  <a:lnTo>
                    <a:pt x="3567" y="2829"/>
                  </a:lnTo>
                  <a:lnTo>
                    <a:pt x="3168" y="3167"/>
                  </a:lnTo>
                  <a:lnTo>
                    <a:pt x="2829" y="3567"/>
                  </a:lnTo>
                  <a:lnTo>
                    <a:pt x="2491" y="3936"/>
                  </a:lnTo>
                  <a:lnTo>
                    <a:pt x="2153" y="4366"/>
                  </a:lnTo>
                  <a:lnTo>
                    <a:pt x="1845" y="4766"/>
                  </a:lnTo>
                  <a:lnTo>
                    <a:pt x="1569" y="5227"/>
                  </a:lnTo>
                  <a:lnTo>
                    <a:pt x="1323" y="5689"/>
                  </a:lnTo>
                  <a:lnTo>
                    <a:pt x="1077" y="6150"/>
                  </a:lnTo>
                  <a:lnTo>
                    <a:pt x="861" y="6611"/>
                  </a:lnTo>
                  <a:lnTo>
                    <a:pt x="677" y="7103"/>
                  </a:lnTo>
                  <a:lnTo>
                    <a:pt x="492" y="7626"/>
                  </a:lnTo>
                  <a:lnTo>
                    <a:pt x="339" y="8118"/>
                  </a:lnTo>
                  <a:lnTo>
                    <a:pt x="216" y="8640"/>
                  </a:lnTo>
                  <a:lnTo>
                    <a:pt x="123" y="9194"/>
                  </a:lnTo>
                  <a:lnTo>
                    <a:pt x="62" y="9717"/>
                  </a:lnTo>
                  <a:lnTo>
                    <a:pt x="31" y="10270"/>
                  </a:lnTo>
                  <a:lnTo>
                    <a:pt x="0" y="10854"/>
                  </a:lnTo>
                  <a:lnTo>
                    <a:pt x="31" y="11408"/>
                  </a:lnTo>
                  <a:lnTo>
                    <a:pt x="62" y="11961"/>
                  </a:lnTo>
                  <a:lnTo>
                    <a:pt x="123" y="12484"/>
                  </a:lnTo>
                  <a:lnTo>
                    <a:pt x="216" y="13037"/>
                  </a:lnTo>
                  <a:lnTo>
                    <a:pt x="339" y="13560"/>
                  </a:lnTo>
                  <a:lnTo>
                    <a:pt x="492" y="14052"/>
                  </a:lnTo>
                  <a:lnTo>
                    <a:pt x="677" y="14575"/>
                  </a:lnTo>
                  <a:lnTo>
                    <a:pt x="861" y="15067"/>
                  </a:lnTo>
                  <a:lnTo>
                    <a:pt x="1077" y="15528"/>
                  </a:lnTo>
                  <a:lnTo>
                    <a:pt x="1323" y="15989"/>
                  </a:lnTo>
                  <a:lnTo>
                    <a:pt x="1569" y="16450"/>
                  </a:lnTo>
                  <a:lnTo>
                    <a:pt x="1845" y="16912"/>
                  </a:lnTo>
                  <a:lnTo>
                    <a:pt x="2153" y="17311"/>
                  </a:lnTo>
                  <a:lnTo>
                    <a:pt x="2491" y="17742"/>
                  </a:lnTo>
                  <a:lnTo>
                    <a:pt x="2829" y="18111"/>
                  </a:lnTo>
                  <a:lnTo>
                    <a:pt x="3168" y="18511"/>
                  </a:lnTo>
                  <a:lnTo>
                    <a:pt x="3567" y="18849"/>
                  </a:lnTo>
                  <a:lnTo>
                    <a:pt x="3936" y="19187"/>
                  </a:lnTo>
                  <a:lnTo>
                    <a:pt x="4367" y="19525"/>
                  </a:lnTo>
                  <a:lnTo>
                    <a:pt x="4797" y="19833"/>
                  </a:lnTo>
                  <a:lnTo>
                    <a:pt x="5228" y="20110"/>
                  </a:lnTo>
                  <a:lnTo>
                    <a:pt x="5689" y="20356"/>
                  </a:lnTo>
                  <a:lnTo>
                    <a:pt x="6150" y="20602"/>
                  </a:lnTo>
                  <a:lnTo>
                    <a:pt x="6611" y="20817"/>
                  </a:lnTo>
                  <a:lnTo>
                    <a:pt x="7103" y="21032"/>
                  </a:lnTo>
                  <a:lnTo>
                    <a:pt x="7626" y="21186"/>
                  </a:lnTo>
                  <a:lnTo>
                    <a:pt x="8149" y="21339"/>
                  </a:lnTo>
                  <a:lnTo>
                    <a:pt x="8671" y="21462"/>
                  </a:lnTo>
                  <a:lnTo>
                    <a:pt x="9194" y="21555"/>
                  </a:lnTo>
                  <a:lnTo>
                    <a:pt x="9748" y="21616"/>
                  </a:lnTo>
                  <a:lnTo>
                    <a:pt x="10301" y="21647"/>
                  </a:lnTo>
                  <a:lnTo>
                    <a:pt x="10855" y="21678"/>
                  </a:lnTo>
                  <a:lnTo>
                    <a:pt x="11408" y="21647"/>
                  </a:lnTo>
                  <a:lnTo>
                    <a:pt x="11961" y="21616"/>
                  </a:lnTo>
                  <a:lnTo>
                    <a:pt x="12484" y="21555"/>
                  </a:lnTo>
                  <a:lnTo>
                    <a:pt x="13038" y="21462"/>
                  </a:lnTo>
                  <a:lnTo>
                    <a:pt x="13560" y="21339"/>
                  </a:lnTo>
                  <a:lnTo>
                    <a:pt x="14052" y="21186"/>
                  </a:lnTo>
                  <a:lnTo>
                    <a:pt x="14575" y="21032"/>
                  </a:lnTo>
                  <a:lnTo>
                    <a:pt x="15067" y="20817"/>
                  </a:lnTo>
                  <a:lnTo>
                    <a:pt x="15528" y="20602"/>
                  </a:lnTo>
                  <a:lnTo>
                    <a:pt x="16020" y="20356"/>
                  </a:lnTo>
                  <a:lnTo>
                    <a:pt x="16451" y="20110"/>
                  </a:lnTo>
                  <a:lnTo>
                    <a:pt x="16912" y="19833"/>
                  </a:lnTo>
                  <a:lnTo>
                    <a:pt x="17342" y="19525"/>
                  </a:lnTo>
                  <a:lnTo>
                    <a:pt x="17742" y="19187"/>
                  </a:lnTo>
                  <a:lnTo>
                    <a:pt x="18142" y="18849"/>
                  </a:lnTo>
                  <a:lnTo>
                    <a:pt x="18511" y="18511"/>
                  </a:lnTo>
                  <a:lnTo>
                    <a:pt x="18880" y="18111"/>
                  </a:lnTo>
                  <a:lnTo>
                    <a:pt x="19218" y="17742"/>
                  </a:lnTo>
                  <a:lnTo>
                    <a:pt x="19526" y="17311"/>
                  </a:lnTo>
                  <a:lnTo>
                    <a:pt x="19833" y="16912"/>
                  </a:lnTo>
                  <a:lnTo>
                    <a:pt x="20110" y="16450"/>
                  </a:lnTo>
                  <a:lnTo>
                    <a:pt x="20387" y="15989"/>
                  </a:lnTo>
                  <a:lnTo>
                    <a:pt x="20602" y="15528"/>
                  </a:lnTo>
                  <a:lnTo>
                    <a:pt x="20817" y="15067"/>
                  </a:lnTo>
                  <a:lnTo>
                    <a:pt x="21032" y="14575"/>
                  </a:lnTo>
                  <a:lnTo>
                    <a:pt x="21186" y="14052"/>
                  </a:lnTo>
                  <a:lnTo>
                    <a:pt x="21340" y="13560"/>
                  </a:lnTo>
                  <a:lnTo>
                    <a:pt x="21463" y="13037"/>
                  </a:lnTo>
                  <a:lnTo>
                    <a:pt x="21555" y="12484"/>
                  </a:lnTo>
                  <a:lnTo>
                    <a:pt x="21616" y="11961"/>
                  </a:lnTo>
                  <a:lnTo>
                    <a:pt x="21678" y="11408"/>
                  </a:lnTo>
                  <a:lnTo>
                    <a:pt x="21678" y="10854"/>
                  </a:lnTo>
                  <a:lnTo>
                    <a:pt x="21678" y="10270"/>
                  </a:lnTo>
                  <a:lnTo>
                    <a:pt x="21616" y="9717"/>
                  </a:lnTo>
                  <a:lnTo>
                    <a:pt x="21555" y="9194"/>
                  </a:lnTo>
                  <a:lnTo>
                    <a:pt x="21463" y="8640"/>
                  </a:lnTo>
                  <a:lnTo>
                    <a:pt x="21340" y="8118"/>
                  </a:lnTo>
                  <a:lnTo>
                    <a:pt x="21186" y="7626"/>
                  </a:lnTo>
                  <a:lnTo>
                    <a:pt x="21032" y="7103"/>
                  </a:lnTo>
                  <a:lnTo>
                    <a:pt x="20817" y="6611"/>
                  </a:lnTo>
                  <a:lnTo>
                    <a:pt x="20602" y="6150"/>
                  </a:lnTo>
                  <a:lnTo>
                    <a:pt x="20387" y="5689"/>
                  </a:lnTo>
                  <a:lnTo>
                    <a:pt x="20110" y="5227"/>
                  </a:lnTo>
                  <a:lnTo>
                    <a:pt x="19833" y="4766"/>
                  </a:lnTo>
                  <a:lnTo>
                    <a:pt x="19526" y="4366"/>
                  </a:lnTo>
                  <a:lnTo>
                    <a:pt x="19218" y="3936"/>
                  </a:lnTo>
                  <a:lnTo>
                    <a:pt x="18880" y="3567"/>
                  </a:lnTo>
                  <a:lnTo>
                    <a:pt x="18511" y="3167"/>
                  </a:lnTo>
                  <a:lnTo>
                    <a:pt x="18142" y="2829"/>
                  </a:lnTo>
                  <a:lnTo>
                    <a:pt x="17742" y="2491"/>
                  </a:lnTo>
                  <a:lnTo>
                    <a:pt x="17342" y="2152"/>
                  </a:lnTo>
                  <a:lnTo>
                    <a:pt x="16912" y="1845"/>
                  </a:lnTo>
                  <a:lnTo>
                    <a:pt x="16451" y="1568"/>
                  </a:lnTo>
                  <a:lnTo>
                    <a:pt x="16020" y="1322"/>
                  </a:lnTo>
                  <a:lnTo>
                    <a:pt x="15528" y="1076"/>
                  </a:lnTo>
                  <a:lnTo>
                    <a:pt x="15067" y="861"/>
                  </a:lnTo>
                  <a:lnTo>
                    <a:pt x="14575" y="646"/>
                  </a:lnTo>
                  <a:lnTo>
                    <a:pt x="14052" y="492"/>
                  </a:lnTo>
                  <a:lnTo>
                    <a:pt x="13560" y="338"/>
                  </a:lnTo>
                  <a:lnTo>
                    <a:pt x="13038" y="215"/>
                  </a:lnTo>
                  <a:lnTo>
                    <a:pt x="12484" y="123"/>
                  </a:lnTo>
                  <a:lnTo>
                    <a:pt x="11961" y="62"/>
                  </a:lnTo>
                  <a:lnTo>
                    <a:pt x="11408" y="31"/>
                  </a:lnTo>
                  <a:lnTo>
                    <a:pt x="1085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15"/>
            <p:cNvSpPr/>
            <p:nvPr/>
          </p:nvSpPr>
          <p:spPr>
            <a:xfrm>
              <a:off x="1658871" y="3899936"/>
              <a:ext cx="83374" cy="324027"/>
            </a:xfrm>
            <a:custGeom>
              <a:rect b="b" l="l" r="r" t="t"/>
              <a:pathLst>
                <a:path extrusionOk="0" h="7411" w="1907">
                  <a:moveTo>
                    <a:pt x="954" y="0"/>
                  </a:moveTo>
                  <a:lnTo>
                    <a:pt x="738" y="31"/>
                  </a:lnTo>
                  <a:lnTo>
                    <a:pt x="585" y="93"/>
                  </a:lnTo>
                  <a:lnTo>
                    <a:pt x="400" y="154"/>
                  </a:lnTo>
                  <a:lnTo>
                    <a:pt x="277" y="277"/>
                  </a:lnTo>
                  <a:lnTo>
                    <a:pt x="154" y="431"/>
                  </a:lnTo>
                  <a:lnTo>
                    <a:pt x="62" y="585"/>
                  </a:lnTo>
                  <a:lnTo>
                    <a:pt x="0" y="769"/>
                  </a:lnTo>
                  <a:lnTo>
                    <a:pt x="0" y="954"/>
                  </a:lnTo>
                  <a:lnTo>
                    <a:pt x="0" y="7380"/>
                  </a:lnTo>
                  <a:lnTo>
                    <a:pt x="462" y="7411"/>
                  </a:lnTo>
                  <a:lnTo>
                    <a:pt x="1415" y="7411"/>
                  </a:lnTo>
                  <a:lnTo>
                    <a:pt x="1907" y="7380"/>
                  </a:lnTo>
                  <a:lnTo>
                    <a:pt x="1907" y="954"/>
                  </a:lnTo>
                  <a:lnTo>
                    <a:pt x="1876" y="769"/>
                  </a:lnTo>
                  <a:lnTo>
                    <a:pt x="1815" y="585"/>
                  </a:lnTo>
                  <a:lnTo>
                    <a:pt x="1722" y="431"/>
                  </a:lnTo>
                  <a:lnTo>
                    <a:pt x="1630" y="277"/>
                  </a:lnTo>
                  <a:lnTo>
                    <a:pt x="1476" y="154"/>
                  </a:lnTo>
                  <a:lnTo>
                    <a:pt x="1323" y="93"/>
                  </a:lnTo>
                  <a:lnTo>
                    <a:pt x="1138"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15"/>
            <p:cNvSpPr/>
            <p:nvPr/>
          </p:nvSpPr>
          <p:spPr>
            <a:xfrm>
              <a:off x="1767730" y="3484550"/>
              <a:ext cx="83418" cy="242004"/>
            </a:xfrm>
            <a:custGeom>
              <a:rect b="b" l="l" r="r" t="t"/>
              <a:pathLst>
                <a:path extrusionOk="0" h="5535" w="1908">
                  <a:moveTo>
                    <a:pt x="954" y="0"/>
                  </a:moveTo>
                  <a:lnTo>
                    <a:pt x="770" y="31"/>
                  </a:lnTo>
                  <a:lnTo>
                    <a:pt x="585" y="92"/>
                  </a:lnTo>
                  <a:lnTo>
                    <a:pt x="431" y="185"/>
                  </a:lnTo>
                  <a:lnTo>
                    <a:pt x="278" y="277"/>
                  </a:lnTo>
                  <a:lnTo>
                    <a:pt x="155" y="431"/>
                  </a:lnTo>
                  <a:lnTo>
                    <a:pt x="62" y="584"/>
                  </a:lnTo>
                  <a:lnTo>
                    <a:pt x="32" y="769"/>
                  </a:lnTo>
                  <a:lnTo>
                    <a:pt x="1" y="953"/>
                  </a:lnTo>
                  <a:lnTo>
                    <a:pt x="1" y="4582"/>
                  </a:lnTo>
                  <a:lnTo>
                    <a:pt x="32" y="4766"/>
                  </a:lnTo>
                  <a:lnTo>
                    <a:pt x="62" y="4951"/>
                  </a:lnTo>
                  <a:lnTo>
                    <a:pt x="155" y="5104"/>
                  </a:lnTo>
                  <a:lnTo>
                    <a:pt x="278" y="5258"/>
                  </a:lnTo>
                  <a:lnTo>
                    <a:pt x="431" y="5381"/>
                  </a:lnTo>
                  <a:lnTo>
                    <a:pt x="585" y="5473"/>
                  </a:lnTo>
                  <a:lnTo>
                    <a:pt x="770" y="5504"/>
                  </a:lnTo>
                  <a:lnTo>
                    <a:pt x="954" y="5535"/>
                  </a:lnTo>
                  <a:lnTo>
                    <a:pt x="1139" y="5504"/>
                  </a:lnTo>
                  <a:lnTo>
                    <a:pt x="1323" y="5473"/>
                  </a:lnTo>
                  <a:lnTo>
                    <a:pt x="1477" y="5381"/>
                  </a:lnTo>
                  <a:lnTo>
                    <a:pt x="1631" y="5258"/>
                  </a:lnTo>
                  <a:lnTo>
                    <a:pt x="1723" y="5104"/>
                  </a:lnTo>
                  <a:lnTo>
                    <a:pt x="1815" y="4951"/>
                  </a:lnTo>
                  <a:lnTo>
                    <a:pt x="1877" y="4766"/>
                  </a:lnTo>
                  <a:lnTo>
                    <a:pt x="1907" y="4582"/>
                  </a:lnTo>
                  <a:lnTo>
                    <a:pt x="1907" y="953"/>
                  </a:lnTo>
                  <a:lnTo>
                    <a:pt x="1877" y="769"/>
                  </a:lnTo>
                  <a:lnTo>
                    <a:pt x="1815" y="584"/>
                  </a:lnTo>
                  <a:lnTo>
                    <a:pt x="1723" y="431"/>
                  </a:lnTo>
                  <a:lnTo>
                    <a:pt x="1631" y="277"/>
                  </a:lnTo>
                  <a:lnTo>
                    <a:pt x="1477" y="185"/>
                  </a:lnTo>
                  <a:lnTo>
                    <a:pt x="1323" y="92"/>
                  </a:lnTo>
                  <a:lnTo>
                    <a:pt x="1139"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15"/>
            <p:cNvSpPr/>
            <p:nvPr/>
          </p:nvSpPr>
          <p:spPr>
            <a:xfrm>
              <a:off x="1549967" y="3484550"/>
              <a:ext cx="82062" cy="242004"/>
            </a:xfrm>
            <a:custGeom>
              <a:rect b="b" l="l" r="r" t="t"/>
              <a:pathLst>
                <a:path extrusionOk="0" h="5535" w="1877">
                  <a:moveTo>
                    <a:pt x="954" y="0"/>
                  </a:moveTo>
                  <a:lnTo>
                    <a:pt x="739" y="31"/>
                  </a:lnTo>
                  <a:lnTo>
                    <a:pt x="554" y="92"/>
                  </a:lnTo>
                  <a:lnTo>
                    <a:pt x="400" y="185"/>
                  </a:lnTo>
                  <a:lnTo>
                    <a:pt x="277" y="277"/>
                  </a:lnTo>
                  <a:lnTo>
                    <a:pt x="154" y="431"/>
                  </a:lnTo>
                  <a:lnTo>
                    <a:pt x="62" y="584"/>
                  </a:lnTo>
                  <a:lnTo>
                    <a:pt x="1" y="769"/>
                  </a:lnTo>
                  <a:lnTo>
                    <a:pt x="1" y="953"/>
                  </a:lnTo>
                  <a:lnTo>
                    <a:pt x="1" y="4582"/>
                  </a:lnTo>
                  <a:lnTo>
                    <a:pt x="1" y="4766"/>
                  </a:lnTo>
                  <a:lnTo>
                    <a:pt x="62" y="4951"/>
                  </a:lnTo>
                  <a:lnTo>
                    <a:pt x="154" y="5104"/>
                  </a:lnTo>
                  <a:lnTo>
                    <a:pt x="277" y="5258"/>
                  </a:lnTo>
                  <a:lnTo>
                    <a:pt x="400" y="5381"/>
                  </a:lnTo>
                  <a:lnTo>
                    <a:pt x="554" y="5473"/>
                  </a:lnTo>
                  <a:lnTo>
                    <a:pt x="739" y="5504"/>
                  </a:lnTo>
                  <a:lnTo>
                    <a:pt x="954" y="5535"/>
                  </a:lnTo>
                  <a:lnTo>
                    <a:pt x="1138" y="5504"/>
                  </a:lnTo>
                  <a:lnTo>
                    <a:pt x="1323" y="5473"/>
                  </a:lnTo>
                  <a:lnTo>
                    <a:pt x="1477" y="5381"/>
                  </a:lnTo>
                  <a:lnTo>
                    <a:pt x="1600" y="5258"/>
                  </a:lnTo>
                  <a:lnTo>
                    <a:pt x="1723" y="5104"/>
                  </a:lnTo>
                  <a:lnTo>
                    <a:pt x="1815" y="4951"/>
                  </a:lnTo>
                  <a:lnTo>
                    <a:pt x="1876" y="4766"/>
                  </a:lnTo>
                  <a:lnTo>
                    <a:pt x="1876" y="4582"/>
                  </a:lnTo>
                  <a:lnTo>
                    <a:pt x="1876" y="953"/>
                  </a:lnTo>
                  <a:lnTo>
                    <a:pt x="1876" y="769"/>
                  </a:lnTo>
                  <a:lnTo>
                    <a:pt x="1815" y="584"/>
                  </a:lnTo>
                  <a:lnTo>
                    <a:pt x="1723" y="431"/>
                  </a:lnTo>
                  <a:lnTo>
                    <a:pt x="1600" y="277"/>
                  </a:lnTo>
                  <a:lnTo>
                    <a:pt x="1477" y="185"/>
                  </a:lnTo>
                  <a:lnTo>
                    <a:pt x="1323" y="92"/>
                  </a:lnTo>
                  <a:lnTo>
                    <a:pt x="1138"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15"/>
            <p:cNvSpPr/>
            <p:nvPr/>
          </p:nvSpPr>
          <p:spPr>
            <a:xfrm>
              <a:off x="1506948" y="3672722"/>
              <a:ext cx="385873" cy="320005"/>
            </a:xfrm>
            <a:custGeom>
              <a:rect b="b" l="l" r="r" t="t"/>
              <a:pathLst>
                <a:path extrusionOk="0" h="7319" w="8826">
                  <a:moveTo>
                    <a:pt x="1138" y="1"/>
                  </a:moveTo>
                  <a:lnTo>
                    <a:pt x="893" y="32"/>
                  </a:lnTo>
                  <a:lnTo>
                    <a:pt x="708" y="93"/>
                  </a:lnTo>
                  <a:lnTo>
                    <a:pt x="493" y="185"/>
                  </a:lnTo>
                  <a:lnTo>
                    <a:pt x="339" y="339"/>
                  </a:lnTo>
                  <a:lnTo>
                    <a:pt x="185" y="493"/>
                  </a:lnTo>
                  <a:lnTo>
                    <a:pt x="93" y="677"/>
                  </a:lnTo>
                  <a:lnTo>
                    <a:pt x="32" y="893"/>
                  </a:lnTo>
                  <a:lnTo>
                    <a:pt x="1" y="1139"/>
                  </a:lnTo>
                  <a:lnTo>
                    <a:pt x="1" y="3814"/>
                  </a:lnTo>
                  <a:lnTo>
                    <a:pt x="32" y="4183"/>
                  </a:lnTo>
                  <a:lnTo>
                    <a:pt x="62" y="4521"/>
                  </a:lnTo>
                  <a:lnTo>
                    <a:pt x="155" y="4859"/>
                  </a:lnTo>
                  <a:lnTo>
                    <a:pt x="278" y="5197"/>
                  </a:lnTo>
                  <a:lnTo>
                    <a:pt x="431" y="5505"/>
                  </a:lnTo>
                  <a:lnTo>
                    <a:pt x="616" y="5782"/>
                  </a:lnTo>
                  <a:lnTo>
                    <a:pt x="800" y="6058"/>
                  </a:lnTo>
                  <a:lnTo>
                    <a:pt x="1046" y="6304"/>
                  </a:lnTo>
                  <a:lnTo>
                    <a:pt x="1292" y="6520"/>
                  </a:lnTo>
                  <a:lnTo>
                    <a:pt x="1569" y="6735"/>
                  </a:lnTo>
                  <a:lnTo>
                    <a:pt x="1846" y="6919"/>
                  </a:lnTo>
                  <a:lnTo>
                    <a:pt x="2153" y="7042"/>
                  </a:lnTo>
                  <a:lnTo>
                    <a:pt x="2461" y="7165"/>
                  </a:lnTo>
                  <a:lnTo>
                    <a:pt x="2799" y="7257"/>
                  </a:lnTo>
                  <a:lnTo>
                    <a:pt x="3168" y="7319"/>
                  </a:lnTo>
                  <a:lnTo>
                    <a:pt x="5689" y="7319"/>
                  </a:lnTo>
                  <a:lnTo>
                    <a:pt x="6027" y="7257"/>
                  </a:lnTo>
                  <a:lnTo>
                    <a:pt x="6366" y="7165"/>
                  </a:lnTo>
                  <a:lnTo>
                    <a:pt x="6673" y="7042"/>
                  </a:lnTo>
                  <a:lnTo>
                    <a:pt x="6981" y="6919"/>
                  </a:lnTo>
                  <a:lnTo>
                    <a:pt x="7288" y="6735"/>
                  </a:lnTo>
                  <a:lnTo>
                    <a:pt x="7565" y="6520"/>
                  </a:lnTo>
                  <a:lnTo>
                    <a:pt x="7811" y="6304"/>
                  </a:lnTo>
                  <a:lnTo>
                    <a:pt x="8026" y="6058"/>
                  </a:lnTo>
                  <a:lnTo>
                    <a:pt x="8241" y="5782"/>
                  </a:lnTo>
                  <a:lnTo>
                    <a:pt x="8395" y="5505"/>
                  </a:lnTo>
                  <a:lnTo>
                    <a:pt x="8549" y="5197"/>
                  </a:lnTo>
                  <a:lnTo>
                    <a:pt x="8672" y="4859"/>
                  </a:lnTo>
                  <a:lnTo>
                    <a:pt x="8764" y="4521"/>
                  </a:lnTo>
                  <a:lnTo>
                    <a:pt x="8826" y="4183"/>
                  </a:lnTo>
                  <a:lnTo>
                    <a:pt x="8826" y="3814"/>
                  </a:lnTo>
                  <a:lnTo>
                    <a:pt x="8826" y="1139"/>
                  </a:lnTo>
                  <a:lnTo>
                    <a:pt x="8826" y="893"/>
                  </a:lnTo>
                  <a:lnTo>
                    <a:pt x="8733" y="677"/>
                  </a:lnTo>
                  <a:lnTo>
                    <a:pt x="8641" y="493"/>
                  </a:lnTo>
                  <a:lnTo>
                    <a:pt x="8487" y="339"/>
                  </a:lnTo>
                  <a:lnTo>
                    <a:pt x="8334" y="185"/>
                  </a:lnTo>
                  <a:lnTo>
                    <a:pt x="8149" y="93"/>
                  </a:lnTo>
                  <a:lnTo>
                    <a:pt x="7934" y="32"/>
                  </a:lnTo>
                  <a:lnTo>
                    <a:pt x="7719" y="1"/>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15"/>
            <p:cNvSpPr/>
            <p:nvPr/>
          </p:nvSpPr>
          <p:spPr>
            <a:xfrm>
              <a:off x="1506948" y="3672722"/>
              <a:ext cx="259522" cy="320005"/>
            </a:xfrm>
            <a:custGeom>
              <a:rect b="b" l="l" r="r" t="t"/>
              <a:pathLst>
                <a:path extrusionOk="0" h="7319" w="5936">
                  <a:moveTo>
                    <a:pt x="1138" y="1"/>
                  </a:moveTo>
                  <a:lnTo>
                    <a:pt x="893" y="32"/>
                  </a:lnTo>
                  <a:lnTo>
                    <a:pt x="708" y="93"/>
                  </a:lnTo>
                  <a:lnTo>
                    <a:pt x="493" y="185"/>
                  </a:lnTo>
                  <a:lnTo>
                    <a:pt x="339" y="339"/>
                  </a:lnTo>
                  <a:lnTo>
                    <a:pt x="185" y="493"/>
                  </a:lnTo>
                  <a:lnTo>
                    <a:pt x="93" y="677"/>
                  </a:lnTo>
                  <a:lnTo>
                    <a:pt x="32" y="893"/>
                  </a:lnTo>
                  <a:lnTo>
                    <a:pt x="1" y="1139"/>
                  </a:lnTo>
                  <a:lnTo>
                    <a:pt x="1" y="3814"/>
                  </a:lnTo>
                  <a:lnTo>
                    <a:pt x="32" y="4183"/>
                  </a:lnTo>
                  <a:lnTo>
                    <a:pt x="62" y="4521"/>
                  </a:lnTo>
                  <a:lnTo>
                    <a:pt x="155" y="4859"/>
                  </a:lnTo>
                  <a:lnTo>
                    <a:pt x="278" y="5197"/>
                  </a:lnTo>
                  <a:lnTo>
                    <a:pt x="431" y="5505"/>
                  </a:lnTo>
                  <a:lnTo>
                    <a:pt x="616" y="5782"/>
                  </a:lnTo>
                  <a:lnTo>
                    <a:pt x="800" y="6058"/>
                  </a:lnTo>
                  <a:lnTo>
                    <a:pt x="1046" y="6304"/>
                  </a:lnTo>
                  <a:lnTo>
                    <a:pt x="1292" y="6520"/>
                  </a:lnTo>
                  <a:lnTo>
                    <a:pt x="1569" y="6735"/>
                  </a:lnTo>
                  <a:lnTo>
                    <a:pt x="1846" y="6919"/>
                  </a:lnTo>
                  <a:lnTo>
                    <a:pt x="2153" y="7042"/>
                  </a:lnTo>
                  <a:lnTo>
                    <a:pt x="2461" y="7165"/>
                  </a:lnTo>
                  <a:lnTo>
                    <a:pt x="2799" y="7257"/>
                  </a:lnTo>
                  <a:lnTo>
                    <a:pt x="3168" y="7319"/>
                  </a:lnTo>
                  <a:lnTo>
                    <a:pt x="5628" y="7319"/>
                  </a:lnTo>
                  <a:lnTo>
                    <a:pt x="5935" y="7288"/>
                  </a:lnTo>
                  <a:lnTo>
                    <a:pt x="5628" y="7227"/>
                  </a:lnTo>
                  <a:lnTo>
                    <a:pt x="5320" y="7134"/>
                  </a:lnTo>
                  <a:lnTo>
                    <a:pt x="5044" y="7011"/>
                  </a:lnTo>
                  <a:lnTo>
                    <a:pt x="4767" y="6858"/>
                  </a:lnTo>
                  <a:lnTo>
                    <a:pt x="4521" y="6704"/>
                  </a:lnTo>
                  <a:lnTo>
                    <a:pt x="4275" y="6520"/>
                  </a:lnTo>
                  <a:lnTo>
                    <a:pt x="4060" y="6304"/>
                  </a:lnTo>
                  <a:lnTo>
                    <a:pt x="3844" y="6089"/>
                  </a:lnTo>
                  <a:lnTo>
                    <a:pt x="3660" y="5843"/>
                  </a:lnTo>
                  <a:lnTo>
                    <a:pt x="3506" y="5597"/>
                  </a:lnTo>
                  <a:lnTo>
                    <a:pt x="3352" y="5320"/>
                  </a:lnTo>
                  <a:lnTo>
                    <a:pt x="3229" y="5044"/>
                  </a:lnTo>
                  <a:lnTo>
                    <a:pt x="3137" y="4767"/>
                  </a:lnTo>
                  <a:lnTo>
                    <a:pt x="3076" y="4459"/>
                  </a:lnTo>
                  <a:lnTo>
                    <a:pt x="3045" y="4152"/>
                  </a:lnTo>
                  <a:lnTo>
                    <a:pt x="3014" y="3814"/>
                  </a:lnTo>
                  <a:lnTo>
                    <a:pt x="3014" y="1139"/>
                  </a:lnTo>
                  <a:lnTo>
                    <a:pt x="3045" y="893"/>
                  </a:lnTo>
                  <a:lnTo>
                    <a:pt x="3106" y="677"/>
                  </a:lnTo>
                  <a:lnTo>
                    <a:pt x="3199" y="493"/>
                  </a:lnTo>
                  <a:lnTo>
                    <a:pt x="3352" y="339"/>
                  </a:lnTo>
                  <a:lnTo>
                    <a:pt x="3506" y="185"/>
                  </a:lnTo>
                  <a:lnTo>
                    <a:pt x="3721" y="93"/>
                  </a:lnTo>
                  <a:lnTo>
                    <a:pt x="3906" y="32"/>
                  </a:lnTo>
                  <a:lnTo>
                    <a:pt x="4152" y="1"/>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15"/>
            <p:cNvSpPr/>
            <p:nvPr/>
          </p:nvSpPr>
          <p:spPr>
            <a:xfrm>
              <a:off x="1650783" y="3773540"/>
              <a:ext cx="99550" cy="82067"/>
            </a:xfrm>
            <a:custGeom>
              <a:rect b="b" l="l" r="r" t="t"/>
              <a:pathLst>
                <a:path extrusionOk="0" h="1877" w="2277">
                  <a:moveTo>
                    <a:pt x="739" y="1"/>
                  </a:moveTo>
                  <a:lnTo>
                    <a:pt x="585" y="62"/>
                  </a:lnTo>
                  <a:lnTo>
                    <a:pt x="401" y="155"/>
                  </a:lnTo>
                  <a:lnTo>
                    <a:pt x="278" y="278"/>
                  </a:lnTo>
                  <a:lnTo>
                    <a:pt x="155" y="401"/>
                  </a:lnTo>
                  <a:lnTo>
                    <a:pt x="62" y="554"/>
                  </a:lnTo>
                  <a:lnTo>
                    <a:pt x="1" y="739"/>
                  </a:lnTo>
                  <a:lnTo>
                    <a:pt x="1" y="923"/>
                  </a:lnTo>
                  <a:lnTo>
                    <a:pt x="1" y="1139"/>
                  </a:lnTo>
                  <a:lnTo>
                    <a:pt x="62" y="1292"/>
                  </a:lnTo>
                  <a:lnTo>
                    <a:pt x="155" y="1477"/>
                  </a:lnTo>
                  <a:lnTo>
                    <a:pt x="278" y="1600"/>
                  </a:lnTo>
                  <a:lnTo>
                    <a:pt x="401" y="1723"/>
                  </a:lnTo>
                  <a:lnTo>
                    <a:pt x="585" y="1815"/>
                  </a:lnTo>
                  <a:lnTo>
                    <a:pt x="739" y="1877"/>
                  </a:lnTo>
                  <a:lnTo>
                    <a:pt x="1508" y="1877"/>
                  </a:lnTo>
                  <a:lnTo>
                    <a:pt x="1692" y="1815"/>
                  </a:lnTo>
                  <a:lnTo>
                    <a:pt x="1846" y="1723"/>
                  </a:lnTo>
                  <a:lnTo>
                    <a:pt x="2000" y="1600"/>
                  </a:lnTo>
                  <a:lnTo>
                    <a:pt x="2092" y="1477"/>
                  </a:lnTo>
                  <a:lnTo>
                    <a:pt x="2184" y="1292"/>
                  </a:lnTo>
                  <a:lnTo>
                    <a:pt x="2245" y="1139"/>
                  </a:lnTo>
                  <a:lnTo>
                    <a:pt x="2276" y="923"/>
                  </a:lnTo>
                  <a:lnTo>
                    <a:pt x="2245" y="739"/>
                  </a:lnTo>
                  <a:lnTo>
                    <a:pt x="2184" y="554"/>
                  </a:lnTo>
                  <a:lnTo>
                    <a:pt x="2092" y="401"/>
                  </a:lnTo>
                  <a:lnTo>
                    <a:pt x="2000" y="278"/>
                  </a:lnTo>
                  <a:lnTo>
                    <a:pt x="1846" y="155"/>
                  </a:lnTo>
                  <a:lnTo>
                    <a:pt x="1692" y="62"/>
                  </a:lnTo>
                  <a:lnTo>
                    <a:pt x="1508" y="1"/>
                  </a:lnTo>
                  <a:close/>
                </a:path>
              </a:pathLst>
            </a:custGeom>
            <a:solidFill>
              <a:srgbClr val="7B6C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6"/>
          <p:cNvSpPr txBox="1"/>
          <p:nvPr>
            <p:ph type="title"/>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800"/>
              <a:buNone/>
            </a:pPr>
            <a:r>
              <a:rPr lang="en-NL"/>
              <a:t>Strategic Recommendations for EcoCharge</a:t>
            </a:r>
            <a:endParaRPr/>
          </a:p>
        </p:txBody>
      </p:sp>
      <p:sp>
        <p:nvSpPr>
          <p:cNvPr id="935" name="Google Shape;935;p16"/>
          <p:cNvSpPr txBox="1"/>
          <p:nvPr/>
        </p:nvSpPr>
        <p:spPr>
          <a:xfrm>
            <a:off x="425240" y="3018590"/>
            <a:ext cx="2753822" cy="57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1" lang="en-NL" sz="1050" u="sng" cap="none" strike="noStrike">
                <a:solidFill>
                  <a:srgbClr val="000000"/>
                </a:solidFill>
                <a:latin typeface="Roboto"/>
                <a:ea typeface="Roboto"/>
                <a:cs typeface="Roboto"/>
                <a:sym typeface="Roboto"/>
              </a:rPr>
              <a:t>Finding:</a:t>
            </a:r>
            <a:endParaRPr b="0" i="1" sz="1050" u="sng"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1" i="0" lang="en-NL" sz="1050" u="none" cap="none" strike="noStrike">
                <a:solidFill>
                  <a:srgbClr val="000000"/>
                </a:solidFill>
                <a:latin typeface="Roboto"/>
                <a:ea typeface="Roboto"/>
                <a:cs typeface="Roboto"/>
                <a:sym typeface="Roboto"/>
              </a:rPr>
              <a:t>19%</a:t>
            </a:r>
            <a:r>
              <a:rPr b="0" i="0" lang="en-NL" sz="1050" u="none" cap="none" strike="noStrike">
                <a:solidFill>
                  <a:srgbClr val="000000"/>
                </a:solidFill>
                <a:latin typeface="Roboto"/>
                <a:ea typeface="Roboto"/>
                <a:cs typeface="Roboto"/>
                <a:sym typeface="Roboto"/>
              </a:rPr>
              <a:t> of openly accessible charging stations </a:t>
            </a:r>
            <a:endParaRPr/>
          </a:p>
          <a:p>
            <a:pPr indent="0" lvl="0" marL="0" marR="0" rtl="0" algn="l">
              <a:lnSpc>
                <a:spcPct val="100000"/>
              </a:lnSpc>
              <a:spcBef>
                <a:spcPts val="0"/>
              </a:spcBef>
              <a:spcAft>
                <a:spcPts val="0"/>
              </a:spcAft>
              <a:buNone/>
            </a:pPr>
            <a:r>
              <a:rPr b="0" i="0" lang="en-NL" sz="1050" u="none" cap="none" strike="noStrike">
                <a:solidFill>
                  <a:srgbClr val="000000"/>
                </a:solidFill>
                <a:latin typeface="Roboto"/>
                <a:ea typeface="Roboto"/>
                <a:cs typeface="Roboto"/>
                <a:sym typeface="Roboto"/>
              </a:rPr>
              <a:t>Approximately </a:t>
            </a:r>
            <a:r>
              <a:rPr b="1" i="0" lang="en-NL" sz="1050" u="none" cap="none" strike="noStrike">
                <a:solidFill>
                  <a:srgbClr val="000000"/>
                </a:solidFill>
                <a:latin typeface="Roboto"/>
                <a:ea typeface="Roboto"/>
                <a:cs typeface="Roboto"/>
                <a:sym typeface="Roboto"/>
              </a:rPr>
              <a:t>60%</a:t>
            </a:r>
            <a:r>
              <a:rPr b="0" i="0" lang="en-NL" sz="1050" u="none" cap="none" strike="noStrike">
                <a:solidFill>
                  <a:srgbClr val="000000"/>
                </a:solidFill>
                <a:latin typeface="Roboto"/>
                <a:ea typeface="Roboto"/>
                <a:cs typeface="Roboto"/>
                <a:sym typeface="Roboto"/>
              </a:rPr>
              <a:t> require membership or restricted access</a:t>
            </a:r>
            <a:endParaRPr/>
          </a:p>
          <a:p>
            <a:pPr indent="0" lvl="0" marL="0" marR="0" rtl="0" algn="l">
              <a:lnSpc>
                <a:spcPct val="100000"/>
              </a:lnSpc>
              <a:spcBef>
                <a:spcPts val="0"/>
              </a:spcBef>
              <a:spcAft>
                <a:spcPts val="0"/>
              </a:spcAft>
              <a:buNone/>
            </a:pPr>
            <a:r>
              <a:rPr b="1" i="1" lang="en-NL" sz="1050" u="sng" cap="none" strike="noStrike">
                <a:solidFill>
                  <a:srgbClr val="000000"/>
                </a:solidFill>
                <a:latin typeface="Roboto"/>
                <a:ea typeface="Roboto"/>
                <a:cs typeface="Roboto"/>
                <a:sym typeface="Roboto"/>
              </a:rPr>
              <a:t>Action:</a:t>
            </a:r>
            <a:endParaRPr b="0" i="1" sz="1050" u="sng"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NL" sz="1050" u="none" cap="none" strike="noStrike">
                <a:solidFill>
                  <a:srgbClr val="000000"/>
                </a:solidFill>
                <a:latin typeface="Roboto"/>
                <a:ea typeface="Roboto"/>
                <a:cs typeface="Roboto"/>
                <a:sym typeface="Roboto"/>
              </a:rPr>
              <a:t>Adopt a balanced network with 40% open-access chargers for tourists and occasional users, and 60% membership-based chargers for businesses and frequent users</a:t>
            </a:r>
            <a:endParaRPr b="0" i="0" sz="1050" u="none" cap="none" strike="noStrike">
              <a:solidFill>
                <a:srgbClr val="000000"/>
              </a:solidFill>
              <a:latin typeface="Roboto"/>
              <a:ea typeface="Roboto"/>
              <a:cs typeface="Roboto"/>
              <a:sym typeface="Roboto"/>
            </a:endParaRPr>
          </a:p>
        </p:txBody>
      </p:sp>
      <p:sp>
        <p:nvSpPr>
          <p:cNvPr id="936" name="Google Shape;936;p16"/>
          <p:cNvSpPr txBox="1"/>
          <p:nvPr/>
        </p:nvSpPr>
        <p:spPr>
          <a:xfrm>
            <a:off x="401760" y="1198208"/>
            <a:ext cx="3120975" cy="57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1" lang="en-NL" sz="1050" u="sng" cap="none" strike="noStrike">
                <a:solidFill>
                  <a:srgbClr val="000000"/>
                </a:solidFill>
                <a:latin typeface="Roboto"/>
                <a:ea typeface="Roboto"/>
                <a:cs typeface="Roboto"/>
                <a:sym typeface="Roboto"/>
              </a:rPr>
              <a:t>Finding:</a:t>
            </a:r>
            <a:endParaRPr b="0" i="1" sz="1050" u="sng"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NL" sz="1050" u="none" cap="none" strike="noStrike">
                <a:solidFill>
                  <a:srgbClr val="000000"/>
                </a:solidFill>
                <a:latin typeface="Roboto"/>
                <a:ea typeface="Roboto"/>
                <a:cs typeface="Roboto"/>
                <a:sym typeface="Roboto"/>
              </a:rPr>
              <a:t>Madrid (1,707) Valencian Community (1,919) already have extensive charging networks and high vehicle volumes</a:t>
            </a:r>
            <a:endParaRPr/>
          </a:p>
          <a:p>
            <a:pPr indent="0" lvl="0" marL="0" marR="0" rtl="0" algn="l">
              <a:lnSpc>
                <a:spcPct val="100000"/>
              </a:lnSpc>
              <a:spcBef>
                <a:spcPts val="0"/>
              </a:spcBef>
              <a:spcAft>
                <a:spcPts val="0"/>
              </a:spcAft>
              <a:buNone/>
            </a:pPr>
            <a:r>
              <a:rPr b="1" i="1" lang="en-NL" sz="1050" u="sng" cap="none" strike="noStrike">
                <a:solidFill>
                  <a:srgbClr val="000000"/>
                </a:solidFill>
                <a:latin typeface="Roboto"/>
                <a:ea typeface="Roboto"/>
                <a:cs typeface="Roboto"/>
                <a:sym typeface="Roboto"/>
              </a:rPr>
              <a:t>Action:</a:t>
            </a:r>
            <a:endParaRPr b="1" i="1" sz="1050" u="sng"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NL" sz="1050" u="none" cap="none" strike="noStrike">
                <a:solidFill>
                  <a:srgbClr val="000000"/>
                </a:solidFill>
                <a:latin typeface="Roboto"/>
                <a:ea typeface="Roboto"/>
                <a:cs typeface="Roboto"/>
                <a:sym typeface="Roboto"/>
              </a:rPr>
              <a:t>Expand open-access charging to support continued EV growth and tourism demand</a:t>
            </a:r>
            <a:endParaRPr b="0" i="0" sz="1050" u="none" cap="none" strike="noStrike">
              <a:solidFill>
                <a:srgbClr val="000000"/>
              </a:solidFill>
              <a:latin typeface="Roboto"/>
              <a:ea typeface="Roboto"/>
              <a:cs typeface="Roboto"/>
              <a:sym typeface="Roboto"/>
            </a:endParaRPr>
          </a:p>
        </p:txBody>
      </p:sp>
      <p:sp>
        <p:nvSpPr>
          <p:cNvPr id="937" name="Google Shape;937;p16"/>
          <p:cNvSpPr txBox="1"/>
          <p:nvPr/>
        </p:nvSpPr>
        <p:spPr>
          <a:xfrm>
            <a:off x="392411" y="926803"/>
            <a:ext cx="2753822" cy="382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b="1" i="0" lang="en-NL" sz="1400" u="none" cap="none" strike="noStrike">
                <a:solidFill>
                  <a:srgbClr val="0070C0"/>
                </a:solidFill>
                <a:latin typeface="Arial"/>
                <a:ea typeface="Arial"/>
                <a:cs typeface="Arial"/>
                <a:sym typeface="Arial"/>
              </a:rPr>
              <a:t>High-Demand Cities</a:t>
            </a:r>
            <a:endParaRPr b="1" i="0" sz="1400" u="none" cap="none" strike="noStrike">
              <a:solidFill>
                <a:srgbClr val="81E552"/>
              </a:solidFill>
              <a:latin typeface="Fira Sans"/>
              <a:ea typeface="Fira Sans"/>
              <a:cs typeface="Fira Sans"/>
              <a:sym typeface="Fira Sans"/>
            </a:endParaRPr>
          </a:p>
        </p:txBody>
      </p:sp>
      <p:sp>
        <p:nvSpPr>
          <p:cNvPr id="938" name="Google Shape;938;p16"/>
          <p:cNvSpPr txBox="1"/>
          <p:nvPr/>
        </p:nvSpPr>
        <p:spPr>
          <a:xfrm>
            <a:off x="407855" y="2725628"/>
            <a:ext cx="2173209" cy="382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b="1" i="0" lang="en-NL" sz="1400" u="none" cap="none" strike="noStrike">
                <a:solidFill>
                  <a:srgbClr val="FD8714"/>
                </a:solidFill>
                <a:latin typeface="Fira Sans"/>
                <a:ea typeface="Fira Sans"/>
                <a:cs typeface="Fira Sans"/>
                <a:sym typeface="Fira Sans"/>
              </a:rPr>
              <a:t>Improve Accessibility </a:t>
            </a:r>
            <a:endParaRPr b="1" i="0" sz="1400" u="none" cap="none" strike="noStrike">
              <a:solidFill>
                <a:srgbClr val="FD8714"/>
              </a:solidFill>
              <a:latin typeface="Fira Sans"/>
              <a:ea typeface="Fira Sans"/>
              <a:cs typeface="Fira Sans"/>
              <a:sym typeface="Fira Sans"/>
            </a:endParaRPr>
          </a:p>
        </p:txBody>
      </p:sp>
      <p:sp>
        <p:nvSpPr>
          <p:cNvPr id="939" name="Google Shape;939;p16"/>
          <p:cNvSpPr txBox="1"/>
          <p:nvPr/>
        </p:nvSpPr>
        <p:spPr>
          <a:xfrm>
            <a:off x="6157735" y="1174376"/>
            <a:ext cx="3040013" cy="57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NL" sz="1050" u="none" cap="none" strike="noStrike">
                <a:solidFill>
                  <a:srgbClr val="000000"/>
                </a:solidFill>
                <a:latin typeface="Roboto"/>
                <a:ea typeface="Roboto"/>
                <a:cs typeface="Roboto"/>
                <a:sym typeface="Roboto"/>
              </a:rPr>
              <a:t>Finding:</a:t>
            </a:r>
            <a:endParaRPr b="0" i="0" sz="105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NL" sz="1050" u="none" cap="none" strike="noStrike">
                <a:solidFill>
                  <a:srgbClr val="000000"/>
                </a:solidFill>
                <a:latin typeface="Arial"/>
                <a:ea typeface="Arial"/>
                <a:cs typeface="Arial"/>
                <a:sym typeface="Arial"/>
              </a:rPr>
              <a:t>Only </a:t>
            </a:r>
            <a:r>
              <a:rPr lang="en-NL" sz="1050"/>
              <a:t>6.6</a:t>
            </a:r>
            <a:r>
              <a:rPr b="0" i="0" lang="en-NL" sz="1050" u="none" cap="none" strike="noStrike">
                <a:solidFill>
                  <a:srgbClr val="000000"/>
                </a:solidFill>
                <a:latin typeface="Arial"/>
                <a:ea typeface="Arial"/>
                <a:cs typeface="Arial"/>
                <a:sym typeface="Arial"/>
              </a:rPr>
              <a:t>% of charging stations are located along the France–Spain corridor despite connecting two of Europe's largest EV markets</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NL" sz="1050" u="none" cap="none" strike="noStrike">
                <a:solidFill>
                  <a:srgbClr val="000000"/>
                </a:solidFill>
                <a:latin typeface="Roboto"/>
                <a:ea typeface="Roboto"/>
                <a:cs typeface="Roboto"/>
                <a:sym typeface="Roboto"/>
              </a:rPr>
              <a:t>Action:</a:t>
            </a:r>
            <a:endParaRPr b="0" i="0" sz="105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NL" sz="1050" u="none" cap="none" strike="noStrike">
                <a:solidFill>
                  <a:srgbClr val="000000"/>
                </a:solidFill>
                <a:latin typeface="Roboto"/>
                <a:ea typeface="Roboto"/>
                <a:cs typeface="Roboto"/>
                <a:sym typeface="Roboto"/>
              </a:rPr>
              <a:t>Install fast chargers along key motorway corridors</a:t>
            </a:r>
            <a:endParaRPr/>
          </a:p>
          <a:p>
            <a:pPr indent="0" lvl="0" marL="0" marR="0" rtl="0" algn="r">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Roboto"/>
              <a:ea typeface="Roboto"/>
              <a:cs typeface="Roboto"/>
              <a:sym typeface="Roboto"/>
            </a:endParaRPr>
          </a:p>
        </p:txBody>
      </p:sp>
      <p:sp>
        <p:nvSpPr>
          <p:cNvPr id="940" name="Google Shape;940;p16"/>
          <p:cNvSpPr txBox="1"/>
          <p:nvPr/>
        </p:nvSpPr>
        <p:spPr>
          <a:xfrm>
            <a:off x="5484852" y="926803"/>
            <a:ext cx="2505660" cy="3822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600"/>
              </a:spcAft>
              <a:buNone/>
            </a:pPr>
            <a:r>
              <a:rPr b="1" i="0" lang="en-NL" sz="1400" u="none" cap="none" strike="noStrike">
                <a:solidFill>
                  <a:srgbClr val="59BD2F"/>
                </a:solidFill>
                <a:latin typeface="Fira Sans"/>
                <a:ea typeface="Fira Sans"/>
                <a:cs typeface="Fira Sans"/>
                <a:sym typeface="Fira Sans"/>
              </a:rPr>
              <a:t>Cross-Border Travel </a:t>
            </a:r>
            <a:endParaRPr b="1" i="0" sz="1400" u="none" cap="none" strike="noStrike">
              <a:solidFill>
                <a:srgbClr val="59BD2F"/>
              </a:solidFill>
              <a:latin typeface="Fira Sans"/>
              <a:ea typeface="Fira Sans"/>
              <a:cs typeface="Fira Sans"/>
              <a:sym typeface="Fira Sans"/>
            </a:endParaRPr>
          </a:p>
        </p:txBody>
      </p:sp>
      <p:sp>
        <p:nvSpPr>
          <p:cNvPr id="941" name="Google Shape;941;p16"/>
          <p:cNvSpPr txBox="1"/>
          <p:nvPr/>
        </p:nvSpPr>
        <p:spPr>
          <a:xfrm>
            <a:off x="6102169" y="2754941"/>
            <a:ext cx="2680613" cy="3822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600"/>
              </a:spcAft>
              <a:buNone/>
            </a:pPr>
            <a:r>
              <a:rPr b="1" i="0" lang="en-NL" sz="1400" u="none" cap="none" strike="noStrike">
                <a:solidFill>
                  <a:srgbClr val="FFDA00"/>
                </a:solidFill>
                <a:latin typeface="Fira Sans"/>
                <a:ea typeface="Fira Sans"/>
                <a:cs typeface="Fira Sans"/>
                <a:sym typeface="Fira Sans"/>
              </a:rPr>
              <a:t>Create Strategic Partnerships</a:t>
            </a:r>
            <a:endParaRPr/>
          </a:p>
        </p:txBody>
      </p:sp>
      <p:sp>
        <p:nvSpPr>
          <p:cNvPr id="942" name="Google Shape;942;p16"/>
          <p:cNvSpPr txBox="1"/>
          <p:nvPr/>
        </p:nvSpPr>
        <p:spPr>
          <a:xfrm>
            <a:off x="6220380" y="3069118"/>
            <a:ext cx="2914725" cy="62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NL" sz="1050" u="none" cap="none" strike="noStrike">
                <a:solidFill>
                  <a:srgbClr val="000000"/>
                </a:solidFill>
                <a:latin typeface="Roboto"/>
                <a:ea typeface="Roboto"/>
                <a:cs typeface="Roboto"/>
                <a:sym typeface="Roboto"/>
              </a:rPr>
              <a:t>Finding:</a:t>
            </a:r>
            <a:endParaRPr b="0" i="0" sz="105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NL" sz="1050" u="none" cap="none" strike="noStrike">
                <a:solidFill>
                  <a:srgbClr val="000000"/>
                </a:solidFill>
                <a:latin typeface="Roboto"/>
                <a:ea typeface="Roboto"/>
                <a:cs typeface="Roboto"/>
                <a:sym typeface="Roboto"/>
              </a:rPr>
              <a:t>Madrid and Valencia are among Spain's busiest tourist destinations and major gateways for rental vehicles</a:t>
            </a:r>
            <a:endParaRPr/>
          </a:p>
          <a:p>
            <a:pPr indent="0" lvl="0" marL="0" marR="0" rtl="0" algn="l">
              <a:lnSpc>
                <a:spcPct val="100000"/>
              </a:lnSpc>
              <a:spcBef>
                <a:spcPts val="0"/>
              </a:spcBef>
              <a:spcAft>
                <a:spcPts val="0"/>
              </a:spcAft>
              <a:buNone/>
            </a:pPr>
            <a:r>
              <a:rPr b="1" i="0" lang="en-NL" sz="1050" u="none" cap="none" strike="noStrike">
                <a:solidFill>
                  <a:srgbClr val="000000"/>
                </a:solidFill>
                <a:latin typeface="Roboto"/>
                <a:ea typeface="Roboto"/>
                <a:cs typeface="Roboto"/>
                <a:sym typeface="Roboto"/>
              </a:rPr>
              <a:t>Action:</a:t>
            </a:r>
            <a:endParaRPr b="0" i="0" sz="105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NL" sz="1050" u="none" cap="none" strike="noStrike">
                <a:solidFill>
                  <a:srgbClr val="000000"/>
                </a:solidFill>
                <a:latin typeface="Roboto"/>
                <a:ea typeface="Roboto"/>
                <a:cs typeface="Roboto"/>
                <a:sym typeface="Roboto"/>
              </a:rPr>
              <a:t>Partner with EV rental companies, hotels, airports, and tourism operators to offer integrated charging solutions</a:t>
            </a:r>
            <a:endParaRPr b="0" i="0" sz="1050" u="none" cap="none" strike="noStrike">
              <a:solidFill>
                <a:srgbClr val="000000"/>
              </a:solidFill>
              <a:highlight>
                <a:srgbClr val="FFFFFF"/>
              </a:highlight>
              <a:latin typeface="Roboto"/>
              <a:ea typeface="Roboto"/>
              <a:cs typeface="Roboto"/>
              <a:sym typeface="Roboto"/>
            </a:endParaRPr>
          </a:p>
          <a:p>
            <a:pPr indent="0" lvl="0" marL="0" marR="0" rtl="0" algn="r">
              <a:lnSpc>
                <a:spcPct val="100000"/>
              </a:lnSpc>
              <a:spcBef>
                <a:spcPts val="1600"/>
              </a:spcBef>
              <a:spcAft>
                <a:spcPts val="0"/>
              </a:spcAft>
              <a:buClr>
                <a:srgbClr val="000000"/>
              </a:buClr>
              <a:buSzPts val="1050"/>
              <a:buFont typeface="Arial"/>
              <a:buNone/>
            </a:pPr>
            <a:r>
              <a:t/>
            </a:r>
            <a:endParaRPr b="0" i="0" sz="1050" u="none" cap="none" strike="noStrike">
              <a:solidFill>
                <a:srgbClr val="000000"/>
              </a:solidFill>
              <a:latin typeface="Roboto"/>
              <a:ea typeface="Roboto"/>
              <a:cs typeface="Roboto"/>
              <a:sym typeface="Roboto"/>
            </a:endParaRPr>
          </a:p>
        </p:txBody>
      </p:sp>
      <p:grpSp>
        <p:nvGrpSpPr>
          <p:cNvPr id="943" name="Google Shape;943;p16"/>
          <p:cNvGrpSpPr/>
          <p:nvPr/>
        </p:nvGrpSpPr>
        <p:grpSpPr>
          <a:xfrm>
            <a:off x="3146233" y="2074382"/>
            <a:ext cx="3120976" cy="2476667"/>
            <a:chOff x="2486126" y="1338992"/>
            <a:chExt cx="4171745" cy="3212057"/>
          </a:xfrm>
        </p:grpSpPr>
        <p:sp>
          <p:nvSpPr>
            <p:cNvPr id="944" name="Google Shape;944;p16"/>
            <p:cNvSpPr/>
            <p:nvPr/>
          </p:nvSpPr>
          <p:spPr>
            <a:xfrm>
              <a:off x="3770097" y="2523139"/>
              <a:ext cx="1603787" cy="1603724"/>
            </a:xfrm>
            <a:custGeom>
              <a:rect b="b" l="l" r="r" t="t"/>
              <a:pathLst>
                <a:path extrusionOk="0" h="25591" w="25592">
                  <a:moveTo>
                    <a:pt x="12973" y="0"/>
                  </a:moveTo>
                  <a:cubicBezTo>
                    <a:pt x="12937" y="0"/>
                    <a:pt x="12906" y="30"/>
                    <a:pt x="12906" y="66"/>
                  </a:cubicBezTo>
                  <a:cubicBezTo>
                    <a:pt x="12906" y="101"/>
                    <a:pt x="12936" y="132"/>
                    <a:pt x="12972" y="132"/>
                  </a:cubicBezTo>
                  <a:lnTo>
                    <a:pt x="13104" y="134"/>
                  </a:lnTo>
                  <a:lnTo>
                    <a:pt x="13105" y="134"/>
                  </a:lnTo>
                  <a:cubicBezTo>
                    <a:pt x="13141" y="134"/>
                    <a:pt x="13170" y="107"/>
                    <a:pt x="13171" y="71"/>
                  </a:cubicBezTo>
                  <a:cubicBezTo>
                    <a:pt x="13172" y="34"/>
                    <a:pt x="13145" y="4"/>
                    <a:pt x="13108" y="3"/>
                  </a:cubicBezTo>
                  <a:lnTo>
                    <a:pt x="12975" y="0"/>
                  </a:lnTo>
                  <a:close/>
                  <a:moveTo>
                    <a:pt x="12310" y="9"/>
                  </a:moveTo>
                  <a:lnTo>
                    <a:pt x="12178" y="15"/>
                  </a:lnTo>
                  <a:cubicBezTo>
                    <a:pt x="12142" y="16"/>
                    <a:pt x="12114" y="48"/>
                    <a:pt x="12115" y="84"/>
                  </a:cubicBezTo>
                  <a:cubicBezTo>
                    <a:pt x="12118" y="118"/>
                    <a:pt x="12147" y="146"/>
                    <a:pt x="12182" y="146"/>
                  </a:cubicBezTo>
                  <a:cubicBezTo>
                    <a:pt x="12183" y="146"/>
                    <a:pt x="12184" y="146"/>
                    <a:pt x="12183" y="148"/>
                  </a:cubicBezTo>
                  <a:lnTo>
                    <a:pt x="12315" y="142"/>
                  </a:lnTo>
                  <a:cubicBezTo>
                    <a:pt x="12352" y="141"/>
                    <a:pt x="12380" y="111"/>
                    <a:pt x="12378" y="74"/>
                  </a:cubicBezTo>
                  <a:cubicBezTo>
                    <a:pt x="12377" y="36"/>
                    <a:pt x="12350" y="12"/>
                    <a:pt x="12310" y="9"/>
                  </a:cubicBezTo>
                  <a:close/>
                  <a:moveTo>
                    <a:pt x="13766" y="36"/>
                  </a:moveTo>
                  <a:cubicBezTo>
                    <a:pt x="13735" y="36"/>
                    <a:pt x="13700" y="61"/>
                    <a:pt x="13697" y="97"/>
                  </a:cubicBezTo>
                  <a:cubicBezTo>
                    <a:pt x="13695" y="133"/>
                    <a:pt x="13723" y="166"/>
                    <a:pt x="13759" y="168"/>
                  </a:cubicBezTo>
                  <a:lnTo>
                    <a:pt x="13890" y="178"/>
                  </a:lnTo>
                  <a:lnTo>
                    <a:pt x="13896" y="178"/>
                  </a:lnTo>
                  <a:cubicBezTo>
                    <a:pt x="13931" y="178"/>
                    <a:pt x="13958" y="153"/>
                    <a:pt x="13959" y="118"/>
                  </a:cubicBezTo>
                  <a:cubicBezTo>
                    <a:pt x="13962" y="81"/>
                    <a:pt x="13936" y="49"/>
                    <a:pt x="13900" y="46"/>
                  </a:cubicBezTo>
                  <a:lnTo>
                    <a:pt x="13768" y="36"/>
                  </a:lnTo>
                  <a:cubicBezTo>
                    <a:pt x="13767" y="36"/>
                    <a:pt x="13767" y="36"/>
                    <a:pt x="13766" y="36"/>
                  </a:cubicBezTo>
                  <a:close/>
                  <a:moveTo>
                    <a:pt x="11525" y="61"/>
                  </a:moveTo>
                  <a:cubicBezTo>
                    <a:pt x="11523" y="61"/>
                    <a:pt x="11520" y="61"/>
                    <a:pt x="11518" y="62"/>
                  </a:cubicBezTo>
                  <a:lnTo>
                    <a:pt x="11386" y="76"/>
                  </a:lnTo>
                  <a:cubicBezTo>
                    <a:pt x="11349" y="80"/>
                    <a:pt x="11324" y="113"/>
                    <a:pt x="11328" y="149"/>
                  </a:cubicBezTo>
                  <a:cubicBezTo>
                    <a:pt x="11331" y="182"/>
                    <a:pt x="11359" y="208"/>
                    <a:pt x="11392" y="208"/>
                  </a:cubicBezTo>
                  <a:cubicBezTo>
                    <a:pt x="11395" y="208"/>
                    <a:pt x="11398" y="208"/>
                    <a:pt x="11400" y="207"/>
                  </a:cubicBezTo>
                  <a:lnTo>
                    <a:pt x="11531" y="193"/>
                  </a:lnTo>
                  <a:cubicBezTo>
                    <a:pt x="11567" y="189"/>
                    <a:pt x="11594" y="157"/>
                    <a:pt x="11590" y="121"/>
                  </a:cubicBezTo>
                  <a:cubicBezTo>
                    <a:pt x="11587" y="87"/>
                    <a:pt x="11558" y="61"/>
                    <a:pt x="11525" y="61"/>
                  </a:cubicBezTo>
                  <a:close/>
                  <a:moveTo>
                    <a:pt x="14551" y="119"/>
                  </a:moveTo>
                  <a:cubicBezTo>
                    <a:pt x="14519" y="119"/>
                    <a:pt x="14490" y="143"/>
                    <a:pt x="14485" y="176"/>
                  </a:cubicBezTo>
                  <a:cubicBezTo>
                    <a:pt x="14480" y="211"/>
                    <a:pt x="14506" y="245"/>
                    <a:pt x="14541" y="250"/>
                  </a:cubicBezTo>
                  <a:lnTo>
                    <a:pt x="14672" y="269"/>
                  </a:lnTo>
                  <a:cubicBezTo>
                    <a:pt x="14675" y="270"/>
                    <a:pt x="14679" y="270"/>
                    <a:pt x="14683" y="270"/>
                  </a:cubicBezTo>
                  <a:cubicBezTo>
                    <a:pt x="14714" y="270"/>
                    <a:pt x="14742" y="248"/>
                    <a:pt x="14745" y="214"/>
                  </a:cubicBezTo>
                  <a:cubicBezTo>
                    <a:pt x="14751" y="177"/>
                    <a:pt x="14726" y="143"/>
                    <a:pt x="14690" y="138"/>
                  </a:cubicBezTo>
                  <a:lnTo>
                    <a:pt x="14560" y="120"/>
                  </a:lnTo>
                  <a:cubicBezTo>
                    <a:pt x="14557" y="119"/>
                    <a:pt x="14554" y="119"/>
                    <a:pt x="14551" y="119"/>
                  </a:cubicBezTo>
                  <a:close/>
                  <a:moveTo>
                    <a:pt x="10739" y="165"/>
                  </a:moveTo>
                  <a:cubicBezTo>
                    <a:pt x="10735" y="165"/>
                    <a:pt x="10731" y="165"/>
                    <a:pt x="10727" y="166"/>
                  </a:cubicBezTo>
                  <a:lnTo>
                    <a:pt x="10597" y="187"/>
                  </a:lnTo>
                  <a:cubicBezTo>
                    <a:pt x="10561" y="194"/>
                    <a:pt x="10537" y="228"/>
                    <a:pt x="10544" y="264"/>
                  </a:cubicBezTo>
                  <a:cubicBezTo>
                    <a:pt x="10550" y="296"/>
                    <a:pt x="10577" y="319"/>
                    <a:pt x="10608" y="319"/>
                  </a:cubicBezTo>
                  <a:cubicBezTo>
                    <a:pt x="10612" y="319"/>
                    <a:pt x="10617" y="319"/>
                    <a:pt x="10619" y="317"/>
                  </a:cubicBezTo>
                  <a:lnTo>
                    <a:pt x="10747" y="296"/>
                  </a:lnTo>
                  <a:cubicBezTo>
                    <a:pt x="10785" y="291"/>
                    <a:pt x="10810" y="256"/>
                    <a:pt x="10803" y="220"/>
                  </a:cubicBezTo>
                  <a:cubicBezTo>
                    <a:pt x="10798" y="188"/>
                    <a:pt x="10770" y="165"/>
                    <a:pt x="10739" y="165"/>
                  </a:cubicBezTo>
                  <a:close/>
                  <a:moveTo>
                    <a:pt x="15331" y="252"/>
                  </a:moveTo>
                  <a:cubicBezTo>
                    <a:pt x="15301" y="252"/>
                    <a:pt x="15275" y="274"/>
                    <a:pt x="15268" y="305"/>
                  </a:cubicBezTo>
                  <a:cubicBezTo>
                    <a:pt x="15260" y="341"/>
                    <a:pt x="15283" y="375"/>
                    <a:pt x="15319" y="383"/>
                  </a:cubicBezTo>
                  <a:lnTo>
                    <a:pt x="15447" y="409"/>
                  </a:lnTo>
                  <a:cubicBezTo>
                    <a:pt x="15452" y="412"/>
                    <a:pt x="15456" y="412"/>
                    <a:pt x="15461" y="412"/>
                  </a:cubicBezTo>
                  <a:cubicBezTo>
                    <a:pt x="15492" y="412"/>
                    <a:pt x="15519" y="389"/>
                    <a:pt x="15527" y="358"/>
                  </a:cubicBezTo>
                  <a:cubicBezTo>
                    <a:pt x="15534" y="322"/>
                    <a:pt x="15511" y="288"/>
                    <a:pt x="15476" y="281"/>
                  </a:cubicBezTo>
                  <a:lnTo>
                    <a:pt x="15346" y="254"/>
                  </a:lnTo>
                  <a:cubicBezTo>
                    <a:pt x="15341" y="253"/>
                    <a:pt x="15336" y="252"/>
                    <a:pt x="15331" y="252"/>
                  </a:cubicBezTo>
                  <a:close/>
                  <a:moveTo>
                    <a:pt x="9961" y="315"/>
                  </a:moveTo>
                  <a:cubicBezTo>
                    <a:pt x="9957" y="315"/>
                    <a:pt x="9952" y="315"/>
                    <a:pt x="9947" y="316"/>
                  </a:cubicBezTo>
                  <a:lnTo>
                    <a:pt x="9818" y="347"/>
                  </a:lnTo>
                  <a:cubicBezTo>
                    <a:pt x="9783" y="355"/>
                    <a:pt x="9761" y="391"/>
                    <a:pt x="9769" y="427"/>
                  </a:cubicBezTo>
                  <a:cubicBezTo>
                    <a:pt x="9776" y="458"/>
                    <a:pt x="9804" y="478"/>
                    <a:pt x="9834" y="478"/>
                  </a:cubicBezTo>
                  <a:cubicBezTo>
                    <a:pt x="9839" y="478"/>
                    <a:pt x="9844" y="478"/>
                    <a:pt x="9849" y="475"/>
                  </a:cubicBezTo>
                  <a:lnTo>
                    <a:pt x="9977" y="445"/>
                  </a:lnTo>
                  <a:cubicBezTo>
                    <a:pt x="10013" y="437"/>
                    <a:pt x="10034" y="402"/>
                    <a:pt x="10027" y="366"/>
                  </a:cubicBezTo>
                  <a:cubicBezTo>
                    <a:pt x="10019" y="335"/>
                    <a:pt x="9992" y="315"/>
                    <a:pt x="9961" y="315"/>
                  </a:cubicBezTo>
                  <a:close/>
                  <a:moveTo>
                    <a:pt x="16102" y="433"/>
                  </a:moveTo>
                  <a:cubicBezTo>
                    <a:pt x="16072" y="433"/>
                    <a:pt x="16045" y="453"/>
                    <a:pt x="16038" y="483"/>
                  </a:cubicBezTo>
                  <a:cubicBezTo>
                    <a:pt x="16029" y="517"/>
                    <a:pt x="16050" y="554"/>
                    <a:pt x="16085" y="563"/>
                  </a:cubicBezTo>
                  <a:lnTo>
                    <a:pt x="16212" y="598"/>
                  </a:lnTo>
                  <a:cubicBezTo>
                    <a:pt x="16218" y="599"/>
                    <a:pt x="16224" y="601"/>
                    <a:pt x="16230" y="601"/>
                  </a:cubicBezTo>
                  <a:cubicBezTo>
                    <a:pt x="16259" y="601"/>
                    <a:pt x="16285" y="581"/>
                    <a:pt x="16292" y="552"/>
                  </a:cubicBezTo>
                  <a:cubicBezTo>
                    <a:pt x="16301" y="516"/>
                    <a:pt x="16282" y="480"/>
                    <a:pt x="16246" y="470"/>
                  </a:cubicBezTo>
                  <a:cubicBezTo>
                    <a:pt x="16204" y="459"/>
                    <a:pt x="16161" y="446"/>
                    <a:pt x="16118" y="435"/>
                  </a:cubicBezTo>
                  <a:cubicBezTo>
                    <a:pt x="16113" y="434"/>
                    <a:pt x="16108" y="433"/>
                    <a:pt x="16102" y="433"/>
                  </a:cubicBezTo>
                  <a:close/>
                  <a:moveTo>
                    <a:pt x="9195" y="516"/>
                  </a:moveTo>
                  <a:cubicBezTo>
                    <a:pt x="9189" y="516"/>
                    <a:pt x="9184" y="516"/>
                    <a:pt x="9178" y="518"/>
                  </a:cubicBezTo>
                  <a:lnTo>
                    <a:pt x="9051" y="557"/>
                  </a:lnTo>
                  <a:cubicBezTo>
                    <a:pt x="9016" y="567"/>
                    <a:pt x="8997" y="604"/>
                    <a:pt x="9007" y="639"/>
                  </a:cubicBezTo>
                  <a:cubicBezTo>
                    <a:pt x="9015" y="668"/>
                    <a:pt x="9042" y="686"/>
                    <a:pt x="9070" y="686"/>
                  </a:cubicBezTo>
                  <a:cubicBezTo>
                    <a:pt x="9077" y="686"/>
                    <a:pt x="9083" y="685"/>
                    <a:pt x="9089" y="682"/>
                  </a:cubicBezTo>
                  <a:cubicBezTo>
                    <a:pt x="9130" y="669"/>
                    <a:pt x="9173" y="658"/>
                    <a:pt x="9215" y="645"/>
                  </a:cubicBezTo>
                  <a:cubicBezTo>
                    <a:pt x="9250" y="635"/>
                    <a:pt x="9270" y="598"/>
                    <a:pt x="9260" y="563"/>
                  </a:cubicBezTo>
                  <a:cubicBezTo>
                    <a:pt x="9251" y="534"/>
                    <a:pt x="9224" y="516"/>
                    <a:pt x="9195" y="516"/>
                  </a:cubicBezTo>
                  <a:close/>
                  <a:moveTo>
                    <a:pt x="16863" y="662"/>
                  </a:moveTo>
                  <a:cubicBezTo>
                    <a:pt x="16835" y="662"/>
                    <a:pt x="16809" y="680"/>
                    <a:pt x="16799" y="708"/>
                  </a:cubicBezTo>
                  <a:cubicBezTo>
                    <a:pt x="16786" y="742"/>
                    <a:pt x="16806" y="780"/>
                    <a:pt x="16840" y="791"/>
                  </a:cubicBezTo>
                  <a:cubicBezTo>
                    <a:pt x="16880" y="805"/>
                    <a:pt x="16923" y="819"/>
                    <a:pt x="16964" y="833"/>
                  </a:cubicBezTo>
                  <a:cubicBezTo>
                    <a:pt x="16972" y="836"/>
                    <a:pt x="16978" y="837"/>
                    <a:pt x="16986" y="837"/>
                  </a:cubicBezTo>
                  <a:cubicBezTo>
                    <a:pt x="17012" y="837"/>
                    <a:pt x="17038" y="821"/>
                    <a:pt x="17049" y="793"/>
                  </a:cubicBezTo>
                  <a:cubicBezTo>
                    <a:pt x="17062" y="759"/>
                    <a:pt x="17043" y="721"/>
                    <a:pt x="17008" y="709"/>
                  </a:cubicBezTo>
                  <a:cubicBezTo>
                    <a:pt x="16966" y="694"/>
                    <a:pt x="16924" y="680"/>
                    <a:pt x="16883" y="665"/>
                  </a:cubicBezTo>
                  <a:cubicBezTo>
                    <a:pt x="16876" y="663"/>
                    <a:pt x="16869" y="662"/>
                    <a:pt x="16863" y="662"/>
                  </a:cubicBezTo>
                  <a:close/>
                  <a:moveTo>
                    <a:pt x="8444" y="764"/>
                  </a:moveTo>
                  <a:cubicBezTo>
                    <a:pt x="8437" y="764"/>
                    <a:pt x="8429" y="765"/>
                    <a:pt x="8422" y="768"/>
                  </a:cubicBezTo>
                  <a:lnTo>
                    <a:pt x="8297" y="814"/>
                  </a:lnTo>
                  <a:cubicBezTo>
                    <a:pt x="8263" y="827"/>
                    <a:pt x="8246" y="864"/>
                    <a:pt x="8259" y="899"/>
                  </a:cubicBezTo>
                  <a:cubicBezTo>
                    <a:pt x="8268" y="924"/>
                    <a:pt x="8294" y="940"/>
                    <a:pt x="8320" y="940"/>
                  </a:cubicBezTo>
                  <a:cubicBezTo>
                    <a:pt x="8329" y="940"/>
                    <a:pt x="8336" y="939"/>
                    <a:pt x="8343" y="938"/>
                  </a:cubicBezTo>
                  <a:lnTo>
                    <a:pt x="8466" y="892"/>
                  </a:lnTo>
                  <a:cubicBezTo>
                    <a:pt x="8501" y="879"/>
                    <a:pt x="8519" y="842"/>
                    <a:pt x="8506" y="807"/>
                  </a:cubicBezTo>
                  <a:cubicBezTo>
                    <a:pt x="8496" y="780"/>
                    <a:pt x="8471" y="764"/>
                    <a:pt x="8444" y="764"/>
                  </a:cubicBezTo>
                  <a:close/>
                  <a:moveTo>
                    <a:pt x="17604" y="940"/>
                  </a:moveTo>
                  <a:cubicBezTo>
                    <a:pt x="17578" y="940"/>
                    <a:pt x="17554" y="955"/>
                    <a:pt x="17543" y="981"/>
                  </a:cubicBezTo>
                  <a:cubicBezTo>
                    <a:pt x="17529" y="1015"/>
                    <a:pt x="17546" y="1053"/>
                    <a:pt x="17579" y="1067"/>
                  </a:cubicBezTo>
                  <a:cubicBezTo>
                    <a:pt x="17620" y="1083"/>
                    <a:pt x="17660" y="1100"/>
                    <a:pt x="17701" y="1118"/>
                  </a:cubicBezTo>
                  <a:cubicBezTo>
                    <a:pt x="17708" y="1121"/>
                    <a:pt x="17717" y="1123"/>
                    <a:pt x="17727" y="1123"/>
                  </a:cubicBezTo>
                  <a:cubicBezTo>
                    <a:pt x="17752" y="1123"/>
                    <a:pt x="17776" y="1106"/>
                    <a:pt x="17788" y="1084"/>
                  </a:cubicBezTo>
                  <a:cubicBezTo>
                    <a:pt x="17801" y="1049"/>
                    <a:pt x="17785" y="1011"/>
                    <a:pt x="17752" y="997"/>
                  </a:cubicBezTo>
                  <a:cubicBezTo>
                    <a:pt x="17710" y="979"/>
                    <a:pt x="17670" y="962"/>
                    <a:pt x="17629" y="946"/>
                  </a:cubicBezTo>
                  <a:cubicBezTo>
                    <a:pt x="17621" y="942"/>
                    <a:pt x="17612" y="940"/>
                    <a:pt x="17604" y="940"/>
                  </a:cubicBezTo>
                  <a:close/>
                  <a:moveTo>
                    <a:pt x="7710" y="1055"/>
                  </a:moveTo>
                  <a:cubicBezTo>
                    <a:pt x="7701" y="1055"/>
                    <a:pt x="7692" y="1057"/>
                    <a:pt x="7684" y="1060"/>
                  </a:cubicBezTo>
                  <a:lnTo>
                    <a:pt x="7563" y="1114"/>
                  </a:lnTo>
                  <a:cubicBezTo>
                    <a:pt x="7531" y="1130"/>
                    <a:pt x="7515" y="1168"/>
                    <a:pt x="7531" y="1201"/>
                  </a:cubicBezTo>
                  <a:cubicBezTo>
                    <a:pt x="7541" y="1227"/>
                    <a:pt x="7564" y="1241"/>
                    <a:pt x="7590" y="1241"/>
                  </a:cubicBezTo>
                  <a:cubicBezTo>
                    <a:pt x="7599" y="1241"/>
                    <a:pt x="7608" y="1240"/>
                    <a:pt x="7615" y="1234"/>
                  </a:cubicBezTo>
                  <a:lnTo>
                    <a:pt x="7736" y="1182"/>
                  </a:lnTo>
                  <a:cubicBezTo>
                    <a:pt x="7769" y="1169"/>
                    <a:pt x="7784" y="1129"/>
                    <a:pt x="7771" y="1095"/>
                  </a:cubicBezTo>
                  <a:cubicBezTo>
                    <a:pt x="7760" y="1069"/>
                    <a:pt x="7736" y="1055"/>
                    <a:pt x="7710" y="1055"/>
                  </a:cubicBezTo>
                  <a:close/>
                  <a:moveTo>
                    <a:pt x="18329" y="1263"/>
                  </a:moveTo>
                  <a:cubicBezTo>
                    <a:pt x="18305" y="1263"/>
                    <a:pt x="18281" y="1276"/>
                    <a:pt x="18270" y="1300"/>
                  </a:cubicBezTo>
                  <a:cubicBezTo>
                    <a:pt x="18255" y="1333"/>
                    <a:pt x="18267" y="1372"/>
                    <a:pt x="18301" y="1388"/>
                  </a:cubicBezTo>
                  <a:cubicBezTo>
                    <a:pt x="18340" y="1407"/>
                    <a:pt x="18378" y="1427"/>
                    <a:pt x="18418" y="1446"/>
                  </a:cubicBezTo>
                  <a:cubicBezTo>
                    <a:pt x="18426" y="1449"/>
                    <a:pt x="18438" y="1452"/>
                    <a:pt x="18448" y="1452"/>
                  </a:cubicBezTo>
                  <a:cubicBezTo>
                    <a:pt x="18472" y="1452"/>
                    <a:pt x="18495" y="1438"/>
                    <a:pt x="18506" y="1416"/>
                  </a:cubicBezTo>
                  <a:cubicBezTo>
                    <a:pt x="18523" y="1385"/>
                    <a:pt x="18510" y="1345"/>
                    <a:pt x="18477" y="1328"/>
                  </a:cubicBezTo>
                  <a:cubicBezTo>
                    <a:pt x="18438" y="1308"/>
                    <a:pt x="18398" y="1288"/>
                    <a:pt x="18358" y="1269"/>
                  </a:cubicBezTo>
                  <a:cubicBezTo>
                    <a:pt x="18349" y="1265"/>
                    <a:pt x="18339" y="1263"/>
                    <a:pt x="18329" y="1263"/>
                  </a:cubicBezTo>
                  <a:close/>
                  <a:moveTo>
                    <a:pt x="6998" y="1393"/>
                  </a:moveTo>
                  <a:cubicBezTo>
                    <a:pt x="6988" y="1393"/>
                    <a:pt x="6977" y="1395"/>
                    <a:pt x="6967" y="1400"/>
                  </a:cubicBezTo>
                  <a:cubicBezTo>
                    <a:pt x="6928" y="1420"/>
                    <a:pt x="6889" y="1441"/>
                    <a:pt x="6850" y="1461"/>
                  </a:cubicBezTo>
                  <a:cubicBezTo>
                    <a:pt x="6816" y="1479"/>
                    <a:pt x="6805" y="1519"/>
                    <a:pt x="6822" y="1550"/>
                  </a:cubicBezTo>
                  <a:cubicBezTo>
                    <a:pt x="6833" y="1574"/>
                    <a:pt x="6856" y="1586"/>
                    <a:pt x="6881" y="1586"/>
                  </a:cubicBezTo>
                  <a:cubicBezTo>
                    <a:pt x="6891" y="1586"/>
                    <a:pt x="6901" y="1584"/>
                    <a:pt x="6912" y="1576"/>
                  </a:cubicBezTo>
                  <a:cubicBezTo>
                    <a:pt x="6949" y="1555"/>
                    <a:pt x="6989" y="1535"/>
                    <a:pt x="7027" y="1517"/>
                  </a:cubicBezTo>
                  <a:cubicBezTo>
                    <a:pt x="7060" y="1501"/>
                    <a:pt x="7072" y="1460"/>
                    <a:pt x="7056" y="1428"/>
                  </a:cubicBezTo>
                  <a:cubicBezTo>
                    <a:pt x="7045" y="1405"/>
                    <a:pt x="7022" y="1393"/>
                    <a:pt x="6998" y="1393"/>
                  </a:cubicBezTo>
                  <a:close/>
                  <a:moveTo>
                    <a:pt x="19032" y="1629"/>
                  </a:moveTo>
                  <a:cubicBezTo>
                    <a:pt x="19008" y="1629"/>
                    <a:pt x="18985" y="1641"/>
                    <a:pt x="18973" y="1663"/>
                  </a:cubicBezTo>
                  <a:cubicBezTo>
                    <a:pt x="18955" y="1695"/>
                    <a:pt x="18967" y="1734"/>
                    <a:pt x="18998" y="1753"/>
                  </a:cubicBezTo>
                  <a:cubicBezTo>
                    <a:pt x="19037" y="1774"/>
                    <a:pt x="19074" y="1796"/>
                    <a:pt x="19113" y="1818"/>
                  </a:cubicBezTo>
                  <a:cubicBezTo>
                    <a:pt x="19123" y="1825"/>
                    <a:pt x="19135" y="1827"/>
                    <a:pt x="19146" y="1827"/>
                  </a:cubicBezTo>
                  <a:cubicBezTo>
                    <a:pt x="19168" y="1827"/>
                    <a:pt x="19191" y="1814"/>
                    <a:pt x="19202" y="1795"/>
                  </a:cubicBezTo>
                  <a:cubicBezTo>
                    <a:pt x="19220" y="1763"/>
                    <a:pt x="19210" y="1722"/>
                    <a:pt x="19178" y="1704"/>
                  </a:cubicBezTo>
                  <a:cubicBezTo>
                    <a:pt x="19140" y="1681"/>
                    <a:pt x="19101" y="1660"/>
                    <a:pt x="19063" y="1637"/>
                  </a:cubicBezTo>
                  <a:cubicBezTo>
                    <a:pt x="19053" y="1632"/>
                    <a:pt x="19042" y="1629"/>
                    <a:pt x="19032" y="1629"/>
                  </a:cubicBezTo>
                  <a:close/>
                  <a:moveTo>
                    <a:pt x="6306" y="1776"/>
                  </a:moveTo>
                  <a:cubicBezTo>
                    <a:pt x="6294" y="1776"/>
                    <a:pt x="6283" y="1779"/>
                    <a:pt x="6272" y="1786"/>
                  </a:cubicBezTo>
                  <a:lnTo>
                    <a:pt x="6157" y="1853"/>
                  </a:lnTo>
                  <a:cubicBezTo>
                    <a:pt x="6127" y="1873"/>
                    <a:pt x="6117" y="1914"/>
                    <a:pt x="6136" y="1944"/>
                  </a:cubicBezTo>
                  <a:cubicBezTo>
                    <a:pt x="6149" y="1965"/>
                    <a:pt x="6171" y="1976"/>
                    <a:pt x="6192" y="1976"/>
                  </a:cubicBezTo>
                  <a:cubicBezTo>
                    <a:pt x="6203" y="1976"/>
                    <a:pt x="6216" y="1973"/>
                    <a:pt x="6227" y="1968"/>
                  </a:cubicBezTo>
                  <a:lnTo>
                    <a:pt x="6340" y="1899"/>
                  </a:lnTo>
                  <a:cubicBezTo>
                    <a:pt x="6371" y="1881"/>
                    <a:pt x="6382" y="1841"/>
                    <a:pt x="6362" y="1809"/>
                  </a:cubicBezTo>
                  <a:cubicBezTo>
                    <a:pt x="6350" y="1788"/>
                    <a:pt x="6328" y="1776"/>
                    <a:pt x="6306" y="1776"/>
                  </a:cubicBezTo>
                  <a:close/>
                  <a:moveTo>
                    <a:pt x="19709" y="2040"/>
                  </a:moveTo>
                  <a:cubicBezTo>
                    <a:pt x="19688" y="2040"/>
                    <a:pt x="19666" y="2051"/>
                    <a:pt x="19653" y="2070"/>
                  </a:cubicBezTo>
                  <a:cubicBezTo>
                    <a:pt x="19633" y="2100"/>
                    <a:pt x="19642" y="2141"/>
                    <a:pt x="19673" y="2161"/>
                  </a:cubicBezTo>
                  <a:lnTo>
                    <a:pt x="19783" y="2233"/>
                  </a:lnTo>
                  <a:cubicBezTo>
                    <a:pt x="19794" y="2240"/>
                    <a:pt x="19807" y="2244"/>
                    <a:pt x="19820" y="2244"/>
                  </a:cubicBezTo>
                  <a:cubicBezTo>
                    <a:pt x="19842" y="2244"/>
                    <a:pt x="19862" y="2232"/>
                    <a:pt x="19875" y="2215"/>
                  </a:cubicBezTo>
                  <a:cubicBezTo>
                    <a:pt x="19894" y="2185"/>
                    <a:pt x="19887" y="2144"/>
                    <a:pt x="19856" y="2123"/>
                  </a:cubicBezTo>
                  <a:lnTo>
                    <a:pt x="19744" y="2051"/>
                  </a:lnTo>
                  <a:cubicBezTo>
                    <a:pt x="19734" y="2044"/>
                    <a:pt x="19721" y="2040"/>
                    <a:pt x="19709" y="2040"/>
                  </a:cubicBezTo>
                  <a:close/>
                  <a:moveTo>
                    <a:pt x="5638" y="2200"/>
                  </a:moveTo>
                  <a:cubicBezTo>
                    <a:pt x="5625" y="2200"/>
                    <a:pt x="5613" y="2204"/>
                    <a:pt x="5602" y="2211"/>
                  </a:cubicBezTo>
                  <a:lnTo>
                    <a:pt x="5492" y="2287"/>
                  </a:lnTo>
                  <a:cubicBezTo>
                    <a:pt x="5462" y="2307"/>
                    <a:pt x="5456" y="2350"/>
                    <a:pt x="5476" y="2379"/>
                  </a:cubicBezTo>
                  <a:cubicBezTo>
                    <a:pt x="5489" y="2398"/>
                    <a:pt x="5510" y="2408"/>
                    <a:pt x="5530" y="2408"/>
                  </a:cubicBezTo>
                  <a:cubicBezTo>
                    <a:pt x="5543" y="2408"/>
                    <a:pt x="5556" y="2404"/>
                    <a:pt x="5568" y="2395"/>
                  </a:cubicBezTo>
                  <a:lnTo>
                    <a:pt x="5676" y="2322"/>
                  </a:lnTo>
                  <a:cubicBezTo>
                    <a:pt x="5706" y="2301"/>
                    <a:pt x="5714" y="2260"/>
                    <a:pt x="5694" y="2230"/>
                  </a:cubicBezTo>
                  <a:cubicBezTo>
                    <a:pt x="5681" y="2210"/>
                    <a:pt x="5659" y="2200"/>
                    <a:pt x="5638" y="2200"/>
                  </a:cubicBezTo>
                  <a:close/>
                  <a:moveTo>
                    <a:pt x="20360" y="2490"/>
                  </a:moveTo>
                  <a:cubicBezTo>
                    <a:pt x="20340" y="2490"/>
                    <a:pt x="20320" y="2499"/>
                    <a:pt x="20307" y="2517"/>
                  </a:cubicBezTo>
                  <a:cubicBezTo>
                    <a:pt x="20286" y="2547"/>
                    <a:pt x="20292" y="2588"/>
                    <a:pt x="20321" y="2609"/>
                  </a:cubicBezTo>
                  <a:lnTo>
                    <a:pt x="20426" y="2689"/>
                  </a:lnTo>
                  <a:cubicBezTo>
                    <a:pt x="20438" y="2698"/>
                    <a:pt x="20451" y="2701"/>
                    <a:pt x="20466" y="2701"/>
                  </a:cubicBezTo>
                  <a:cubicBezTo>
                    <a:pt x="20486" y="2701"/>
                    <a:pt x="20506" y="2692"/>
                    <a:pt x="20518" y="2675"/>
                  </a:cubicBezTo>
                  <a:cubicBezTo>
                    <a:pt x="20539" y="2646"/>
                    <a:pt x="20535" y="2604"/>
                    <a:pt x="20506" y="2583"/>
                  </a:cubicBezTo>
                  <a:lnTo>
                    <a:pt x="20399" y="2503"/>
                  </a:lnTo>
                  <a:cubicBezTo>
                    <a:pt x="20387" y="2494"/>
                    <a:pt x="20374" y="2490"/>
                    <a:pt x="20360" y="2490"/>
                  </a:cubicBezTo>
                  <a:close/>
                  <a:moveTo>
                    <a:pt x="4999" y="2664"/>
                  </a:moveTo>
                  <a:cubicBezTo>
                    <a:pt x="4984" y="2664"/>
                    <a:pt x="4970" y="2669"/>
                    <a:pt x="4958" y="2679"/>
                  </a:cubicBezTo>
                  <a:cubicBezTo>
                    <a:pt x="4923" y="2705"/>
                    <a:pt x="4889" y="2734"/>
                    <a:pt x="4855" y="2761"/>
                  </a:cubicBezTo>
                  <a:cubicBezTo>
                    <a:pt x="4826" y="2783"/>
                    <a:pt x="4821" y="2825"/>
                    <a:pt x="4845" y="2854"/>
                  </a:cubicBezTo>
                  <a:cubicBezTo>
                    <a:pt x="4857" y="2870"/>
                    <a:pt x="4876" y="2879"/>
                    <a:pt x="4896" y="2879"/>
                  </a:cubicBezTo>
                  <a:cubicBezTo>
                    <a:pt x="4909" y="2879"/>
                    <a:pt x="4923" y="2874"/>
                    <a:pt x="4935" y="2863"/>
                  </a:cubicBezTo>
                  <a:lnTo>
                    <a:pt x="5039" y="2782"/>
                  </a:lnTo>
                  <a:cubicBezTo>
                    <a:pt x="5067" y="2761"/>
                    <a:pt x="5073" y="2719"/>
                    <a:pt x="5050" y="2690"/>
                  </a:cubicBezTo>
                  <a:cubicBezTo>
                    <a:pt x="5038" y="2673"/>
                    <a:pt x="5018" y="2664"/>
                    <a:pt x="4999" y="2664"/>
                  </a:cubicBezTo>
                  <a:close/>
                  <a:moveTo>
                    <a:pt x="20981" y="2980"/>
                  </a:moveTo>
                  <a:cubicBezTo>
                    <a:pt x="20963" y="2980"/>
                    <a:pt x="20944" y="2988"/>
                    <a:pt x="20931" y="3003"/>
                  </a:cubicBezTo>
                  <a:cubicBezTo>
                    <a:pt x="20907" y="3032"/>
                    <a:pt x="20911" y="3074"/>
                    <a:pt x="20939" y="3096"/>
                  </a:cubicBezTo>
                  <a:lnTo>
                    <a:pt x="21039" y="3182"/>
                  </a:lnTo>
                  <a:cubicBezTo>
                    <a:pt x="21052" y="3193"/>
                    <a:pt x="21067" y="3198"/>
                    <a:pt x="21083" y="3198"/>
                  </a:cubicBezTo>
                  <a:cubicBezTo>
                    <a:pt x="21101" y="3198"/>
                    <a:pt x="21120" y="3190"/>
                    <a:pt x="21134" y="3175"/>
                  </a:cubicBezTo>
                  <a:cubicBezTo>
                    <a:pt x="21156" y="3146"/>
                    <a:pt x="21153" y="3106"/>
                    <a:pt x="21126" y="3081"/>
                  </a:cubicBezTo>
                  <a:lnTo>
                    <a:pt x="21024" y="2996"/>
                  </a:lnTo>
                  <a:cubicBezTo>
                    <a:pt x="21012" y="2985"/>
                    <a:pt x="20997" y="2980"/>
                    <a:pt x="20981" y="2980"/>
                  </a:cubicBezTo>
                  <a:close/>
                  <a:moveTo>
                    <a:pt x="4390" y="3170"/>
                  </a:moveTo>
                  <a:cubicBezTo>
                    <a:pt x="4375" y="3170"/>
                    <a:pt x="4359" y="3175"/>
                    <a:pt x="4346" y="3186"/>
                  </a:cubicBezTo>
                  <a:lnTo>
                    <a:pt x="4247" y="3274"/>
                  </a:lnTo>
                  <a:cubicBezTo>
                    <a:pt x="4221" y="3299"/>
                    <a:pt x="4217" y="3341"/>
                    <a:pt x="4242" y="3367"/>
                  </a:cubicBezTo>
                  <a:cubicBezTo>
                    <a:pt x="4254" y="3382"/>
                    <a:pt x="4273" y="3390"/>
                    <a:pt x="4290" y="3390"/>
                  </a:cubicBezTo>
                  <a:cubicBezTo>
                    <a:pt x="4305" y="3390"/>
                    <a:pt x="4323" y="3385"/>
                    <a:pt x="4335" y="3373"/>
                  </a:cubicBezTo>
                  <a:cubicBezTo>
                    <a:pt x="4369" y="3344"/>
                    <a:pt x="4401" y="3314"/>
                    <a:pt x="4433" y="3286"/>
                  </a:cubicBezTo>
                  <a:cubicBezTo>
                    <a:pt x="4462" y="3262"/>
                    <a:pt x="4464" y="3220"/>
                    <a:pt x="4441" y="3193"/>
                  </a:cubicBezTo>
                  <a:cubicBezTo>
                    <a:pt x="4427" y="3178"/>
                    <a:pt x="4409" y="3170"/>
                    <a:pt x="4390" y="3170"/>
                  </a:cubicBezTo>
                  <a:close/>
                  <a:moveTo>
                    <a:pt x="21572" y="3509"/>
                  </a:moveTo>
                  <a:cubicBezTo>
                    <a:pt x="21555" y="3509"/>
                    <a:pt x="21538" y="3516"/>
                    <a:pt x="21525" y="3529"/>
                  </a:cubicBezTo>
                  <a:cubicBezTo>
                    <a:pt x="21500" y="3556"/>
                    <a:pt x="21500" y="3597"/>
                    <a:pt x="21528" y="3622"/>
                  </a:cubicBezTo>
                  <a:cubicBezTo>
                    <a:pt x="21559" y="3652"/>
                    <a:pt x="21591" y="3683"/>
                    <a:pt x="21622" y="3713"/>
                  </a:cubicBezTo>
                  <a:cubicBezTo>
                    <a:pt x="21635" y="3727"/>
                    <a:pt x="21652" y="3733"/>
                    <a:pt x="21668" y="3733"/>
                  </a:cubicBezTo>
                  <a:cubicBezTo>
                    <a:pt x="21684" y="3733"/>
                    <a:pt x="21701" y="3727"/>
                    <a:pt x="21715" y="3712"/>
                  </a:cubicBezTo>
                  <a:cubicBezTo>
                    <a:pt x="21741" y="3687"/>
                    <a:pt x="21740" y="3645"/>
                    <a:pt x="21714" y="3619"/>
                  </a:cubicBezTo>
                  <a:lnTo>
                    <a:pt x="21618" y="3527"/>
                  </a:lnTo>
                  <a:cubicBezTo>
                    <a:pt x="21605" y="3515"/>
                    <a:pt x="21589" y="3509"/>
                    <a:pt x="21572" y="3509"/>
                  </a:cubicBezTo>
                  <a:close/>
                  <a:moveTo>
                    <a:pt x="3810" y="3711"/>
                  </a:moveTo>
                  <a:cubicBezTo>
                    <a:pt x="3793" y="3711"/>
                    <a:pt x="3776" y="3717"/>
                    <a:pt x="3763" y="3730"/>
                  </a:cubicBezTo>
                  <a:cubicBezTo>
                    <a:pt x="3732" y="3762"/>
                    <a:pt x="3701" y="3793"/>
                    <a:pt x="3670" y="3825"/>
                  </a:cubicBezTo>
                  <a:cubicBezTo>
                    <a:pt x="3645" y="3850"/>
                    <a:pt x="3646" y="3892"/>
                    <a:pt x="3671" y="3918"/>
                  </a:cubicBezTo>
                  <a:cubicBezTo>
                    <a:pt x="3684" y="3931"/>
                    <a:pt x="3701" y="3937"/>
                    <a:pt x="3717" y="3937"/>
                  </a:cubicBezTo>
                  <a:cubicBezTo>
                    <a:pt x="3736" y="3937"/>
                    <a:pt x="3752" y="3931"/>
                    <a:pt x="3765" y="3917"/>
                  </a:cubicBezTo>
                  <a:cubicBezTo>
                    <a:pt x="3796" y="3885"/>
                    <a:pt x="3827" y="3855"/>
                    <a:pt x="3857" y="3824"/>
                  </a:cubicBezTo>
                  <a:cubicBezTo>
                    <a:pt x="3883" y="3798"/>
                    <a:pt x="3883" y="3755"/>
                    <a:pt x="3857" y="3730"/>
                  </a:cubicBezTo>
                  <a:cubicBezTo>
                    <a:pt x="3845" y="3717"/>
                    <a:pt x="3827" y="3711"/>
                    <a:pt x="3810" y="3711"/>
                  </a:cubicBezTo>
                  <a:close/>
                  <a:moveTo>
                    <a:pt x="22130" y="4073"/>
                  </a:moveTo>
                  <a:cubicBezTo>
                    <a:pt x="22114" y="4073"/>
                    <a:pt x="22098" y="4079"/>
                    <a:pt x="22085" y="4091"/>
                  </a:cubicBezTo>
                  <a:cubicBezTo>
                    <a:pt x="22058" y="4115"/>
                    <a:pt x="22057" y="4157"/>
                    <a:pt x="22081" y="4184"/>
                  </a:cubicBezTo>
                  <a:lnTo>
                    <a:pt x="22169" y="4280"/>
                  </a:lnTo>
                  <a:cubicBezTo>
                    <a:pt x="22183" y="4295"/>
                    <a:pt x="22200" y="4302"/>
                    <a:pt x="22218" y="4302"/>
                  </a:cubicBezTo>
                  <a:cubicBezTo>
                    <a:pt x="22234" y="4302"/>
                    <a:pt x="22249" y="4296"/>
                    <a:pt x="22262" y="4285"/>
                  </a:cubicBezTo>
                  <a:cubicBezTo>
                    <a:pt x="22290" y="4261"/>
                    <a:pt x="22292" y="4219"/>
                    <a:pt x="22268" y="4192"/>
                  </a:cubicBezTo>
                  <a:cubicBezTo>
                    <a:pt x="22239" y="4159"/>
                    <a:pt x="22209" y="4127"/>
                    <a:pt x="22179" y="4095"/>
                  </a:cubicBezTo>
                  <a:cubicBezTo>
                    <a:pt x="22165" y="4080"/>
                    <a:pt x="22147" y="4073"/>
                    <a:pt x="22130" y="4073"/>
                  </a:cubicBezTo>
                  <a:close/>
                  <a:moveTo>
                    <a:pt x="3266" y="4288"/>
                  </a:moveTo>
                  <a:cubicBezTo>
                    <a:pt x="3248" y="4288"/>
                    <a:pt x="3230" y="4295"/>
                    <a:pt x="3218" y="4310"/>
                  </a:cubicBezTo>
                  <a:cubicBezTo>
                    <a:pt x="3189" y="4343"/>
                    <a:pt x="3160" y="4376"/>
                    <a:pt x="3131" y="4409"/>
                  </a:cubicBezTo>
                  <a:cubicBezTo>
                    <a:pt x="3106" y="4438"/>
                    <a:pt x="3110" y="4479"/>
                    <a:pt x="3137" y="4502"/>
                  </a:cubicBezTo>
                  <a:cubicBezTo>
                    <a:pt x="3149" y="4514"/>
                    <a:pt x="3165" y="4520"/>
                    <a:pt x="3180" y="4520"/>
                  </a:cubicBezTo>
                  <a:cubicBezTo>
                    <a:pt x="3199" y="4520"/>
                    <a:pt x="3218" y="4510"/>
                    <a:pt x="3229" y="4496"/>
                  </a:cubicBezTo>
                  <a:cubicBezTo>
                    <a:pt x="3259" y="4463"/>
                    <a:pt x="3286" y="4431"/>
                    <a:pt x="3316" y="4398"/>
                  </a:cubicBezTo>
                  <a:cubicBezTo>
                    <a:pt x="3341" y="4371"/>
                    <a:pt x="3338" y="4328"/>
                    <a:pt x="3311" y="4305"/>
                  </a:cubicBezTo>
                  <a:cubicBezTo>
                    <a:pt x="3298" y="4293"/>
                    <a:pt x="3282" y="4288"/>
                    <a:pt x="3266" y="4288"/>
                  </a:cubicBezTo>
                  <a:close/>
                  <a:moveTo>
                    <a:pt x="22648" y="4668"/>
                  </a:moveTo>
                  <a:cubicBezTo>
                    <a:pt x="22633" y="4668"/>
                    <a:pt x="22618" y="4673"/>
                    <a:pt x="22605" y="4683"/>
                  </a:cubicBezTo>
                  <a:cubicBezTo>
                    <a:pt x="22578" y="4706"/>
                    <a:pt x="22573" y="4748"/>
                    <a:pt x="22596" y="4776"/>
                  </a:cubicBezTo>
                  <a:cubicBezTo>
                    <a:pt x="22625" y="4811"/>
                    <a:pt x="22652" y="4844"/>
                    <a:pt x="22680" y="4879"/>
                  </a:cubicBezTo>
                  <a:cubicBezTo>
                    <a:pt x="22692" y="4894"/>
                    <a:pt x="22712" y="4903"/>
                    <a:pt x="22731" y="4903"/>
                  </a:cubicBezTo>
                  <a:cubicBezTo>
                    <a:pt x="22746" y="4903"/>
                    <a:pt x="22761" y="4898"/>
                    <a:pt x="22772" y="4888"/>
                  </a:cubicBezTo>
                  <a:cubicBezTo>
                    <a:pt x="22800" y="4864"/>
                    <a:pt x="22805" y="4822"/>
                    <a:pt x="22782" y="4794"/>
                  </a:cubicBezTo>
                  <a:cubicBezTo>
                    <a:pt x="22755" y="4761"/>
                    <a:pt x="22727" y="4726"/>
                    <a:pt x="22698" y="4692"/>
                  </a:cubicBezTo>
                  <a:cubicBezTo>
                    <a:pt x="22685" y="4676"/>
                    <a:pt x="22667" y="4668"/>
                    <a:pt x="22648" y="4668"/>
                  </a:cubicBezTo>
                  <a:close/>
                  <a:moveTo>
                    <a:pt x="2761" y="4895"/>
                  </a:moveTo>
                  <a:cubicBezTo>
                    <a:pt x="2741" y="4895"/>
                    <a:pt x="2722" y="4904"/>
                    <a:pt x="2708" y="4921"/>
                  </a:cubicBezTo>
                  <a:cubicBezTo>
                    <a:pt x="2682" y="4955"/>
                    <a:pt x="2655" y="4991"/>
                    <a:pt x="2627" y="5025"/>
                  </a:cubicBezTo>
                  <a:cubicBezTo>
                    <a:pt x="2606" y="5054"/>
                    <a:pt x="2611" y="5096"/>
                    <a:pt x="2641" y="5118"/>
                  </a:cubicBezTo>
                  <a:cubicBezTo>
                    <a:pt x="2652" y="5128"/>
                    <a:pt x="2666" y="5131"/>
                    <a:pt x="2681" y="5131"/>
                  </a:cubicBezTo>
                  <a:cubicBezTo>
                    <a:pt x="2701" y="5131"/>
                    <a:pt x="2720" y="5124"/>
                    <a:pt x="2733" y="5106"/>
                  </a:cubicBezTo>
                  <a:lnTo>
                    <a:pt x="2814" y="5003"/>
                  </a:lnTo>
                  <a:cubicBezTo>
                    <a:pt x="2836" y="4973"/>
                    <a:pt x="2830" y="4932"/>
                    <a:pt x="2801" y="4909"/>
                  </a:cubicBezTo>
                  <a:cubicBezTo>
                    <a:pt x="2789" y="4899"/>
                    <a:pt x="2775" y="4895"/>
                    <a:pt x="2761" y="4895"/>
                  </a:cubicBezTo>
                  <a:close/>
                  <a:moveTo>
                    <a:pt x="23130" y="5295"/>
                  </a:moveTo>
                  <a:cubicBezTo>
                    <a:pt x="23116" y="5295"/>
                    <a:pt x="23103" y="5300"/>
                    <a:pt x="23091" y="5308"/>
                  </a:cubicBezTo>
                  <a:cubicBezTo>
                    <a:pt x="23063" y="5330"/>
                    <a:pt x="23054" y="5371"/>
                    <a:pt x="23076" y="5401"/>
                  </a:cubicBezTo>
                  <a:cubicBezTo>
                    <a:pt x="23101" y="5434"/>
                    <a:pt x="23127" y="5471"/>
                    <a:pt x="23153" y="5506"/>
                  </a:cubicBezTo>
                  <a:cubicBezTo>
                    <a:pt x="23166" y="5524"/>
                    <a:pt x="23186" y="5535"/>
                    <a:pt x="23207" y="5535"/>
                  </a:cubicBezTo>
                  <a:cubicBezTo>
                    <a:pt x="23221" y="5535"/>
                    <a:pt x="23233" y="5531"/>
                    <a:pt x="23245" y="5523"/>
                  </a:cubicBezTo>
                  <a:cubicBezTo>
                    <a:pt x="23274" y="5503"/>
                    <a:pt x="23280" y="5460"/>
                    <a:pt x="23260" y="5431"/>
                  </a:cubicBezTo>
                  <a:lnTo>
                    <a:pt x="23183" y="5324"/>
                  </a:lnTo>
                  <a:cubicBezTo>
                    <a:pt x="23170" y="5305"/>
                    <a:pt x="23150" y="5295"/>
                    <a:pt x="23130" y="5295"/>
                  </a:cubicBezTo>
                  <a:close/>
                  <a:moveTo>
                    <a:pt x="2292" y="5534"/>
                  </a:moveTo>
                  <a:cubicBezTo>
                    <a:pt x="2271" y="5534"/>
                    <a:pt x="2250" y="5544"/>
                    <a:pt x="2238" y="5562"/>
                  </a:cubicBezTo>
                  <a:cubicBezTo>
                    <a:pt x="2213" y="5599"/>
                    <a:pt x="2187" y="5636"/>
                    <a:pt x="2164" y="5673"/>
                  </a:cubicBezTo>
                  <a:cubicBezTo>
                    <a:pt x="2143" y="5703"/>
                    <a:pt x="2151" y="5744"/>
                    <a:pt x="2181" y="5765"/>
                  </a:cubicBezTo>
                  <a:cubicBezTo>
                    <a:pt x="2193" y="5773"/>
                    <a:pt x="2206" y="5776"/>
                    <a:pt x="2218" y="5776"/>
                  </a:cubicBezTo>
                  <a:cubicBezTo>
                    <a:pt x="2241" y="5776"/>
                    <a:pt x="2261" y="5766"/>
                    <a:pt x="2272" y="5747"/>
                  </a:cubicBezTo>
                  <a:cubicBezTo>
                    <a:pt x="2297" y="5710"/>
                    <a:pt x="2323" y="5674"/>
                    <a:pt x="2346" y="5638"/>
                  </a:cubicBezTo>
                  <a:cubicBezTo>
                    <a:pt x="2367" y="5607"/>
                    <a:pt x="2360" y="5566"/>
                    <a:pt x="2330" y="5546"/>
                  </a:cubicBezTo>
                  <a:cubicBezTo>
                    <a:pt x="2318" y="5538"/>
                    <a:pt x="2305" y="5534"/>
                    <a:pt x="2292" y="5534"/>
                  </a:cubicBezTo>
                  <a:close/>
                  <a:moveTo>
                    <a:pt x="23573" y="5953"/>
                  </a:moveTo>
                  <a:cubicBezTo>
                    <a:pt x="23561" y="5953"/>
                    <a:pt x="23549" y="5956"/>
                    <a:pt x="23538" y="5963"/>
                  </a:cubicBezTo>
                  <a:cubicBezTo>
                    <a:pt x="23508" y="5983"/>
                    <a:pt x="23498" y="6024"/>
                    <a:pt x="23518" y="6054"/>
                  </a:cubicBezTo>
                  <a:lnTo>
                    <a:pt x="23586" y="6165"/>
                  </a:lnTo>
                  <a:cubicBezTo>
                    <a:pt x="23600" y="6184"/>
                    <a:pt x="23621" y="6196"/>
                    <a:pt x="23643" y="6196"/>
                  </a:cubicBezTo>
                  <a:cubicBezTo>
                    <a:pt x="23654" y="6196"/>
                    <a:pt x="23667" y="6193"/>
                    <a:pt x="23677" y="6187"/>
                  </a:cubicBezTo>
                  <a:cubicBezTo>
                    <a:pt x="23709" y="6168"/>
                    <a:pt x="23718" y="6127"/>
                    <a:pt x="23699" y="6096"/>
                  </a:cubicBezTo>
                  <a:lnTo>
                    <a:pt x="23628" y="5984"/>
                  </a:lnTo>
                  <a:cubicBezTo>
                    <a:pt x="23617" y="5964"/>
                    <a:pt x="23595" y="5953"/>
                    <a:pt x="23573" y="5953"/>
                  </a:cubicBezTo>
                  <a:close/>
                  <a:moveTo>
                    <a:pt x="1865" y="6202"/>
                  </a:moveTo>
                  <a:cubicBezTo>
                    <a:pt x="1842" y="6202"/>
                    <a:pt x="1821" y="6213"/>
                    <a:pt x="1808" y="6234"/>
                  </a:cubicBezTo>
                  <a:cubicBezTo>
                    <a:pt x="1785" y="6271"/>
                    <a:pt x="1762" y="6309"/>
                    <a:pt x="1740" y="6348"/>
                  </a:cubicBezTo>
                  <a:cubicBezTo>
                    <a:pt x="1722" y="6380"/>
                    <a:pt x="1732" y="6421"/>
                    <a:pt x="1765" y="6439"/>
                  </a:cubicBezTo>
                  <a:cubicBezTo>
                    <a:pt x="1774" y="6445"/>
                    <a:pt x="1786" y="6448"/>
                    <a:pt x="1798" y="6448"/>
                  </a:cubicBezTo>
                  <a:cubicBezTo>
                    <a:pt x="1821" y="6448"/>
                    <a:pt x="1843" y="6436"/>
                    <a:pt x="1855" y="6415"/>
                  </a:cubicBezTo>
                  <a:cubicBezTo>
                    <a:pt x="1877" y="6378"/>
                    <a:pt x="1899" y="6339"/>
                    <a:pt x="1921" y="6302"/>
                  </a:cubicBezTo>
                  <a:cubicBezTo>
                    <a:pt x="1940" y="6270"/>
                    <a:pt x="1930" y="6230"/>
                    <a:pt x="1899" y="6211"/>
                  </a:cubicBezTo>
                  <a:cubicBezTo>
                    <a:pt x="1888" y="6205"/>
                    <a:pt x="1876" y="6202"/>
                    <a:pt x="1865" y="6202"/>
                  </a:cubicBezTo>
                  <a:close/>
                  <a:moveTo>
                    <a:pt x="23972" y="6634"/>
                  </a:moveTo>
                  <a:cubicBezTo>
                    <a:pt x="23961" y="6634"/>
                    <a:pt x="23951" y="6636"/>
                    <a:pt x="23940" y="6642"/>
                  </a:cubicBezTo>
                  <a:cubicBezTo>
                    <a:pt x="23909" y="6660"/>
                    <a:pt x="23897" y="6700"/>
                    <a:pt x="23915" y="6732"/>
                  </a:cubicBezTo>
                  <a:lnTo>
                    <a:pt x="23977" y="6846"/>
                  </a:lnTo>
                  <a:cubicBezTo>
                    <a:pt x="23990" y="6869"/>
                    <a:pt x="24012" y="6881"/>
                    <a:pt x="24036" y="6881"/>
                  </a:cubicBezTo>
                  <a:cubicBezTo>
                    <a:pt x="24047" y="6881"/>
                    <a:pt x="24057" y="6879"/>
                    <a:pt x="24066" y="6874"/>
                  </a:cubicBezTo>
                  <a:cubicBezTo>
                    <a:pt x="24098" y="6856"/>
                    <a:pt x="24110" y="6816"/>
                    <a:pt x="24093" y="6784"/>
                  </a:cubicBezTo>
                  <a:lnTo>
                    <a:pt x="24030" y="6667"/>
                  </a:lnTo>
                  <a:cubicBezTo>
                    <a:pt x="24018" y="6646"/>
                    <a:pt x="23995" y="6634"/>
                    <a:pt x="23972" y="6634"/>
                  </a:cubicBezTo>
                  <a:close/>
                  <a:moveTo>
                    <a:pt x="1479" y="6893"/>
                  </a:moveTo>
                  <a:cubicBezTo>
                    <a:pt x="1455" y="6893"/>
                    <a:pt x="1432" y="6906"/>
                    <a:pt x="1420" y="6929"/>
                  </a:cubicBezTo>
                  <a:cubicBezTo>
                    <a:pt x="1400" y="6968"/>
                    <a:pt x="1380" y="7008"/>
                    <a:pt x="1360" y="7048"/>
                  </a:cubicBezTo>
                  <a:cubicBezTo>
                    <a:pt x="1343" y="7080"/>
                    <a:pt x="1358" y="7120"/>
                    <a:pt x="1389" y="7136"/>
                  </a:cubicBezTo>
                  <a:cubicBezTo>
                    <a:pt x="1399" y="7141"/>
                    <a:pt x="1409" y="7143"/>
                    <a:pt x="1419" y="7143"/>
                  </a:cubicBezTo>
                  <a:cubicBezTo>
                    <a:pt x="1444" y="7143"/>
                    <a:pt x="1466" y="7131"/>
                    <a:pt x="1477" y="7108"/>
                  </a:cubicBezTo>
                  <a:cubicBezTo>
                    <a:pt x="1498" y="7068"/>
                    <a:pt x="1517" y="7028"/>
                    <a:pt x="1538" y="6990"/>
                  </a:cubicBezTo>
                  <a:cubicBezTo>
                    <a:pt x="1554" y="6957"/>
                    <a:pt x="1542" y="6917"/>
                    <a:pt x="1510" y="6901"/>
                  </a:cubicBezTo>
                  <a:cubicBezTo>
                    <a:pt x="1500" y="6896"/>
                    <a:pt x="1489" y="6893"/>
                    <a:pt x="1479" y="6893"/>
                  </a:cubicBezTo>
                  <a:close/>
                  <a:moveTo>
                    <a:pt x="24331" y="7337"/>
                  </a:moveTo>
                  <a:cubicBezTo>
                    <a:pt x="24322" y="7337"/>
                    <a:pt x="24312" y="7339"/>
                    <a:pt x="24303" y="7344"/>
                  </a:cubicBezTo>
                  <a:cubicBezTo>
                    <a:pt x="24270" y="7359"/>
                    <a:pt x="24256" y="7398"/>
                    <a:pt x="24271" y="7432"/>
                  </a:cubicBezTo>
                  <a:cubicBezTo>
                    <a:pt x="24290" y="7472"/>
                    <a:pt x="24308" y="7510"/>
                    <a:pt x="24326" y="7550"/>
                  </a:cubicBezTo>
                  <a:cubicBezTo>
                    <a:pt x="24337" y="7575"/>
                    <a:pt x="24360" y="7589"/>
                    <a:pt x="24386" y="7589"/>
                  </a:cubicBezTo>
                  <a:cubicBezTo>
                    <a:pt x="24395" y="7589"/>
                    <a:pt x="24404" y="7587"/>
                    <a:pt x="24412" y="7582"/>
                  </a:cubicBezTo>
                  <a:cubicBezTo>
                    <a:pt x="24446" y="7569"/>
                    <a:pt x="24461" y="7529"/>
                    <a:pt x="24446" y="7495"/>
                  </a:cubicBezTo>
                  <a:cubicBezTo>
                    <a:pt x="24427" y="7454"/>
                    <a:pt x="24410" y="7415"/>
                    <a:pt x="24391" y="7375"/>
                  </a:cubicBezTo>
                  <a:cubicBezTo>
                    <a:pt x="24380" y="7351"/>
                    <a:pt x="24356" y="7337"/>
                    <a:pt x="24331" y="7337"/>
                  </a:cubicBezTo>
                  <a:close/>
                  <a:moveTo>
                    <a:pt x="1138" y="7610"/>
                  </a:moveTo>
                  <a:cubicBezTo>
                    <a:pt x="1113" y="7610"/>
                    <a:pt x="1089" y="7624"/>
                    <a:pt x="1077" y="7649"/>
                  </a:cubicBezTo>
                  <a:cubicBezTo>
                    <a:pt x="1060" y="7689"/>
                    <a:pt x="1044" y="7730"/>
                    <a:pt x="1025" y="7771"/>
                  </a:cubicBezTo>
                  <a:cubicBezTo>
                    <a:pt x="1010" y="7806"/>
                    <a:pt x="1026" y="7845"/>
                    <a:pt x="1060" y="7858"/>
                  </a:cubicBezTo>
                  <a:cubicBezTo>
                    <a:pt x="1067" y="7862"/>
                    <a:pt x="1076" y="7863"/>
                    <a:pt x="1086" y="7863"/>
                  </a:cubicBezTo>
                  <a:cubicBezTo>
                    <a:pt x="1111" y="7863"/>
                    <a:pt x="1136" y="7848"/>
                    <a:pt x="1146" y="7822"/>
                  </a:cubicBezTo>
                  <a:cubicBezTo>
                    <a:pt x="1163" y="7783"/>
                    <a:pt x="1180" y="7743"/>
                    <a:pt x="1198" y="7703"/>
                  </a:cubicBezTo>
                  <a:cubicBezTo>
                    <a:pt x="1213" y="7669"/>
                    <a:pt x="1198" y="7630"/>
                    <a:pt x="1164" y="7616"/>
                  </a:cubicBezTo>
                  <a:cubicBezTo>
                    <a:pt x="1156" y="7612"/>
                    <a:pt x="1146" y="7610"/>
                    <a:pt x="1138" y="7610"/>
                  </a:cubicBezTo>
                  <a:close/>
                  <a:moveTo>
                    <a:pt x="24644" y="8062"/>
                  </a:moveTo>
                  <a:cubicBezTo>
                    <a:pt x="24636" y="8062"/>
                    <a:pt x="24627" y="8064"/>
                    <a:pt x="24619" y="8067"/>
                  </a:cubicBezTo>
                  <a:cubicBezTo>
                    <a:pt x="24585" y="8080"/>
                    <a:pt x="24569" y="8118"/>
                    <a:pt x="24582" y="8153"/>
                  </a:cubicBezTo>
                  <a:lnTo>
                    <a:pt x="24629" y="8276"/>
                  </a:lnTo>
                  <a:cubicBezTo>
                    <a:pt x="24639" y="8301"/>
                    <a:pt x="24664" y="8318"/>
                    <a:pt x="24690" y="8318"/>
                  </a:cubicBezTo>
                  <a:cubicBezTo>
                    <a:pt x="24698" y="8318"/>
                    <a:pt x="24707" y="8317"/>
                    <a:pt x="24715" y="8314"/>
                  </a:cubicBezTo>
                  <a:cubicBezTo>
                    <a:pt x="24749" y="8300"/>
                    <a:pt x="24766" y="8262"/>
                    <a:pt x="24753" y="8229"/>
                  </a:cubicBezTo>
                  <a:lnTo>
                    <a:pt x="24705" y="8104"/>
                  </a:lnTo>
                  <a:cubicBezTo>
                    <a:pt x="24695" y="8078"/>
                    <a:pt x="24670" y="8062"/>
                    <a:pt x="24644" y="8062"/>
                  </a:cubicBezTo>
                  <a:close/>
                  <a:moveTo>
                    <a:pt x="842" y="8346"/>
                  </a:moveTo>
                  <a:cubicBezTo>
                    <a:pt x="815" y="8346"/>
                    <a:pt x="790" y="8362"/>
                    <a:pt x="780" y="8389"/>
                  </a:cubicBezTo>
                  <a:cubicBezTo>
                    <a:pt x="764" y="8431"/>
                    <a:pt x="750" y="8472"/>
                    <a:pt x="735" y="8515"/>
                  </a:cubicBezTo>
                  <a:cubicBezTo>
                    <a:pt x="722" y="8549"/>
                    <a:pt x="740" y="8588"/>
                    <a:pt x="774" y="8599"/>
                  </a:cubicBezTo>
                  <a:cubicBezTo>
                    <a:pt x="781" y="8601"/>
                    <a:pt x="789" y="8603"/>
                    <a:pt x="796" y="8603"/>
                  </a:cubicBezTo>
                  <a:cubicBezTo>
                    <a:pt x="824" y="8603"/>
                    <a:pt x="849" y="8585"/>
                    <a:pt x="859" y="8558"/>
                  </a:cubicBezTo>
                  <a:cubicBezTo>
                    <a:pt x="873" y="8516"/>
                    <a:pt x="888" y="8475"/>
                    <a:pt x="903" y="8434"/>
                  </a:cubicBezTo>
                  <a:cubicBezTo>
                    <a:pt x="916" y="8401"/>
                    <a:pt x="898" y="8363"/>
                    <a:pt x="865" y="8349"/>
                  </a:cubicBezTo>
                  <a:cubicBezTo>
                    <a:pt x="857" y="8347"/>
                    <a:pt x="850" y="8346"/>
                    <a:pt x="842" y="8346"/>
                  </a:cubicBezTo>
                  <a:close/>
                  <a:moveTo>
                    <a:pt x="24912" y="8808"/>
                  </a:moveTo>
                  <a:cubicBezTo>
                    <a:pt x="24905" y="8808"/>
                    <a:pt x="24897" y="8809"/>
                    <a:pt x="24890" y="8812"/>
                  </a:cubicBezTo>
                  <a:cubicBezTo>
                    <a:pt x="24855" y="8823"/>
                    <a:pt x="24836" y="8860"/>
                    <a:pt x="24847" y="8895"/>
                  </a:cubicBezTo>
                  <a:cubicBezTo>
                    <a:pt x="24860" y="8937"/>
                    <a:pt x="24875" y="8978"/>
                    <a:pt x="24887" y="9020"/>
                  </a:cubicBezTo>
                  <a:cubicBezTo>
                    <a:pt x="24896" y="9048"/>
                    <a:pt x="24922" y="9066"/>
                    <a:pt x="24949" y="9066"/>
                  </a:cubicBezTo>
                  <a:cubicBezTo>
                    <a:pt x="24956" y="9066"/>
                    <a:pt x="24963" y="9065"/>
                    <a:pt x="24969" y="9064"/>
                  </a:cubicBezTo>
                  <a:cubicBezTo>
                    <a:pt x="25004" y="9052"/>
                    <a:pt x="25023" y="9014"/>
                    <a:pt x="25013" y="8981"/>
                  </a:cubicBezTo>
                  <a:cubicBezTo>
                    <a:pt x="24999" y="8938"/>
                    <a:pt x="24987" y="8896"/>
                    <a:pt x="24973" y="8854"/>
                  </a:cubicBezTo>
                  <a:cubicBezTo>
                    <a:pt x="24964" y="8826"/>
                    <a:pt x="24939" y="8808"/>
                    <a:pt x="24912" y="8808"/>
                  </a:cubicBezTo>
                  <a:close/>
                  <a:moveTo>
                    <a:pt x="592" y="9097"/>
                  </a:moveTo>
                  <a:cubicBezTo>
                    <a:pt x="564" y="9097"/>
                    <a:pt x="537" y="9116"/>
                    <a:pt x="529" y="9143"/>
                  </a:cubicBezTo>
                  <a:lnTo>
                    <a:pt x="492" y="9271"/>
                  </a:lnTo>
                  <a:cubicBezTo>
                    <a:pt x="482" y="9307"/>
                    <a:pt x="502" y="9343"/>
                    <a:pt x="537" y="9353"/>
                  </a:cubicBezTo>
                  <a:cubicBezTo>
                    <a:pt x="543" y="9355"/>
                    <a:pt x="548" y="9356"/>
                    <a:pt x="554" y="9356"/>
                  </a:cubicBezTo>
                  <a:cubicBezTo>
                    <a:pt x="584" y="9356"/>
                    <a:pt x="610" y="9337"/>
                    <a:pt x="619" y="9307"/>
                  </a:cubicBezTo>
                  <a:lnTo>
                    <a:pt x="656" y="9181"/>
                  </a:lnTo>
                  <a:cubicBezTo>
                    <a:pt x="666" y="9146"/>
                    <a:pt x="646" y="9110"/>
                    <a:pt x="611" y="9099"/>
                  </a:cubicBezTo>
                  <a:cubicBezTo>
                    <a:pt x="605" y="9098"/>
                    <a:pt x="598" y="9097"/>
                    <a:pt x="592" y="9097"/>
                  </a:cubicBezTo>
                  <a:close/>
                  <a:moveTo>
                    <a:pt x="25132" y="9568"/>
                  </a:moveTo>
                  <a:cubicBezTo>
                    <a:pt x="25126" y="9568"/>
                    <a:pt x="25120" y="9568"/>
                    <a:pt x="25114" y="9570"/>
                  </a:cubicBezTo>
                  <a:cubicBezTo>
                    <a:pt x="25079" y="9579"/>
                    <a:pt x="25058" y="9615"/>
                    <a:pt x="25066" y="9651"/>
                  </a:cubicBezTo>
                  <a:lnTo>
                    <a:pt x="25099" y="9779"/>
                  </a:lnTo>
                  <a:cubicBezTo>
                    <a:pt x="25106" y="9807"/>
                    <a:pt x="25132" y="9828"/>
                    <a:pt x="25162" y="9828"/>
                  </a:cubicBezTo>
                  <a:cubicBezTo>
                    <a:pt x="25167" y="9828"/>
                    <a:pt x="25172" y="9828"/>
                    <a:pt x="25177" y="9826"/>
                  </a:cubicBezTo>
                  <a:cubicBezTo>
                    <a:pt x="25213" y="9818"/>
                    <a:pt x="25235" y="9782"/>
                    <a:pt x="25227" y="9746"/>
                  </a:cubicBezTo>
                  <a:lnTo>
                    <a:pt x="25194" y="9617"/>
                  </a:lnTo>
                  <a:cubicBezTo>
                    <a:pt x="25187" y="9588"/>
                    <a:pt x="25161" y="9568"/>
                    <a:pt x="25132" y="9568"/>
                  </a:cubicBezTo>
                  <a:close/>
                  <a:moveTo>
                    <a:pt x="390" y="9862"/>
                  </a:moveTo>
                  <a:cubicBezTo>
                    <a:pt x="360" y="9862"/>
                    <a:pt x="333" y="9883"/>
                    <a:pt x="327" y="9914"/>
                  </a:cubicBezTo>
                  <a:lnTo>
                    <a:pt x="298" y="10043"/>
                  </a:lnTo>
                  <a:cubicBezTo>
                    <a:pt x="289" y="10079"/>
                    <a:pt x="312" y="10114"/>
                    <a:pt x="348" y="10123"/>
                  </a:cubicBezTo>
                  <a:cubicBezTo>
                    <a:pt x="353" y="10124"/>
                    <a:pt x="356" y="10124"/>
                    <a:pt x="361" y="10124"/>
                  </a:cubicBezTo>
                  <a:cubicBezTo>
                    <a:pt x="392" y="10124"/>
                    <a:pt x="419" y="10103"/>
                    <a:pt x="428" y="10071"/>
                  </a:cubicBezTo>
                  <a:lnTo>
                    <a:pt x="456" y="9944"/>
                  </a:lnTo>
                  <a:cubicBezTo>
                    <a:pt x="463" y="9908"/>
                    <a:pt x="442" y="9872"/>
                    <a:pt x="406" y="9864"/>
                  </a:cubicBezTo>
                  <a:cubicBezTo>
                    <a:pt x="401" y="9862"/>
                    <a:pt x="396" y="9862"/>
                    <a:pt x="390" y="9862"/>
                  </a:cubicBezTo>
                  <a:close/>
                  <a:moveTo>
                    <a:pt x="25301" y="10342"/>
                  </a:moveTo>
                  <a:cubicBezTo>
                    <a:pt x="25297" y="10342"/>
                    <a:pt x="25293" y="10342"/>
                    <a:pt x="25289" y="10343"/>
                  </a:cubicBezTo>
                  <a:cubicBezTo>
                    <a:pt x="25253" y="10349"/>
                    <a:pt x="25230" y="10384"/>
                    <a:pt x="25237" y="10419"/>
                  </a:cubicBezTo>
                  <a:cubicBezTo>
                    <a:pt x="25245" y="10462"/>
                    <a:pt x="25253" y="10505"/>
                    <a:pt x="25260" y="10548"/>
                  </a:cubicBezTo>
                  <a:cubicBezTo>
                    <a:pt x="25268" y="10580"/>
                    <a:pt x="25294" y="10603"/>
                    <a:pt x="25326" y="10603"/>
                  </a:cubicBezTo>
                  <a:cubicBezTo>
                    <a:pt x="25330" y="10603"/>
                    <a:pt x="25333" y="10603"/>
                    <a:pt x="25336" y="10602"/>
                  </a:cubicBezTo>
                  <a:cubicBezTo>
                    <a:pt x="25372" y="10595"/>
                    <a:pt x="25396" y="10562"/>
                    <a:pt x="25390" y="10526"/>
                  </a:cubicBezTo>
                  <a:cubicBezTo>
                    <a:pt x="25382" y="10482"/>
                    <a:pt x="25373" y="10439"/>
                    <a:pt x="25366" y="10395"/>
                  </a:cubicBezTo>
                  <a:cubicBezTo>
                    <a:pt x="25360" y="10363"/>
                    <a:pt x="25332" y="10342"/>
                    <a:pt x="25301" y="10342"/>
                  </a:cubicBezTo>
                  <a:close/>
                  <a:moveTo>
                    <a:pt x="236" y="10639"/>
                  </a:moveTo>
                  <a:cubicBezTo>
                    <a:pt x="204" y="10639"/>
                    <a:pt x="176" y="10663"/>
                    <a:pt x="171" y="10696"/>
                  </a:cubicBezTo>
                  <a:lnTo>
                    <a:pt x="150" y="10826"/>
                  </a:lnTo>
                  <a:cubicBezTo>
                    <a:pt x="144" y="10861"/>
                    <a:pt x="170" y="10896"/>
                    <a:pt x="206" y="10901"/>
                  </a:cubicBezTo>
                  <a:cubicBezTo>
                    <a:pt x="210" y="10902"/>
                    <a:pt x="212" y="10902"/>
                    <a:pt x="216" y="10902"/>
                  </a:cubicBezTo>
                  <a:cubicBezTo>
                    <a:pt x="248" y="10902"/>
                    <a:pt x="276" y="10878"/>
                    <a:pt x="281" y="10845"/>
                  </a:cubicBezTo>
                  <a:lnTo>
                    <a:pt x="302" y="10716"/>
                  </a:lnTo>
                  <a:cubicBezTo>
                    <a:pt x="306" y="10680"/>
                    <a:pt x="282" y="10646"/>
                    <a:pt x="246" y="10640"/>
                  </a:cubicBezTo>
                  <a:cubicBezTo>
                    <a:pt x="243" y="10640"/>
                    <a:pt x="239" y="10639"/>
                    <a:pt x="236" y="10639"/>
                  </a:cubicBezTo>
                  <a:close/>
                  <a:moveTo>
                    <a:pt x="25427" y="11122"/>
                  </a:moveTo>
                  <a:cubicBezTo>
                    <a:pt x="25424" y="11122"/>
                    <a:pt x="25421" y="11122"/>
                    <a:pt x="25418" y="11122"/>
                  </a:cubicBezTo>
                  <a:cubicBezTo>
                    <a:pt x="25381" y="11127"/>
                    <a:pt x="25356" y="11161"/>
                    <a:pt x="25361" y="11197"/>
                  </a:cubicBezTo>
                  <a:lnTo>
                    <a:pt x="25376" y="11327"/>
                  </a:lnTo>
                  <a:cubicBezTo>
                    <a:pt x="25380" y="11362"/>
                    <a:pt x="25408" y="11386"/>
                    <a:pt x="25441" y="11386"/>
                  </a:cubicBezTo>
                  <a:cubicBezTo>
                    <a:pt x="25444" y="11386"/>
                    <a:pt x="25447" y="11386"/>
                    <a:pt x="25452" y="11385"/>
                  </a:cubicBezTo>
                  <a:cubicBezTo>
                    <a:pt x="25488" y="11381"/>
                    <a:pt x="25513" y="11347"/>
                    <a:pt x="25509" y="11312"/>
                  </a:cubicBezTo>
                  <a:cubicBezTo>
                    <a:pt x="25503" y="11269"/>
                    <a:pt x="25498" y="11224"/>
                    <a:pt x="25493" y="11181"/>
                  </a:cubicBezTo>
                  <a:cubicBezTo>
                    <a:pt x="25487" y="11146"/>
                    <a:pt x="25459" y="11122"/>
                    <a:pt x="25427" y="11122"/>
                  </a:cubicBezTo>
                  <a:close/>
                  <a:moveTo>
                    <a:pt x="129" y="11426"/>
                  </a:moveTo>
                  <a:cubicBezTo>
                    <a:pt x="97" y="11426"/>
                    <a:pt x="69" y="11452"/>
                    <a:pt x="66" y="11484"/>
                  </a:cubicBezTo>
                  <a:lnTo>
                    <a:pt x="53" y="11616"/>
                  </a:lnTo>
                  <a:cubicBezTo>
                    <a:pt x="51" y="11652"/>
                    <a:pt x="78" y="11684"/>
                    <a:pt x="113" y="11688"/>
                  </a:cubicBezTo>
                  <a:lnTo>
                    <a:pt x="120" y="11688"/>
                  </a:lnTo>
                  <a:cubicBezTo>
                    <a:pt x="153" y="11688"/>
                    <a:pt x="182" y="11662"/>
                    <a:pt x="184" y="11628"/>
                  </a:cubicBezTo>
                  <a:lnTo>
                    <a:pt x="196" y="11498"/>
                  </a:lnTo>
                  <a:cubicBezTo>
                    <a:pt x="200" y="11462"/>
                    <a:pt x="174" y="11429"/>
                    <a:pt x="138" y="11426"/>
                  </a:cubicBezTo>
                  <a:cubicBezTo>
                    <a:pt x="135" y="11426"/>
                    <a:pt x="132" y="11426"/>
                    <a:pt x="129" y="11426"/>
                  </a:cubicBezTo>
                  <a:close/>
                  <a:moveTo>
                    <a:pt x="25503" y="11912"/>
                  </a:moveTo>
                  <a:cubicBezTo>
                    <a:pt x="25500" y="11912"/>
                    <a:pt x="25497" y="11912"/>
                    <a:pt x="25495" y="11912"/>
                  </a:cubicBezTo>
                  <a:cubicBezTo>
                    <a:pt x="25459" y="11914"/>
                    <a:pt x="25431" y="11946"/>
                    <a:pt x="25433" y="11982"/>
                  </a:cubicBezTo>
                  <a:lnTo>
                    <a:pt x="25441" y="12113"/>
                  </a:lnTo>
                  <a:cubicBezTo>
                    <a:pt x="25444" y="12149"/>
                    <a:pt x="25473" y="12175"/>
                    <a:pt x="25508" y="12175"/>
                  </a:cubicBezTo>
                  <a:lnTo>
                    <a:pt x="25510" y="12175"/>
                  </a:lnTo>
                  <a:cubicBezTo>
                    <a:pt x="25547" y="12174"/>
                    <a:pt x="25576" y="12141"/>
                    <a:pt x="25572" y="12106"/>
                  </a:cubicBezTo>
                  <a:cubicBezTo>
                    <a:pt x="25570" y="12062"/>
                    <a:pt x="25567" y="12017"/>
                    <a:pt x="25565" y="11974"/>
                  </a:cubicBezTo>
                  <a:cubicBezTo>
                    <a:pt x="25562" y="11940"/>
                    <a:pt x="25535" y="11912"/>
                    <a:pt x="25503" y="11912"/>
                  </a:cubicBezTo>
                  <a:close/>
                  <a:moveTo>
                    <a:pt x="80" y="12214"/>
                  </a:moveTo>
                  <a:cubicBezTo>
                    <a:pt x="46" y="12214"/>
                    <a:pt x="12" y="12242"/>
                    <a:pt x="11" y="12277"/>
                  </a:cubicBezTo>
                  <a:lnTo>
                    <a:pt x="6" y="12410"/>
                  </a:lnTo>
                  <a:cubicBezTo>
                    <a:pt x="5" y="12446"/>
                    <a:pt x="33" y="12477"/>
                    <a:pt x="69" y="12478"/>
                  </a:cubicBezTo>
                  <a:lnTo>
                    <a:pt x="73" y="12478"/>
                  </a:lnTo>
                  <a:cubicBezTo>
                    <a:pt x="108" y="12478"/>
                    <a:pt x="138" y="12449"/>
                    <a:pt x="139" y="12415"/>
                  </a:cubicBezTo>
                  <a:lnTo>
                    <a:pt x="144" y="12283"/>
                  </a:lnTo>
                  <a:cubicBezTo>
                    <a:pt x="145" y="12246"/>
                    <a:pt x="118" y="12215"/>
                    <a:pt x="80" y="12214"/>
                  </a:cubicBezTo>
                  <a:close/>
                  <a:moveTo>
                    <a:pt x="25525" y="12703"/>
                  </a:moveTo>
                  <a:cubicBezTo>
                    <a:pt x="25489" y="12703"/>
                    <a:pt x="25459" y="12733"/>
                    <a:pt x="25459" y="12770"/>
                  </a:cubicBezTo>
                  <a:lnTo>
                    <a:pt x="25458" y="12927"/>
                  </a:lnTo>
                  <a:cubicBezTo>
                    <a:pt x="25458" y="12963"/>
                    <a:pt x="25488" y="12994"/>
                    <a:pt x="25524" y="12994"/>
                  </a:cubicBezTo>
                  <a:cubicBezTo>
                    <a:pt x="25561" y="12994"/>
                    <a:pt x="25591" y="12964"/>
                    <a:pt x="25592" y="12928"/>
                  </a:cubicBezTo>
                  <a:lnTo>
                    <a:pt x="25592" y="12770"/>
                  </a:lnTo>
                  <a:cubicBezTo>
                    <a:pt x="25592" y="12733"/>
                    <a:pt x="25562" y="12703"/>
                    <a:pt x="25525" y="12703"/>
                  </a:cubicBezTo>
                  <a:close/>
                  <a:moveTo>
                    <a:pt x="70" y="13005"/>
                  </a:moveTo>
                  <a:cubicBezTo>
                    <a:pt x="69" y="13005"/>
                    <a:pt x="68" y="13005"/>
                    <a:pt x="67" y="13005"/>
                  </a:cubicBezTo>
                  <a:cubicBezTo>
                    <a:pt x="31" y="13007"/>
                    <a:pt x="1" y="13036"/>
                    <a:pt x="2" y="13073"/>
                  </a:cubicBezTo>
                  <a:cubicBezTo>
                    <a:pt x="3" y="13116"/>
                    <a:pt x="5" y="13161"/>
                    <a:pt x="6" y="13204"/>
                  </a:cubicBezTo>
                  <a:cubicBezTo>
                    <a:pt x="7" y="13240"/>
                    <a:pt x="37" y="13269"/>
                    <a:pt x="73" y="13269"/>
                  </a:cubicBezTo>
                  <a:lnTo>
                    <a:pt x="75" y="13269"/>
                  </a:lnTo>
                  <a:cubicBezTo>
                    <a:pt x="112" y="13268"/>
                    <a:pt x="140" y="13238"/>
                    <a:pt x="139" y="13201"/>
                  </a:cubicBezTo>
                  <a:lnTo>
                    <a:pt x="135" y="13070"/>
                  </a:lnTo>
                  <a:cubicBezTo>
                    <a:pt x="134" y="13034"/>
                    <a:pt x="110" y="13005"/>
                    <a:pt x="70" y="13005"/>
                  </a:cubicBezTo>
                  <a:close/>
                  <a:moveTo>
                    <a:pt x="25498" y="13521"/>
                  </a:moveTo>
                  <a:cubicBezTo>
                    <a:pt x="25464" y="13521"/>
                    <a:pt x="25437" y="13549"/>
                    <a:pt x="25434" y="13583"/>
                  </a:cubicBezTo>
                  <a:lnTo>
                    <a:pt x="25426" y="13714"/>
                  </a:lnTo>
                  <a:cubicBezTo>
                    <a:pt x="25423" y="13750"/>
                    <a:pt x="25452" y="13782"/>
                    <a:pt x="25488" y="13785"/>
                  </a:cubicBezTo>
                  <a:lnTo>
                    <a:pt x="25493" y="13785"/>
                  </a:lnTo>
                  <a:cubicBezTo>
                    <a:pt x="25526" y="13785"/>
                    <a:pt x="25556" y="13757"/>
                    <a:pt x="25557" y="13724"/>
                  </a:cubicBezTo>
                  <a:lnTo>
                    <a:pt x="25566" y="13592"/>
                  </a:lnTo>
                  <a:cubicBezTo>
                    <a:pt x="25569" y="13555"/>
                    <a:pt x="25542" y="13525"/>
                    <a:pt x="25505" y="13522"/>
                  </a:cubicBezTo>
                  <a:cubicBezTo>
                    <a:pt x="25503" y="13521"/>
                    <a:pt x="25500" y="13521"/>
                    <a:pt x="25498" y="13521"/>
                  </a:cubicBezTo>
                  <a:close/>
                  <a:moveTo>
                    <a:pt x="112" y="13795"/>
                  </a:moveTo>
                  <a:cubicBezTo>
                    <a:pt x="110" y="13795"/>
                    <a:pt x="108" y="13796"/>
                    <a:pt x="105" y="13796"/>
                  </a:cubicBezTo>
                  <a:cubicBezTo>
                    <a:pt x="69" y="13800"/>
                    <a:pt x="43" y="13832"/>
                    <a:pt x="46" y="13867"/>
                  </a:cubicBezTo>
                  <a:cubicBezTo>
                    <a:pt x="49" y="13910"/>
                    <a:pt x="53" y="13955"/>
                    <a:pt x="57" y="13998"/>
                  </a:cubicBezTo>
                  <a:cubicBezTo>
                    <a:pt x="59" y="14033"/>
                    <a:pt x="89" y="14059"/>
                    <a:pt x="123" y="14059"/>
                  </a:cubicBezTo>
                  <a:cubicBezTo>
                    <a:pt x="124" y="14059"/>
                    <a:pt x="126" y="14059"/>
                    <a:pt x="129" y="14058"/>
                  </a:cubicBezTo>
                  <a:cubicBezTo>
                    <a:pt x="166" y="14056"/>
                    <a:pt x="192" y="14022"/>
                    <a:pt x="188" y="13986"/>
                  </a:cubicBezTo>
                  <a:lnTo>
                    <a:pt x="177" y="13856"/>
                  </a:lnTo>
                  <a:cubicBezTo>
                    <a:pt x="174" y="13822"/>
                    <a:pt x="144" y="13795"/>
                    <a:pt x="112" y="13795"/>
                  </a:cubicBezTo>
                  <a:close/>
                  <a:moveTo>
                    <a:pt x="25428" y="14307"/>
                  </a:moveTo>
                  <a:cubicBezTo>
                    <a:pt x="25395" y="14307"/>
                    <a:pt x="25366" y="14332"/>
                    <a:pt x="25363" y="14365"/>
                  </a:cubicBezTo>
                  <a:lnTo>
                    <a:pt x="25346" y="14496"/>
                  </a:lnTo>
                  <a:cubicBezTo>
                    <a:pt x="25341" y="14532"/>
                    <a:pt x="25367" y="14564"/>
                    <a:pt x="25403" y="14569"/>
                  </a:cubicBezTo>
                  <a:cubicBezTo>
                    <a:pt x="25406" y="14570"/>
                    <a:pt x="25409" y="14570"/>
                    <a:pt x="25412" y="14570"/>
                  </a:cubicBezTo>
                  <a:cubicBezTo>
                    <a:pt x="25444" y="14570"/>
                    <a:pt x="25472" y="14548"/>
                    <a:pt x="25478" y="14513"/>
                  </a:cubicBezTo>
                  <a:lnTo>
                    <a:pt x="25495" y="14381"/>
                  </a:lnTo>
                  <a:cubicBezTo>
                    <a:pt x="25499" y="14344"/>
                    <a:pt x="25473" y="14313"/>
                    <a:pt x="25437" y="14307"/>
                  </a:cubicBezTo>
                  <a:cubicBezTo>
                    <a:pt x="25434" y="14307"/>
                    <a:pt x="25431" y="14307"/>
                    <a:pt x="25428" y="14307"/>
                  </a:cubicBezTo>
                  <a:close/>
                  <a:moveTo>
                    <a:pt x="199" y="14582"/>
                  </a:moveTo>
                  <a:cubicBezTo>
                    <a:pt x="196" y="14582"/>
                    <a:pt x="193" y="14582"/>
                    <a:pt x="190" y="14583"/>
                  </a:cubicBezTo>
                  <a:cubicBezTo>
                    <a:pt x="154" y="14588"/>
                    <a:pt x="129" y="14621"/>
                    <a:pt x="134" y="14656"/>
                  </a:cubicBezTo>
                  <a:cubicBezTo>
                    <a:pt x="141" y="14701"/>
                    <a:pt x="148" y="14744"/>
                    <a:pt x="154" y="14788"/>
                  </a:cubicBezTo>
                  <a:cubicBezTo>
                    <a:pt x="160" y="14821"/>
                    <a:pt x="187" y="14845"/>
                    <a:pt x="220" y="14845"/>
                  </a:cubicBezTo>
                  <a:cubicBezTo>
                    <a:pt x="223" y="14845"/>
                    <a:pt x="227" y="14845"/>
                    <a:pt x="230" y="14844"/>
                  </a:cubicBezTo>
                  <a:cubicBezTo>
                    <a:pt x="266" y="14838"/>
                    <a:pt x="289" y="14804"/>
                    <a:pt x="284" y="14768"/>
                  </a:cubicBezTo>
                  <a:cubicBezTo>
                    <a:pt x="278" y="14726"/>
                    <a:pt x="272" y="14682"/>
                    <a:pt x="266" y="14639"/>
                  </a:cubicBezTo>
                  <a:cubicBezTo>
                    <a:pt x="259" y="14605"/>
                    <a:pt x="229" y="14582"/>
                    <a:pt x="199" y="14582"/>
                  </a:cubicBezTo>
                  <a:close/>
                  <a:moveTo>
                    <a:pt x="25303" y="15090"/>
                  </a:moveTo>
                  <a:cubicBezTo>
                    <a:pt x="25273" y="15090"/>
                    <a:pt x="25245" y="15112"/>
                    <a:pt x="25240" y="15143"/>
                  </a:cubicBezTo>
                  <a:lnTo>
                    <a:pt x="25216" y="15273"/>
                  </a:lnTo>
                  <a:cubicBezTo>
                    <a:pt x="25209" y="15309"/>
                    <a:pt x="25233" y="15343"/>
                    <a:pt x="25269" y="15351"/>
                  </a:cubicBezTo>
                  <a:cubicBezTo>
                    <a:pt x="25273" y="15352"/>
                    <a:pt x="25278" y="15352"/>
                    <a:pt x="25281" y="15352"/>
                  </a:cubicBezTo>
                  <a:cubicBezTo>
                    <a:pt x="25312" y="15352"/>
                    <a:pt x="25340" y="15331"/>
                    <a:pt x="25344" y="15299"/>
                  </a:cubicBezTo>
                  <a:lnTo>
                    <a:pt x="25370" y="15168"/>
                  </a:lnTo>
                  <a:cubicBezTo>
                    <a:pt x="25376" y="15132"/>
                    <a:pt x="25352" y="15097"/>
                    <a:pt x="25317" y="15091"/>
                  </a:cubicBezTo>
                  <a:cubicBezTo>
                    <a:pt x="25312" y="15090"/>
                    <a:pt x="25308" y="15090"/>
                    <a:pt x="25303" y="15090"/>
                  </a:cubicBezTo>
                  <a:close/>
                  <a:moveTo>
                    <a:pt x="338" y="15362"/>
                  </a:moveTo>
                  <a:cubicBezTo>
                    <a:pt x="334" y="15362"/>
                    <a:pt x="330" y="15362"/>
                    <a:pt x="325" y="15363"/>
                  </a:cubicBezTo>
                  <a:cubicBezTo>
                    <a:pt x="289" y="15372"/>
                    <a:pt x="267" y="15406"/>
                    <a:pt x="274" y="15442"/>
                  </a:cubicBezTo>
                  <a:cubicBezTo>
                    <a:pt x="283" y="15484"/>
                    <a:pt x="294" y="15527"/>
                    <a:pt x="303" y="15571"/>
                  </a:cubicBezTo>
                  <a:cubicBezTo>
                    <a:pt x="309" y="15602"/>
                    <a:pt x="336" y="15622"/>
                    <a:pt x="366" y="15622"/>
                  </a:cubicBezTo>
                  <a:lnTo>
                    <a:pt x="382" y="15622"/>
                  </a:lnTo>
                  <a:cubicBezTo>
                    <a:pt x="417" y="15613"/>
                    <a:pt x="440" y="15578"/>
                    <a:pt x="432" y="15542"/>
                  </a:cubicBezTo>
                  <a:cubicBezTo>
                    <a:pt x="421" y="15500"/>
                    <a:pt x="412" y="15456"/>
                    <a:pt x="404" y="15415"/>
                  </a:cubicBezTo>
                  <a:cubicBezTo>
                    <a:pt x="397" y="15383"/>
                    <a:pt x="369" y="15362"/>
                    <a:pt x="338" y="15362"/>
                  </a:cubicBezTo>
                  <a:close/>
                  <a:moveTo>
                    <a:pt x="25136" y="15864"/>
                  </a:moveTo>
                  <a:cubicBezTo>
                    <a:pt x="25106" y="15864"/>
                    <a:pt x="25080" y="15884"/>
                    <a:pt x="25073" y="15914"/>
                  </a:cubicBezTo>
                  <a:lnTo>
                    <a:pt x="25039" y="16041"/>
                  </a:lnTo>
                  <a:cubicBezTo>
                    <a:pt x="25030" y="16074"/>
                    <a:pt x="25051" y="16111"/>
                    <a:pt x="25086" y="16121"/>
                  </a:cubicBezTo>
                  <a:cubicBezTo>
                    <a:pt x="25092" y="16122"/>
                    <a:pt x="25099" y="16124"/>
                    <a:pt x="25103" y="16124"/>
                  </a:cubicBezTo>
                  <a:cubicBezTo>
                    <a:pt x="25132" y="16124"/>
                    <a:pt x="25160" y="16104"/>
                    <a:pt x="25167" y="16074"/>
                  </a:cubicBezTo>
                  <a:cubicBezTo>
                    <a:pt x="25179" y="16033"/>
                    <a:pt x="25191" y="15991"/>
                    <a:pt x="25201" y="15947"/>
                  </a:cubicBezTo>
                  <a:cubicBezTo>
                    <a:pt x="25209" y="15911"/>
                    <a:pt x="25189" y="15875"/>
                    <a:pt x="25153" y="15866"/>
                  </a:cubicBezTo>
                  <a:cubicBezTo>
                    <a:pt x="25147" y="15864"/>
                    <a:pt x="25141" y="15864"/>
                    <a:pt x="25136" y="15864"/>
                  </a:cubicBezTo>
                  <a:close/>
                  <a:moveTo>
                    <a:pt x="527" y="16131"/>
                  </a:moveTo>
                  <a:cubicBezTo>
                    <a:pt x="521" y="16131"/>
                    <a:pt x="515" y="16132"/>
                    <a:pt x="508" y="16134"/>
                  </a:cubicBezTo>
                  <a:cubicBezTo>
                    <a:pt x="473" y="16143"/>
                    <a:pt x="452" y="16180"/>
                    <a:pt x="462" y="16215"/>
                  </a:cubicBezTo>
                  <a:cubicBezTo>
                    <a:pt x="474" y="16258"/>
                    <a:pt x="486" y="16300"/>
                    <a:pt x="498" y="16343"/>
                  </a:cubicBezTo>
                  <a:cubicBezTo>
                    <a:pt x="507" y="16370"/>
                    <a:pt x="534" y="16390"/>
                    <a:pt x="563" y="16390"/>
                  </a:cubicBezTo>
                  <a:cubicBezTo>
                    <a:pt x="568" y="16390"/>
                    <a:pt x="574" y="16390"/>
                    <a:pt x="581" y="16389"/>
                  </a:cubicBezTo>
                  <a:cubicBezTo>
                    <a:pt x="616" y="16378"/>
                    <a:pt x="636" y="16341"/>
                    <a:pt x="626" y="16307"/>
                  </a:cubicBezTo>
                  <a:lnTo>
                    <a:pt x="590" y="16180"/>
                  </a:lnTo>
                  <a:cubicBezTo>
                    <a:pt x="582" y="16151"/>
                    <a:pt x="556" y="16131"/>
                    <a:pt x="527" y="16131"/>
                  </a:cubicBezTo>
                  <a:close/>
                  <a:moveTo>
                    <a:pt x="24917" y="16625"/>
                  </a:moveTo>
                  <a:cubicBezTo>
                    <a:pt x="24889" y="16625"/>
                    <a:pt x="24864" y="16643"/>
                    <a:pt x="24855" y="16671"/>
                  </a:cubicBezTo>
                  <a:lnTo>
                    <a:pt x="24814" y="16796"/>
                  </a:lnTo>
                  <a:cubicBezTo>
                    <a:pt x="24803" y="16831"/>
                    <a:pt x="24821" y="16867"/>
                    <a:pt x="24856" y="16880"/>
                  </a:cubicBezTo>
                  <a:cubicBezTo>
                    <a:pt x="24862" y="16882"/>
                    <a:pt x="24871" y="16883"/>
                    <a:pt x="24877" y="16883"/>
                  </a:cubicBezTo>
                  <a:cubicBezTo>
                    <a:pt x="24905" y="16883"/>
                    <a:pt x="24931" y="16865"/>
                    <a:pt x="24939" y="16839"/>
                  </a:cubicBezTo>
                  <a:lnTo>
                    <a:pt x="24980" y="16712"/>
                  </a:lnTo>
                  <a:cubicBezTo>
                    <a:pt x="24992" y="16677"/>
                    <a:pt x="24973" y="16640"/>
                    <a:pt x="24938" y="16629"/>
                  </a:cubicBezTo>
                  <a:cubicBezTo>
                    <a:pt x="24931" y="16627"/>
                    <a:pt x="24924" y="16625"/>
                    <a:pt x="24917" y="16625"/>
                  </a:cubicBezTo>
                  <a:close/>
                  <a:moveTo>
                    <a:pt x="761" y="16886"/>
                  </a:moveTo>
                  <a:cubicBezTo>
                    <a:pt x="753" y="16886"/>
                    <a:pt x="746" y="16887"/>
                    <a:pt x="739" y="16890"/>
                  </a:cubicBezTo>
                  <a:cubicBezTo>
                    <a:pt x="704" y="16902"/>
                    <a:pt x="686" y="16939"/>
                    <a:pt x="698" y="16974"/>
                  </a:cubicBezTo>
                  <a:cubicBezTo>
                    <a:pt x="712" y="17016"/>
                    <a:pt x="726" y="17057"/>
                    <a:pt x="742" y="17100"/>
                  </a:cubicBezTo>
                  <a:cubicBezTo>
                    <a:pt x="752" y="17126"/>
                    <a:pt x="778" y="17143"/>
                    <a:pt x="804" y="17143"/>
                  </a:cubicBezTo>
                  <a:cubicBezTo>
                    <a:pt x="811" y="17143"/>
                    <a:pt x="819" y="17142"/>
                    <a:pt x="827" y="17139"/>
                  </a:cubicBezTo>
                  <a:cubicBezTo>
                    <a:pt x="861" y="17126"/>
                    <a:pt x="879" y="17089"/>
                    <a:pt x="867" y="17055"/>
                  </a:cubicBezTo>
                  <a:cubicBezTo>
                    <a:pt x="851" y="17014"/>
                    <a:pt x="837" y="16972"/>
                    <a:pt x="823" y="16931"/>
                  </a:cubicBezTo>
                  <a:cubicBezTo>
                    <a:pt x="813" y="16903"/>
                    <a:pt x="788" y="16886"/>
                    <a:pt x="761" y="16886"/>
                  </a:cubicBezTo>
                  <a:close/>
                  <a:moveTo>
                    <a:pt x="24650" y="17372"/>
                  </a:moveTo>
                  <a:cubicBezTo>
                    <a:pt x="24624" y="17372"/>
                    <a:pt x="24600" y="17388"/>
                    <a:pt x="24590" y="17414"/>
                  </a:cubicBezTo>
                  <a:cubicBezTo>
                    <a:pt x="24575" y="17455"/>
                    <a:pt x="24558" y="17496"/>
                    <a:pt x="24542" y="17537"/>
                  </a:cubicBezTo>
                  <a:cubicBezTo>
                    <a:pt x="24529" y="17570"/>
                    <a:pt x="24546" y="17608"/>
                    <a:pt x="24579" y="17623"/>
                  </a:cubicBezTo>
                  <a:cubicBezTo>
                    <a:pt x="24587" y="17627"/>
                    <a:pt x="24595" y="17628"/>
                    <a:pt x="24603" y="17628"/>
                  </a:cubicBezTo>
                  <a:cubicBezTo>
                    <a:pt x="24629" y="17628"/>
                    <a:pt x="24654" y="17612"/>
                    <a:pt x="24664" y="17587"/>
                  </a:cubicBezTo>
                  <a:cubicBezTo>
                    <a:pt x="24680" y="17546"/>
                    <a:pt x="24697" y="17504"/>
                    <a:pt x="24713" y="17463"/>
                  </a:cubicBezTo>
                  <a:cubicBezTo>
                    <a:pt x="24727" y="17428"/>
                    <a:pt x="24711" y="17389"/>
                    <a:pt x="24676" y="17377"/>
                  </a:cubicBezTo>
                  <a:cubicBezTo>
                    <a:pt x="24668" y="17373"/>
                    <a:pt x="24659" y="17372"/>
                    <a:pt x="24650" y="17372"/>
                  </a:cubicBezTo>
                  <a:close/>
                  <a:moveTo>
                    <a:pt x="1043" y="17625"/>
                  </a:moveTo>
                  <a:cubicBezTo>
                    <a:pt x="1034" y="17625"/>
                    <a:pt x="1026" y="17626"/>
                    <a:pt x="1018" y="17630"/>
                  </a:cubicBezTo>
                  <a:cubicBezTo>
                    <a:pt x="983" y="17644"/>
                    <a:pt x="968" y="17684"/>
                    <a:pt x="982" y="17717"/>
                  </a:cubicBezTo>
                  <a:lnTo>
                    <a:pt x="1033" y="17838"/>
                  </a:lnTo>
                  <a:cubicBezTo>
                    <a:pt x="1044" y="17863"/>
                    <a:pt x="1067" y="17878"/>
                    <a:pt x="1093" y="17878"/>
                  </a:cubicBezTo>
                  <a:cubicBezTo>
                    <a:pt x="1102" y="17878"/>
                    <a:pt x="1111" y="17875"/>
                    <a:pt x="1121" y="17873"/>
                  </a:cubicBezTo>
                  <a:cubicBezTo>
                    <a:pt x="1154" y="17859"/>
                    <a:pt x="1169" y="17819"/>
                    <a:pt x="1156" y="17786"/>
                  </a:cubicBezTo>
                  <a:lnTo>
                    <a:pt x="1105" y="17666"/>
                  </a:lnTo>
                  <a:cubicBezTo>
                    <a:pt x="1094" y="17640"/>
                    <a:pt x="1069" y="17625"/>
                    <a:pt x="1043" y="17625"/>
                  </a:cubicBezTo>
                  <a:close/>
                  <a:moveTo>
                    <a:pt x="24339" y="18101"/>
                  </a:moveTo>
                  <a:cubicBezTo>
                    <a:pt x="24315" y="18101"/>
                    <a:pt x="24291" y="18115"/>
                    <a:pt x="24280" y="18139"/>
                  </a:cubicBezTo>
                  <a:cubicBezTo>
                    <a:pt x="24261" y="18179"/>
                    <a:pt x="24242" y="18218"/>
                    <a:pt x="24224" y="18258"/>
                  </a:cubicBezTo>
                  <a:cubicBezTo>
                    <a:pt x="24206" y="18292"/>
                    <a:pt x="24221" y="18331"/>
                    <a:pt x="24255" y="18346"/>
                  </a:cubicBezTo>
                  <a:cubicBezTo>
                    <a:pt x="24263" y="18350"/>
                    <a:pt x="24272" y="18353"/>
                    <a:pt x="24282" y="18353"/>
                  </a:cubicBezTo>
                  <a:cubicBezTo>
                    <a:pt x="24307" y="18353"/>
                    <a:pt x="24331" y="18339"/>
                    <a:pt x="24343" y="18315"/>
                  </a:cubicBezTo>
                  <a:cubicBezTo>
                    <a:pt x="24361" y="18276"/>
                    <a:pt x="24380" y="18235"/>
                    <a:pt x="24400" y="18196"/>
                  </a:cubicBezTo>
                  <a:cubicBezTo>
                    <a:pt x="24415" y="18162"/>
                    <a:pt x="24401" y="18123"/>
                    <a:pt x="24368" y="18108"/>
                  </a:cubicBezTo>
                  <a:cubicBezTo>
                    <a:pt x="24359" y="18103"/>
                    <a:pt x="24349" y="18101"/>
                    <a:pt x="24339" y="18101"/>
                  </a:cubicBezTo>
                  <a:close/>
                  <a:moveTo>
                    <a:pt x="1368" y="18345"/>
                  </a:moveTo>
                  <a:cubicBezTo>
                    <a:pt x="1359" y="18345"/>
                    <a:pt x="1349" y="18347"/>
                    <a:pt x="1340" y="18351"/>
                  </a:cubicBezTo>
                  <a:cubicBezTo>
                    <a:pt x="1307" y="18368"/>
                    <a:pt x="1292" y="18406"/>
                    <a:pt x="1310" y="18440"/>
                  </a:cubicBezTo>
                  <a:cubicBezTo>
                    <a:pt x="1328" y="18479"/>
                    <a:pt x="1347" y="18519"/>
                    <a:pt x="1368" y="18559"/>
                  </a:cubicBezTo>
                  <a:cubicBezTo>
                    <a:pt x="1379" y="18581"/>
                    <a:pt x="1403" y="18595"/>
                    <a:pt x="1427" y="18595"/>
                  </a:cubicBezTo>
                  <a:cubicBezTo>
                    <a:pt x="1437" y="18595"/>
                    <a:pt x="1448" y="18592"/>
                    <a:pt x="1458" y="18586"/>
                  </a:cubicBezTo>
                  <a:cubicBezTo>
                    <a:pt x="1491" y="18571"/>
                    <a:pt x="1504" y="18532"/>
                    <a:pt x="1487" y="18498"/>
                  </a:cubicBezTo>
                  <a:cubicBezTo>
                    <a:pt x="1466" y="18461"/>
                    <a:pt x="1448" y="18422"/>
                    <a:pt x="1428" y="18382"/>
                  </a:cubicBezTo>
                  <a:cubicBezTo>
                    <a:pt x="1417" y="18358"/>
                    <a:pt x="1393" y="18345"/>
                    <a:pt x="1368" y="18345"/>
                  </a:cubicBezTo>
                  <a:close/>
                  <a:moveTo>
                    <a:pt x="23983" y="18809"/>
                  </a:moveTo>
                  <a:cubicBezTo>
                    <a:pt x="23959" y="18809"/>
                    <a:pt x="23936" y="18821"/>
                    <a:pt x="23924" y="18843"/>
                  </a:cubicBezTo>
                  <a:cubicBezTo>
                    <a:pt x="23903" y="18882"/>
                    <a:pt x="23882" y="18920"/>
                    <a:pt x="23861" y="18959"/>
                  </a:cubicBezTo>
                  <a:cubicBezTo>
                    <a:pt x="23842" y="18991"/>
                    <a:pt x="23853" y="19030"/>
                    <a:pt x="23886" y="19048"/>
                  </a:cubicBezTo>
                  <a:cubicBezTo>
                    <a:pt x="23896" y="19055"/>
                    <a:pt x="23907" y="19057"/>
                    <a:pt x="23918" y="19057"/>
                  </a:cubicBezTo>
                  <a:cubicBezTo>
                    <a:pt x="23940" y="19057"/>
                    <a:pt x="23964" y="19045"/>
                    <a:pt x="23976" y="19022"/>
                  </a:cubicBezTo>
                  <a:cubicBezTo>
                    <a:pt x="23999" y="18984"/>
                    <a:pt x="24019" y="18945"/>
                    <a:pt x="24041" y="18907"/>
                  </a:cubicBezTo>
                  <a:cubicBezTo>
                    <a:pt x="24057" y="18874"/>
                    <a:pt x="24046" y="18835"/>
                    <a:pt x="24014" y="18817"/>
                  </a:cubicBezTo>
                  <a:cubicBezTo>
                    <a:pt x="24004" y="18812"/>
                    <a:pt x="23993" y="18809"/>
                    <a:pt x="23983" y="18809"/>
                  </a:cubicBezTo>
                  <a:close/>
                  <a:moveTo>
                    <a:pt x="1738" y="19042"/>
                  </a:moveTo>
                  <a:cubicBezTo>
                    <a:pt x="1727" y="19042"/>
                    <a:pt x="1716" y="19045"/>
                    <a:pt x="1706" y="19051"/>
                  </a:cubicBezTo>
                  <a:cubicBezTo>
                    <a:pt x="1674" y="19068"/>
                    <a:pt x="1664" y="19108"/>
                    <a:pt x="1681" y="19140"/>
                  </a:cubicBezTo>
                  <a:lnTo>
                    <a:pt x="1748" y="19255"/>
                  </a:lnTo>
                  <a:cubicBezTo>
                    <a:pt x="1761" y="19276"/>
                    <a:pt x="1782" y="19287"/>
                    <a:pt x="1806" y="19287"/>
                  </a:cubicBezTo>
                  <a:cubicBezTo>
                    <a:pt x="1817" y="19287"/>
                    <a:pt x="1828" y="19285"/>
                    <a:pt x="1839" y="19280"/>
                  </a:cubicBezTo>
                  <a:cubicBezTo>
                    <a:pt x="1869" y="19261"/>
                    <a:pt x="1880" y="19221"/>
                    <a:pt x="1862" y="19189"/>
                  </a:cubicBezTo>
                  <a:lnTo>
                    <a:pt x="1797" y="19075"/>
                  </a:lnTo>
                  <a:cubicBezTo>
                    <a:pt x="1784" y="19054"/>
                    <a:pt x="1761" y="19042"/>
                    <a:pt x="1738" y="19042"/>
                  </a:cubicBezTo>
                  <a:close/>
                  <a:moveTo>
                    <a:pt x="23582" y="19494"/>
                  </a:moveTo>
                  <a:cubicBezTo>
                    <a:pt x="23559" y="19494"/>
                    <a:pt x="23538" y="19504"/>
                    <a:pt x="23525" y="19524"/>
                  </a:cubicBezTo>
                  <a:lnTo>
                    <a:pt x="23454" y="19635"/>
                  </a:lnTo>
                  <a:cubicBezTo>
                    <a:pt x="23435" y="19666"/>
                    <a:pt x="23444" y="19707"/>
                    <a:pt x="23475" y="19726"/>
                  </a:cubicBezTo>
                  <a:cubicBezTo>
                    <a:pt x="23487" y="19732"/>
                    <a:pt x="23498" y="19736"/>
                    <a:pt x="23511" y="19736"/>
                  </a:cubicBezTo>
                  <a:cubicBezTo>
                    <a:pt x="23533" y="19736"/>
                    <a:pt x="23554" y="19726"/>
                    <a:pt x="23565" y="19707"/>
                  </a:cubicBezTo>
                  <a:lnTo>
                    <a:pt x="23637" y="19594"/>
                  </a:lnTo>
                  <a:cubicBezTo>
                    <a:pt x="23656" y="19564"/>
                    <a:pt x="23647" y="19523"/>
                    <a:pt x="23616" y="19503"/>
                  </a:cubicBezTo>
                  <a:cubicBezTo>
                    <a:pt x="23605" y="19497"/>
                    <a:pt x="23593" y="19494"/>
                    <a:pt x="23582" y="19494"/>
                  </a:cubicBezTo>
                  <a:close/>
                  <a:moveTo>
                    <a:pt x="2154" y="19714"/>
                  </a:moveTo>
                  <a:cubicBezTo>
                    <a:pt x="2142" y="19714"/>
                    <a:pt x="2129" y="19718"/>
                    <a:pt x="2118" y="19725"/>
                  </a:cubicBezTo>
                  <a:cubicBezTo>
                    <a:pt x="2087" y="19746"/>
                    <a:pt x="2078" y="19787"/>
                    <a:pt x="2098" y="19817"/>
                  </a:cubicBezTo>
                  <a:lnTo>
                    <a:pt x="2171" y="19927"/>
                  </a:lnTo>
                  <a:cubicBezTo>
                    <a:pt x="2183" y="19946"/>
                    <a:pt x="2205" y="19956"/>
                    <a:pt x="2226" y="19956"/>
                  </a:cubicBezTo>
                  <a:cubicBezTo>
                    <a:pt x="2239" y="19956"/>
                    <a:pt x="2252" y="19954"/>
                    <a:pt x="2264" y="19945"/>
                  </a:cubicBezTo>
                  <a:cubicBezTo>
                    <a:pt x="2295" y="19925"/>
                    <a:pt x="2303" y="19884"/>
                    <a:pt x="2283" y="19853"/>
                  </a:cubicBezTo>
                  <a:lnTo>
                    <a:pt x="2209" y="19745"/>
                  </a:lnTo>
                  <a:cubicBezTo>
                    <a:pt x="2197" y="19725"/>
                    <a:pt x="2175" y="19714"/>
                    <a:pt x="2154" y="19714"/>
                  </a:cubicBezTo>
                  <a:close/>
                  <a:moveTo>
                    <a:pt x="23140" y="20152"/>
                  </a:moveTo>
                  <a:cubicBezTo>
                    <a:pt x="23119" y="20152"/>
                    <a:pt x="23098" y="20161"/>
                    <a:pt x="23085" y="20180"/>
                  </a:cubicBezTo>
                  <a:lnTo>
                    <a:pt x="23008" y="20285"/>
                  </a:lnTo>
                  <a:cubicBezTo>
                    <a:pt x="22987" y="20315"/>
                    <a:pt x="22993" y="20355"/>
                    <a:pt x="23023" y="20377"/>
                  </a:cubicBezTo>
                  <a:cubicBezTo>
                    <a:pt x="23034" y="20386"/>
                    <a:pt x="23046" y="20390"/>
                    <a:pt x="23061" y="20390"/>
                  </a:cubicBezTo>
                  <a:cubicBezTo>
                    <a:pt x="23081" y="20390"/>
                    <a:pt x="23101" y="20380"/>
                    <a:pt x="23115" y="20364"/>
                  </a:cubicBezTo>
                  <a:lnTo>
                    <a:pt x="23193" y="20256"/>
                  </a:lnTo>
                  <a:cubicBezTo>
                    <a:pt x="23213" y="20227"/>
                    <a:pt x="23207" y="20186"/>
                    <a:pt x="23177" y="20163"/>
                  </a:cubicBezTo>
                  <a:cubicBezTo>
                    <a:pt x="23166" y="20156"/>
                    <a:pt x="23153" y="20152"/>
                    <a:pt x="23140" y="20152"/>
                  </a:cubicBezTo>
                  <a:close/>
                  <a:moveTo>
                    <a:pt x="2607" y="20363"/>
                  </a:moveTo>
                  <a:cubicBezTo>
                    <a:pt x="2594" y="20363"/>
                    <a:pt x="2580" y="20367"/>
                    <a:pt x="2568" y="20376"/>
                  </a:cubicBezTo>
                  <a:cubicBezTo>
                    <a:pt x="2539" y="20397"/>
                    <a:pt x="2533" y="20438"/>
                    <a:pt x="2555" y="20468"/>
                  </a:cubicBezTo>
                  <a:cubicBezTo>
                    <a:pt x="2581" y="20504"/>
                    <a:pt x="2609" y="20540"/>
                    <a:pt x="2636" y="20574"/>
                  </a:cubicBezTo>
                  <a:cubicBezTo>
                    <a:pt x="2648" y="20591"/>
                    <a:pt x="2668" y="20600"/>
                    <a:pt x="2688" y="20600"/>
                  </a:cubicBezTo>
                  <a:cubicBezTo>
                    <a:pt x="2702" y="20600"/>
                    <a:pt x="2716" y="20595"/>
                    <a:pt x="2728" y="20585"/>
                  </a:cubicBezTo>
                  <a:cubicBezTo>
                    <a:pt x="2755" y="20563"/>
                    <a:pt x="2760" y="20522"/>
                    <a:pt x="2739" y="20493"/>
                  </a:cubicBezTo>
                  <a:cubicBezTo>
                    <a:pt x="2712" y="20458"/>
                    <a:pt x="2686" y="20423"/>
                    <a:pt x="2660" y="20389"/>
                  </a:cubicBezTo>
                  <a:cubicBezTo>
                    <a:pt x="2647" y="20372"/>
                    <a:pt x="2627" y="20363"/>
                    <a:pt x="2607" y="20363"/>
                  </a:cubicBezTo>
                  <a:close/>
                  <a:moveTo>
                    <a:pt x="22657" y="20779"/>
                  </a:moveTo>
                  <a:cubicBezTo>
                    <a:pt x="22638" y="20779"/>
                    <a:pt x="22618" y="20788"/>
                    <a:pt x="22605" y="20804"/>
                  </a:cubicBezTo>
                  <a:lnTo>
                    <a:pt x="22522" y="20904"/>
                  </a:lnTo>
                  <a:cubicBezTo>
                    <a:pt x="22500" y="20933"/>
                    <a:pt x="22503" y="20975"/>
                    <a:pt x="22532" y="20998"/>
                  </a:cubicBezTo>
                  <a:cubicBezTo>
                    <a:pt x="22544" y="21008"/>
                    <a:pt x="22558" y="21013"/>
                    <a:pt x="22573" y="21013"/>
                  </a:cubicBezTo>
                  <a:cubicBezTo>
                    <a:pt x="22592" y="21013"/>
                    <a:pt x="22610" y="21005"/>
                    <a:pt x="22624" y="20990"/>
                  </a:cubicBezTo>
                  <a:lnTo>
                    <a:pt x="22708" y="20888"/>
                  </a:lnTo>
                  <a:cubicBezTo>
                    <a:pt x="22731" y="20860"/>
                    <a:pt x="22727" y="20817"/>
                    <a:pt x="22699" y="20794"/>
                  </a:cubicBezTo>
                  <a:cubicBezTo>
                    <a:pt x="22687" y="20784"/>
                    <a:pt x="22672" y="20779"/>
                    <a:pt x="22657" y="20779"/>
                  </a:cubicBezTo>
                  <a:close/>
                  <a:moveTo>
                    <a:pt x="3102" y="20980"/>
                  </a:moveTo>
                  <a:cubicBezTo>
                    <a:pt x="3087" y="20980"/>
                    <a:pt x="3072" y="20985"/>
                    <a:pt x="3059" y="20995"/>
                  </a:cubicBezTo>
                  <a:cubicBezTo>
                    <a:pt x="3031" y="21020"/>
                    <a:pt x="3028" y="21060"/>
                    <a:pt x="3051" y="21088"/>
                  </a:cubicBezTo>
                  <a:cubicBezTo>
                    <a:pt x="3081" y="21123"/>
                    <a:pt x="3108" y="21157"/>
                    <a:pt x="3138" y="21189"/>
                  </a:cubicBezTo>
                  <a:cubicBezTo>
                    <a:pt x="3151" y="21205"/>
                    <a:pt x="3170" y="21213"/>
                    <a:pt x="3188" y="21213"/>
                  </a:cubicBezTo>
                  <a:cubicBezTo>
                    <a:pt x="3204" y="21213"/>
                    <a:pt x="3219" y="21208"/>
                    <a:pt x="3231" y="21196"/>
                  </a:cubicBezTo>
                  <a:cubicBezTo>
                    <a:pt x="3260" y="21172"/>
                    <a:pt x="3262" y="21129"/>
                    <a:pt x="3238" y="21102"/>
                  </a:cubicBezTo>
                  <a:cubicBezTo>
                    <a:pt x="3209" y="21070"/>
                    <a:pt x="3180" y="21036"/>
                    <a:pt x="3152" y="21003"/>
                  </a:cubicBezTo>
                  <a:cubicBezTo>
                    <a:pt x="3139" y="20987"/>
                    <a:pt x="3120" y="20980"/>
                    <a:pt x="3102" y="20980"/>
                  </a:cubicBezTo>
                  <a:close/>
                  <a:moveTo>
                    <a:pt x="22140" y="21377"/>
                  </a:moveTo>
                  <a:cubicBezTo>
                    <a:pt x="22122" y="21377"/>
                    <a:pt x="22104" y="21384"/>
                    <a:pt x="22091" y="21398"/>
                  </a:cubicBezTo>
                  <a:lnTo>
                    <a:pt x="22000" y="21494"/>
                  </a:lnTo>
                  <a:cubicBezTo>
                    <a:pt x="21975" y="21521"/>
                    <a:pt x="21976" y="21562"/>
                    <a:pt x="22004" y="21587"/>
                  </a:cubicBezTo>
                  <a:cubicBezTo>
                    <a:pt x="22016" y="21599"/>
                    <a:pt x="22031" y="21605"/>
                    <a:pt x="22048" y="21605"/>
                  </a:cubicBezTo>
                  <a:cubicBezTo>
                    <a:pt x="22065" y="21605"/>
                    <a:pt x="22082" y="21598"/>
                    <a:pt x="22097" y="21584"/>
                  </a:cubicBezTo>
                  <a:lnTo>
                    <a:pt x="22188" y="21487"/>
                  </a:lnTo>
                  <a:cubicBezTo>
                    <a:pt x="22211" y="21461"/>
                    <a:pt x="22210" y="21419"/>
                    <a:pt x="22184" y="21394"/>
                  </a:cubicBezTo>
                  <a:cubicBezTo>
                    <a:pt x="22171" y="21382"/>
                    <a:pt x="22155" y="21377"/>
                    <a:pt x="22140" y="21377"/>
                  </a:cubicBezTo>
                  <a:close/>
                  <a:moveTo>
                    <a:pt x="3634" y="21568"/>
                  </a:moveTo>
                  <a:cubicBezTo>
                    <a:pt x="3617" y="21568"/>
                    <a:pt x="3601" y="21574"/>
                    <a:pt x="3588" y="21586"/>
                  </a:cubicBezTo>
                  <a:cubicBezTo>
                    <a:pt x="3563" y="21612"/>
                    <a:pt x="3562" y="21654"/>
                    <a:pt x="3587" y="21680"/>
                  </a:cubicBezTo>
                  <a:cubicBezTo>
                    <a:pt x="3618" y="21711"/>
                    <a:pt x="3649" y="21742"/>
                    <a:pt x="3679" y="21774"/>
                  </a:cubicBezTo>
                  <a:cubicBezTo>
                    <a:pt x="3692" y="21787"/>
                    <a:pt x="3710" y="21793"/>
                    <a:pt x="3726" y="21793"/>
                  </a:cubicBezTo>
                  <a:cubicBezTo>
                    <a:pt x="3743" y="21793"/>
                    <a:pt x="3760" y="21787"/>
                    <a:pt x="3772" y="21776"/>
                  </a:cubicBezTo>
                  <a:cubicBezTo>
                    <a:pt x="3799" y="21750"/>
                    <a:pt x="3799" y="21707"/>
                    <a:pt x="3773" y="21682"/>
                  </a:cubicBezTo>
                  <a:cubicBezTo>
                    <a:pt x="3743" y="21650"/>
                    <a:pt x="3712" y="21619"/>
                    <a:pt x="3681" y="21587"/>
                  </a:cubicBezTo>
                  <a:cubicBezTo>
                    <a:pt x="3668" y="21574"/>
                    <a:pt x="3651" y="21568"/>
                    <a:pt x="3634" y="21568"/>
                  </a:cubicBezTo>
                  <a:close/>
                  <a:moveTo>
                    <a:pt x="21582" y="21941"/>
                  </a:moveTo>
                  <a:cubicBezTo>
                    <a:pt x="21566" y="21941"/>
                    <a:pt x="21549" y="21947"/>
                    <a:pt x="21536" y="21960"/>
                  </a:cubicBezTo>
                  <a:lnTo>
                    <a:pt x="21441" y="22049"/>
                  </a:lnTo>
                  <a:cubicBezTo>
                    <a:pt x="21415" y="22073"/>
                    <a:pt x="21413" y="22115"/>
                    <a:pt x="21438" y="22142"/>
                  </a:cubicBezTo>
                  <a:cubicBezTo>
                    <a:pt x="21451" y="22156"/>
                    <a:pt x="21468" y="22162"/>
                    <a:pt x="21487" y="22162"/>
                  </a:cubicBezTo>
                  <a:cubicBezTo>
                    <a:pt x="21502" y="22162"/>
                    <a:pt x="21519" y="22156"/>
                    <a:pt x="21531" y="22146"/>
                  </a:cubicBezTo>
                  <a:lnTo>
                    <a:pt x="21627" y="22055"/>
                  </a:lnTo>
                  <a:cubicBezTo>
                    <a:pt x="21654" y="22029"/>
                    <a:pt x="21656" y="21989"/>
                    <a:pt x="21630" y="21962"/>
                  </a:cubicBezTo>
                  <a:cubicBezTo>
                    <a:pt x="21617" y="21948"/>
                    <a:pt x="21600" y="21941"/>
                    <a:pt x="21582" y="21941"/>
                  </a:cubicBezTo>
                  <a:close/>
                  <a:moveTo>
                    <a:pt x="4201" y="22119"/>
                  </a:moveTo>
                  <a:cubicBezTo>
                    <a:pt x="4183" y="22119"/>
                    <a:pt x="4165" y="22126"/>
                    <a:pt x="4152" y="22140"/>
                  </a:cubicBezTo>
                  <a:cubicBezTo>
                    <a:pt x="4128" y="22167"/>
                    <a:pt x="4129" y="22208"/>
                    <a:pt x="4156" y="22233"/>
                  </a:cubicBezTo>
                  <a:cubicBezTo>
                    <a:pt x="4190" y="22264"/>
                    <a:pt x="4222" y="22293"/>
                    <a:pt x="4254" y="22323"/>
                  </a:cubicBezTo>
                  <a:cubicBezTo>
                    <a:pt x="4267" y="22334"/>
                    <a:pt x="4283" y="22339"/>
                    <a:pt x="4298" y="22339"/>
                  </a:cubicBezTo>
                  <a:cubicBezTo>
                    <a:pt x="4316" y="22339"/>
                    <a:pt x="4335" y="22331"/>
                    <a:pt x="4348" y="22318"/>
                  </a:cubicBezTo>
                  <a:cubicBezTo>
                    <a:pt x="4372" y="22290"/>
                    <a:pt x="4370" y="22248"/>
                    <a:pt x="4343" y="22224"/>
                  </a:cubicBezTo>
                  <a:cubicBezTo>
                    <a:pt x="4311" y="22195"/>
                    <a:pt x="4278" y="22166"/>
                    <a:pt x="4246" y="22136"/>
                  </a:cubicBezTo>
                  <a:cubicBezTo>
                    <a:pt x="4233" y="22124"/>
                    <a:pt x="4217" y="22119"/>
                    <a:pt x="4201" y="22119"/>
                  </a:cubicBezTo>
                  <a:close/>
                  <a:moveTo>
                    <a:pt x="20993" y="22466"/>
                  </a:moveTo>
                  <a:cubicBezTo>
                    <a:pt x="20978" y="22466"/>
                    <a:pt x="20963" y="22472"/>
                    <a:pt x="20951" y="22483"/>
                  </a:cubicBezTo>
                  <a:lnTo>
                    <a:pt x="20849" y="22567"/>
                  </a:lnTo>
                  <a:cubicBezTo>
                    <a:pt x="20822" y="22590"/>
                    <a:pt x="20818" y="22632"/>
                    <a:pt x="20840" y="22661"/>
                  </a:cubicBezTo>
                  <a:cubicBezTo>
                    <a:pt x="20853" y="22677"/>
                    <a:pt x="20873" y="22684"/>
                    <a:pt x="20891" y="22684"/>
                  </a:cubicBezTo>
                  <a:cubicBezTo>
                    <a:pt x="20906" y="22684"/>
                    <a:pt x="20921" y="22679"/>
                    <a:pt x="20935" y="22668"/>
                  </a:cubicBezTo>
                  <a:lnTo>
                    <a:pt x="21036" y="22584"/>
                  </a:lnTo>
                  <a:cubicBezTo>
                    <a:pt x="21064" y="22559"/>
                    <a:pt x="21067" y="22519"/>
                    <a:pt x="21044" y="22490"/>
                  </a:cubicBezTo>
                  <a:cubicBezTo>
                    <a:pt x="21030" y="22475"/>
                    <a:pt x="21012" y="22466"/>
                    <a:pt x="20993" y="22466"/>
                  </a:cubicBezTo>
                  <a:close/>
                  <a:moveTo>
                    <a:pt x="4802" y="22634"/>
                  </a:moveTo>
                  <a:cubicBezTo>
                    <a:pt x="4782" y="22634"/>
                    <a:pt x="4763" y="22643"/>
                    <a:pt x="4750" y="22659"/>
                  </a:cubicBezTo>
                  <a:cubicBezTo>
                    <a:pt x="4727" y="22688"/>
                    <a:pt x="4732" y="22729"/>
                    <a:pt x="4760" y="22753"/>
                  </a:cubicBezTo>
                  <a:lnTo>
                    <a:pt x="4863" y="22836"/>
                  </a:lnTo>
                  <a:cubicBezTo>
                    <a:pt x="4875" y="22845"/>
                    <a:pt x="4891" y="22850"/>
                    <a:pt x="4904" y="22850"/>
                  </a:cubicBezTo>
                  <a:cubicBezTo>
                    <a:pt x="4923" y="22850"/>
                    <a:pt x="4943" y="22841"/>
                    <a:pt x="4955" y="22824"/>
                  </a:cubicBezTo>
                  <a:cubicBezTo>
                    <a:pt x="4979" y="22795"/>
                    <a:pt x="4974" y="22754"/>
                    <a:pt x="4945" y="22730"/>
                  </a:cubicBezTo>
                  <a:lnTo>
                    <a:pt x="4843" y="22648"/>
                  </a:lnTo>
                  <a:cubicBezTo>
                    <a:pt x="4831" y="22639"/>
                    <a:pt x="4816" y="22634"/>
                    <a:pt x="4802" y="22634"/>
                  </a:cubicBezTo>
                  <a:close/>
                  <a:moveTo>
                    <a:pt x="20372" y="22959"/>
                  </a:moveTo>
                  <a:cubicBezTo>
                    <a:pt x="20358" y="22959"/>
                    <a:pt x="20345" y="22963"/>
                    <a:pt x="20333" y="22972"/>
                  </a:cubicBezTo>
                  <a:cubicBezTo>
                    <a:pt x="20298" y="22999"/>
                    <a:pt x="20264" y="23025"/>
                    <a:pt x="20228" y="23051"/>
                  </a:cubicBezTo>
                  <a:cubicBezTo>
                    <a:pt x="20198" y="23072"/>
                    <a:pt x="20190" y="23113"/>
                    <a:pt x="20213" y="23143"/>
                  </a:cubicBezTo>
                  <a:cubicBezTo>
                    <a:pt x="20225" y="23160"/>
                    <a:pt x="20246" y="23169"/>
                    <a:pt x="20266" y="23169"/>
                  </a:cubicBezTo>
                  <a:cubicBezTo>
                    <a:pt x="20279" y="23169"/>
                    <a:pt x="20293" y="23165"/>
                    <a:pt x="20303" y="23157"/>
                  </a:cubicBezTo>
                  <a:cubicBezTo>
                    <a:pt x="20339" y="23131"/>
                    <a:pt x="20375" y="23106"/>
                    <a:pt x="20410" y="23078"/>
                  </a:cubicBezTo>
                  <a:cubicBezTo>
                    <a:pt x="20440" y="23057"/>
                    <a:pt x="20446" y="23016"/>
                    <a:pt x="20425" y="22986"/>
                  </a:cubicBezTo>
                  <a:cubicBezTo>
                    <a:pt x="20412" y="22968"/>
                    <a:pt x="20392" y="22959"/>
                    <a:pt x="20372" y="22959"/>
                  </a:cubicBezTo>
                  <a:close/>
                  <a:moveTo>
                    <a:pt x="5431" y="23114"/>
                  </a:moveTo>
                  <a:cubicBezTo>
                    <a:pt x="5411" y="23114"/>
                    <a:pt x="5391" y="23124"/>
                    <a:pt x="5378" y="23142"/>
                  </a:cubicBezTo>
                  <a:cubicBezTo>
                    <a:pt x="5356" y="23170"/>
                    <a:pt x="5363" y="23211"/>
                    <a:pt x="5393" y="23234"/>
                  </a:cubicBezTo>
                  <a:lnTo>
                    <a:pt x="5502" y="23310"/>
                  </a:lnTo>
                  <a:cubicBezTo>
                    <a:pt x="5515" y="23318"/>
                    <a:pt x="5527" y="23322"/>
                    <a:pt x="5540" y="23322"/>
                  </a:cubicBezTo>
                  <a:cubicBezTo>
                    <a:pt x="5561" y="23322"/>
                    <a:pt x="5582" y="23311"/>
                    <a:pt x="5594" y="23293"/>
                  </a:cubicBezTo>
                  <a:cubicBezTo>
                    <a:pt x="5614" y="23264"/>
                    <a:pt x="5607" y="23221"/>
                    <a:pt x="5577" y="23201"/>
                  </a:cubicBezTo>
                  <a:lnTo>
                    <a:pt x="5470" y="23126"/>
                  </a:lnTo>
                  <a:cubicBezTo>
                    <a:pt x="5458" y="23118"/>
                    <a:pt x="5445" y="23114"/>
                    <a:pt x="5431" y="23114"/>
                  </a:cubicBezTo>
                  <a:close/>
                  <a:moveTo>
                    <a:pt x="19723" y="23412"/>
                  </a:moveTo>
                  <a:cubicBezTo>
                    <a:pt x="19710" y="23412"/>
                    <a:pt x="19697" y="23415"/>
                    <a:pt x="19686" y="23423"/>
                  </a:cubicBezTo>
                  <a:lnTo>
                    <a:pt x="19576" y="23493"/>
                  </a:lnTo>
                  <a:cubicBezTo>
                    <a:pt x="19545" y="23512"/>
                    <a:pt x="19536" y="23553"/>
                    <a:pt x="19555" y="23584"/>
                  </a:cubicBezTo>
                  <a:cubicBezTo>
                    <a:pt x="19568" y="23604"/>
                    <a:pt x="19590" y="23614"/>
                    <a:pt x="19611" y="23614"/>
                  </a:cubicBezTo>
                  <a:cubicBezTo>
                    <a:pt x="19625" y="23614"/>
                    <a:pt x="19636" y="23610"/>
                    <a:pt x="19646" y="23604"/>
                  </a:cubicBezTo>
                  <a:lnTo>
                    <a:pt x="19758" y="23532"/>
                  </a:lnTo>
                  <a:cubicBezTo>
                    <a:pt x="19788" y="23513"/>
                    <a:pt x="19797" y="23472"/>
                    <a:pt x="19776" y="23441"/>
                  </a:cubicBezTo>
                  <a:cubicBezTo>
                    <a:pt x="19765" y="23422"/>
                    <a:pt x="19744" y="23412"/>
                    <a:pt x="19723" y="23412"/>
                  </a:cubicBezTo>
                  <a:close/>
                  <a:moveTo>
                    <a:pt x="6092" y="23554"/>
                  </a:moveTo>
                  <a:cubicBezTo>
                    <a:pt x="6070" y="23554"/>
                    <a:pt x="6049" y="23565"/>
                    <a:pt x="6037" y="23585"/>
                  </a:cubicBezTo>
                  <a:cubicBezTo>
                    <a:pt x="6017" y="23615"/>
                    <a:pt x="6028" y="23656"/>
                    <a:pt x="6058" y="23676"/>
                  </a:cubicBezTo>
                  <a:lnTo>
                    <a:pt x="6171" y="23745"/>
                  </a:lnTo>
                  <a:cubicBezTo>
                    <a:pt x="6182" y="23751"/>
                    <a:pt x="6193" y="23754"/>
                    <a:pt x="6206" y="23754"/>
                  </a:cubicBezTo>
                  <a:cubicBezTo>
                    <a:pt x="6227" y="23754"/>
                    <a:pt x="6249" y="23742"/>
                    <a:pt x="6262" y="23723"/>
                  </a:cubicBezTo>
                  <a:cubicBezTo>
                    <a:pt x="6280" y="23692"/>
                    <a:pt x="6270" y="23651"/>
                    <a:pt x="6239" y="23632"/>
                  </a:cubicBezTo>
                  <a:lnTo>
                    <a:pt x="6127" y="23563"/>
                  </a:lnTo>
                  <a:cubicBezTo>
                    <a:pt x="6116" y="23557"/>
                    <a:pt x="6104" y="23554"/>
                    <a:pt x="6092" y="23554"/>
                  </a:cubicBezTo>
                  <a:close/>
                  <a:moveTo>
                    <a:pt x="19045" y="23821"/>
                  </a:moveTo>
                  <a:cubicBezTo>
                    <a:pt x="19034" y="23821"/>
                    <a:pt x="19023" y="23824"/>
                    <a:pt x="19013" y="23829"/>
                  </a:cubicBezTo>
                  <a:cubicBezTo>
                    <a:pt x="18976" y="23851"/>
                    <a:pt x="18937" y="23873"/>
                    <a:pt x="18899" y="23894"/>
                  </a:cubicBezTo>
                  <a:cubicBezTo>
                    <a:pt x="18867" y="23911"/>
                    <a:pt x="18855" y="23951"/>
                    <a:pt x="18874" y="23983"/>
                  </a:cubicBezTo>
                  <a:cubicBezTo>
                    <a:pt x="18885" y="24004"/>
                    <a:pt x="18908" y="24017"/>
                    <a:pt x="18931" y="24017"/>
                  </a:cubicBezTo>
                  <a:cubicBezTo>
                    <a:pt x="18942" y="24017"/>
                    <a:pt x="18954" y="24014"/>
                    <a:pt x="18962" y="24008"/>
                  </a:cubicBezTo>
                  <a:cubicBezTo>
                    <a:pt x="19001" y="23988"/>
                    <a:pt x="19038" y="23966"/>
                    <a:pt x="19077" y="23945"/>
                  </a:cubicBezTo>
                  <a:cubicBezTo>
                    <a:pt x="19109" y="23926"/>
                    <a:pt x="19120" y="23887"/>
                    <a:pt x="19103" y="23855"/>
                  </a:cubicBezTo>
                  <a:cubicBezTo>
                    <a:pt x="19090" y="23833"/>
                    <a:pt x="19068" y="23821"/>
                    <a:pt x="19045" y="23821"/>
                  </a:cubicBezTo>
                  <a:close/>
                  <a:moveTo>
                    <a:pt x="6778" y="23949"/>
                  </a:moveTo>
                  <a:cubicBezTo>
                    <a:pt x="6754" y="23949"/>
                    <a:pt x="6732" y="23961"/>
                    <a:pt x="6719" y="23983"/>
                  </a:cubicBezTo>
                  <a:cubicBezTo>
                    <a:pt x="6703" y="24014"/>
                    <a:pt x="6714" y="24054"/>
                    <a:pt x="6746" y="24073"/>
                  </a:cubicBezTo>
                  <a:cubicBezTo>
                    <a:pt x="6786" y="24094"/>
                    <a:pt x="6825" y="24115"/>
                    <a:pt x="6863" y="24135"/>
                  </a:cubicBezTo>
                  <a:cubicBezTo>
                    <a:pt x="6874" y="24140"/>
                    <a:pt x="6884" y="24142"/>
                    <a:pt x="6894" y="24142"/>
                  </a:cubicBezTo>
                  <a:cubicBezTo>
                    <a:pt x="6919" y="24142"/>
                    <a:pt x="6942" y="24130"/>
                    <a:pt x="6953" y="24107"/>
                  </a:cubicBezTo>
                  <a:cubicBezTo>
                    <a:pt x="6970" y="24074"/>
                    <a:pt x="6958" y="24034"/>
                    <a:pt x="6925" y="24017"/>
                  </a:cubicBezTo>
                  <a:cubicBezTo>
                    <a:pt x="6886" y="23997"/>
                    <a:pt x="6847" y="23977"/>
                    <a:pt x="6809" y="23956"/>
                  </a:cubicBezTo>
                  <a:cubicBezTo>
                    <a:pt x="6799" y="23951"/>
                    <a:pt x="6788" y="23949"/>
                    <a:pt x="6778" y="23949"/>
                  </a:cubicBezTo>
                  <a:close/>
                  <a:moveTo>
                    <a:pt x="18346" y="24187"/>
                  </a:moveTo>
                  <a:cubicBezTo>
                    <a:pt x="18336" y="24187"/>
                    <a:pt x="18326" y="24189"/>
                    <a:pt x="18317" y="24193"/>
                  </a:cubicBezTo>
                  <a:cubicBezTo>
                    <a:pt x="18279" y="24213"/>
                    <a:pt x="18239" y="24231"/>
                    <a:pt x="18199" y="24250"/>
                  </a:cubicBezTo>
                  <a:cubicBezTo>
                    <a:pt x="18167" y="24265"/>
                    <a:pt x="18152" y="24305"/>
                    <a:pt x="18168" y="24339"/>
                  </a:cubicBezTo>
                  <a:cubicBezTo>
                    <a:pt x="18179" y="24362"/>
                    <a:pt x="18203" y="24377"/>
                    <a:pt x="18228" y="24377"/>
                  </a:cubicBezTo>
                  <a:cubicBezTo>
                    <a:pt x="18238" y="24377"/>
                    <a:pt x="18246" y="24375"/>
                    <a:pt x="18256" y="24370"/>
                  </a:cubicBezTo>
                  <a:lnTo>
                    <a:pt x="18374" y="24313"/>
                  </a:lnTo>
                  <a:cubicBezTo>
                    <a:pt x="18408" y="24298"/>
                    <a:pt x="18420" y="24258"/>
                    <a:pt x="18405" y="24224"/>
                  </a:cubicBezTo>
                  <a:cubicBezTo>
                    <a:pt x="18394" y="24201"/>
                    <a:pt x="18371" y="24187"/>
                    <a:pt x="18346" y="24187"/>
                  </a:cubicBezTo>
                  <a:close/>
                  <a:moveTo>
                    <a:pt x="7488" y="24303"/>
                  </a:moveTo>
                  <a:cubicBezTo>
                    <a:pt x="7463" y="24303"/>
                    <a:pt x="7439" y="24317"/>
                    <a:pt x="7428" y="24341"/>
                  </a:cubicBezTo>
                  <a:cubicBezTo>
                    <a:pt x="7413" y="24373"/>
                    <a:pt x="7426" y="24412"/>
                    <a:pt x="7460" y="24428"/>
                  </a:cubicBezTo>
                  <a:cubicBezTo>
                    <a:pt x="7501" y="24447"/>
                    <a:pt x="7541" y="24465"/>
                    <a:pt x="7582" y="24483"/>
                  </a:cubicBezTo>
                  <a:cubicBezTo>
                    <a:pt x="7590" y="24488"/>
                    <a:pt x="7599" y="24489"/>
                    <a:pt x="7608" y="24489"/>
                  </a:cubicBezTo>
                  <a:cubicBezTo>
                    <a:pt x="7634" y="24489"/>
                    <a:pt x="7658" y="24475"/>
                    <a:pt x="7669" y="24451"/>
                  </a:cubicBezTo>
                  <a:cubicBezTo>
                    <a:pt x="7684" y="24418"/>
                    <a:pt x="7669" y="24380"/>
                    <a:pt x="7635" y="24364"/>
                  </a:cubicBezTo>
                  <a:cubicBezTo>
                    <a:pt x="7594" y="24346"/>
                    <a:pt x="7554" y="24326"/>
                    <a:pt x="7515" y="24309"/>
                  </a:cubicBezTo>
                  <a:cubicBezTo>
                    <a:pt x="7506" y="24305"/>
                    <a:pt x="7497" y="24303"/>
                    <a:pt x="7488" y="24303"/>
                  </a:cubicBezTo>
                  <a:close/>
                  <a:moveTo>
                    <a:pt x="17625" y="24510"/>
                  </a:moveTo>
                  <a:cubicBezTo>
                    <a:pt x="17617" y="24510"/>
                    <a:pt x="17609" y="24511"/>
                    <a:pt x="17601" y="24515"/>
                  </a:cubicBezTo>
                  <a:cubicBezTo>
                    <a:pt x="17561" y="24531"/>
                    <a:pt x="17520" y="24546"/>
                    <a:pt x="17479" y="24564"/>
                  </a:cubicBezTo>
                  <a:cubicBezTo>
                    <a:pt x="17444" y="24577"/>
                    <a:pt x="17429" y="24615"/>
                    <a:pt x="17442" y="24649"/>
                  </a:cubicBezTo>
                  <a:cubicBezTo>
                    <a:pt x="17452" y="24675"/>
                    <a:pt x="17478" y="24692"/>
                    <a:pt x="17504" y="24692"/>
                  </a:cubicBezTo>
                  <a:cubicBezTo>
                    <a:pt x="17512" y="24692"/>
                    <a:pt x="17520" y="24690"/>
                    <a:pt x="17528" y="24687"/>
                  </a:cubicBezTo>
                  <a:lnTo>
                    <a:pt x="17651" y="24637"/>
                  </a:lnTo>
                  <a:cubicBezTo>
                    <a:pt x="17684" y="24623"/>
                    <a:pt x="17700" y="24584"/>
                    <a:pt x="17687" y="24551"/>
                  </a:cubicBezTo>
                  <a:cubicBezTo>
                    <a:pt x="17677" y="24526"/>
                    <a:pt x="17651" y="24510"/>
                    <a:pt x="17625" y="24510"/>
                  </a:cubicBezTo>
                  <a:close/>
                  <a:moveTo>
                    <a:pt x="8218" y="24610"/>
                  </a:moveTo>
                  <a:cubicBezTo>
                    <a:pt x="8192" y="24610"/>
                    <a:pt x="8167" y="24626"/>
                    <a:pt x="8157" y="24653"/>
                  </a:cubicBezTo>
                  <a:cubicBezTo>
                    <a:pt x="8144" y="24688"/>
                    <a:pt x="8161" y="24726"/>
                    <a:pt x="8196" y="24739"/>
                  </a:cubicBezTo>
                  <a:cubicBezTo>
                    <a:pt x="8237" y="24754"/>
                    <a:pt x="8277" y="24771"/>
                    <a:pt x="8319" y="24786"/>
                  </a:cubicBezTo>
                  <a:cubicBezTo>
                    <a:pt x="8327" y="24789"/>
                    <a:pt x="8335" y="24790"/>
                    <a:pt x="8342" y="24790"/>
                  </a:cubicBezTo>
                  <a:cubicBezTo>
                    <a:pt x="8370" y="24790"/>
                    <a:pt x="8395" y="24774"/>
                    <a:pt x="8403" y="24746"/>
                  </a:cubicBezTo>
                  <a:cubicBezTo>
                    <a:pt x="8417" y="24713"/>
                    <a:pt x="8399" y="24674"/>
                    <a:pt x="8365" y="24662"/>
                  </a:cubicBezTo>
                  <a:cubicBezTo>
                    <a:pt x="8325" y="24647"/>
                    <a:pt x="8284" y="24630"/>
                    <a:pt x="8243" y="24615"/>
                  </a:cubicBezTo>
                  <a:cubicBezTo>
                    <a:pt x="8235" y="24612"/>
                    <a:pt x="8226" y="24610"/>
                    <a:pt x="8218" y="24610"/>
                  </a:cubicBezTo>
                  <a:close/>
                  <a:moveTo>
                    <a:pt x="16884" y="24788"/>
                  </a:moveTo>
                  <a:cubicBezTo>
                    <a:pt x="16877" y="24788"/>
                    <a:pt x="16870" y="24789"/>
                    <a:pt x="16863" y="24791"/>
                  </a:cubicBezTo>
                  <a:lnTo>
                    <a:pt x="16739" y="24832"/>
                  </a:lnTo>
                  <a:cubicBezTo>
                    <a:pt x="16704" y="24843"/>
                    <a:pt x="16685" y="24880"/>
                    <a:pt x="16696" y="24915"/>
                  </a:cubicBezTo>
                  <a:cubicBezTo>
                    <a:pt x="16705" y="24943"/>
                    <a:pt x="16731" y="24961"/>
                    <a:pt x="16760" y="24961"/>
                  </a:cubicBezTo>
                  <a:cubicBezTo>
                    <a:pt x="16766" y="24961"/>
                    <a:pt x="16773" y="24960"/>
                    <a:pt x="16780" y="24957"/>
                  </a:cubicBezTo>
                  <a:lnTo>
                    <a:pt x="16905" y="24915"/>
                  </a:lnTo>
                  <a:cubicBezTo>
                    <a:pt x="16940" y="24904"/>
                    <a:pt x="16957" y="24867"/>
                    <a:pt x="16946" y="24832"/>
                  </a:cubicBezTo>
                  <a:cubicBezTo>
                    <a:pt x="16937" y="24806"/>
                    <a:pt x="16912" y="24788"/>
                    <a:pt x="16884" y="24788"/>
                  </a:cubicBezTo>
                  <a:close/>
                  <a:moveTo>
                    <a:pt x="8967" y="24873"/>
                  </a:moveTo>
                  <a:cubicBezTo>
                    <a:pt x="8939" y="24873"/>
                    <a:pt x="8912" y="24891"/>
                    <a:pt x="8904" y="24919"/>
                  </a:cubicBezTo>
                  <a:cubicBezTo>
                    <a:pt x="8893" y="24954"/>
                    <a:pt x="8913" y="24991"/>
                    <a:pt x="8948" y="25002"/>
                  </a:cubicBezTo>
                  <a:lnTo>
                    <a:pt x="9076" y="25042"/>
                  </a:lnTo>
                  <a:cubicBezTo>
                    <a:pt x="9082" y="25043"/>
                    <a:pt x="9088" y="25045"/>
                    <a:pt x="9094" y="25045"/>
                  </a:cubicBezTo>
                  <a:cubicBezTo>
                    <a:pt x="9123" y="25045"/>
                    <a:pt x="9149" y="25026"/>
                    <a:pt x="9157" y="24996"/>
                  </a:cubicBezTo>
                  <a:cubicBezTo>
                    <a:pt x="9169" y="24961"/>
                    <a:pt x="9148" y="24924"/>
                    <a:pt x="9113" y="24914"/>
                  </a:cubicBezTo>
                  <a:lnTo>
                    <a:pt x="8987" y="24876"/>
                  </a:lnTo>
                  <a:cubicBezTo>
                    <a:pt x="8980" y="24874"/>
                    <a:pt x="8973" y="24873"/>
                    <a:pt x="8967" y="24873"/>
                  </a:cubicBezTo>
                  <a:close/>
                  <a:moveTo>
                    <a:pt x="16127" y="25018"/>
                  </a:moveTo>
                  <a:cubicBezTo>
                    <a:pt x="16122" y="25018"/>
                    <a:pt x="16116" y="25019"/>
                    <a:pt x="16110" y="25020"/>
                  </a:cubicBezTo>
                  <a:lnTo>
                    <a:pt x="15983" y="25053"/>
                  </a:lnTo>
                  <a:cubicBezTo>
                    <a:pt x="15947" y="25062"/>
                    <a:pt x="15927" y="25098"/>
                    <a:pt x="15936" y="25134"/>
                  </a:cubicBezTo>
                  <a:cubicBezTo>
                    <a:pt x="15943" y="25164"/>
                    <a:pt x="15970" y="25184"/>
                    <a:pt x="15999" y="25184"/>
                  </a:cubicBezTo>
                  <a:cubicBezTo>
                    <a:pt x="16005" y="25184"/>
                    <a:pt x="16011" y="25184"/>
                    <a:pt x="16016" y="25181"/>
                  </a:cubicBezTo>
                  <a:lnTo>
                    <a:pt x="16144" y="25147"/>
                  </a:lnTo>
                  <a:cubicBezTo>
                    <a:pt x="16179" y="25138"/>
                    <a:pt x="16199" y="25102"/>
                    <a:pt x="16190" y="25066"/>
                  </a:cubicBezTo>
                  <a:cubicBezTo>
                    <a:pt x="16183" y="25037"/>
                    <a:pt x="16157" y="25018"/>
                    <a:pt x="16127" y="25018"/>
                  </a:cubicBezTo>
                  <a:close/>
                  <a:moveTo>
                    <a:pt x="9733" y="25087"/>
                  </a:moveTo>
                  <a:cubicBezTo>
                    <a:pt x="9702" y="25087"/>
                    <a:pt x="9674" y="25107"/>
                    <a:pt x="9666" y="25138"/>
                  </a:cubicBezTo>
                  <a:cubicBezTo>
                    <a:pt x="9657" y="25174"/>
                    <a:pt x="9679" y="25210"/>
                    <a:pt x="9715" y="25219"/>
                  </a:cubicBezTo>
                  <a:cubicBezTo>
                    <a:pt x="9758" y="25229"/>
                    <a:pt x="9800" y="25239"/>
                    <a:pt x="9844" y="25249"/>
                  </a:cubicBezTo>
                  <a:cubicBezTo>
                    <a:pt x="9849" y="25250"/>
                    <a:pt x="9854" y="25250"/>
                    <a:pt x="9859" y="25250"/>
                  </a:cubicBezTo>
                  <a:cubicBezTo>
                    <a:pt x="9889" y="25250"/>
                    <a:pt x="9916" y="25230"/>
                    <a:pt x="9923" y="25199"/>
                  </a:cubicBezTo>
                  <a:cubicBezTo>
                    <a:pt x="9932" y="25163"/>
                    <a:pt x="9911" y="25128"/>
                    <a:pt x="9875" y="25119"/>
                  </a:cubicBezTo>
                  <a:cubicBezTo>
                    <a:pt x="9831" y="25109"/>
                    <a:pt x="9789" y="25099"/>
                    <a:pt x="9747" y="25089"/>
                  </a:cubicBezTo>
                  <a:cubicBezTo>
                    <a:pt x="9742" y="25088"/>
                    <a:pt x="9737" y="25087"/>
                    <a:pt x="9733" y="25087"/>
                  </a:cubicBezTo>
                  <a:close/>
                  <a:moveTo>
                    <a:pt x="15356" y="25200"/>
                  </a:moveTo>
                  <a:cubicBezTo>
                    <a:pt x="15352" y="25200"/>
                    <a:pt x="15348" y="25201"/>
                    <a:pt x="15344" y="25201"/>
                  </a:cubicBezTo>
                  <a:lnTo>
                    <a:pt x="15215" y="25227"/>
                  </a:lnTo>
                  <a:cubicBezTo>
                    <a:pt x="15178" y="25235"/>
                    <a:pt x="15155" y="25270"/>
                    <a:pt x="15162" y="25306"/>
                  </a:cubicBezTo>
                  <a:cubicBezTo>
                    <a:pt x="15168" y="25337"/>
                    <a:pt x="15196" y="25359"/>
                    <a:pt x="15227" y="25359"/>
                  </a:cubicBezTo>
                  <a:cubicBezTo>
                    <a:pt x="15232" y="25359"/>
                    <a:pt x="15236" y="25358"/>
                    <a:pt x="15240" y="25357"/>
                  </a:cubicBezTo>
                  <a:lnTo>
                    <a:pt x="15370" y="25331"/>
                  </a:lnTo>
                  <a:cubicBezTo>
                    <a:pt x="15406" y="25323"/>
                    <a:pt x="15430" y="25288"/>
                    <a:pt x="15421" y="25252"/>
                  </a:cubicBezTo>
                  <a:cubicBezTo>
                    <a:pt x="15415" y="25221"/>
                    <a:pt x="15386" y="25200"/>
                    <a:pt x="15356" y="25200"/>
                  </a:cubicBezTo>
                  <a:close/>
                  <a:moveTo>
                    <a:pt x="10504" y="25252"/>
                  </a:moveTo>
                  <a:cubicBezTo>
                    <a:pt x="10473" y="25252"/>
                    <a:pt x="10444" y="25275"/>
                    <a:pt x="10438" y="25307"/>
                  </a:cubicBezTo>
                  <a:cubicBezTo>
                    <a:pt x="10432" y="25343"/>
                    <a:pt x="10457" y="25377"/>
                    <a:pt x="10493" y="25383"/>
                  </a:cubicBezTo>
                  <a:lnTo>
                    <a:pt x="10623" y="25406"/>
                  </a:lnTo>
                  <a:cubicBezTo>
                    <a:pt x="10627" y="25408"/>
                    <a:pt x="10631" y="25408"/>
                    <a:pt x="10634" y="25408"/>
                  </a:cubicBezTo>
                  <a:cubicBezTo>
                    <a:pt x="10667" y="25408"/>
                    <a:pt x="10694" y="25384"/>
                    <a:pt x="10698" y="25353"/>
                  </a:cubicBezTo>
                  <a:cubicBezTo>
                    <a:pt x="10704" y="25317"/>
                    <a:pt x="10680" y="25282"/>
                    <a:pt x="10644" y="25276"/>
                  </a:cubicBezTo>
                  <a:lnTo>
                    <a:pt x="10515" y="25252"/>
                  </a:lnTo>
                  <a:cubicBezTo>
                    <a:pt x="10512" y="25252"/>
                    <a:pt x="10508" y="25252"/>
                    <a:pt x="10504" y="25252"/>
                  </a:cubicBezTo>
                  <a:close/>
                  <a:moveTo>
                    <a:pt x="14577" y="25334"/>
                  </a:moveTo>
                  <a:cubicBezTo>
                    <a:pt x="14574" y="25334"/>
                    <a:pt x="14571" y="25334"/>
                    <a:pt x="14568" y="25334"/>
                  </a:cubicBezTo>
                  <a:lnTo>
                    <a:pt x="14438" y="25353"/>
                  </a:lnTo>
                  <a:cubicBezTo>
                    <a:pt x="14401" y="25358"/>
                    <a:pt x="14376" y="25391"/>
                    <a:pt x="14381" y="25426"/>
                  </a:cubicBezTo>
                  <a:cubicBezTo>
                    <a:pt x="14384" y="25460"/>
                    <a:pt x="14413" y="25485"/>
                    <a:pt x="14445" y="25485"/>
                  </a:cubicBezTo>
                  <a:cubicBezTo>
                    <a:pt x="14448" y="25485"/>
                    <a:pt x="14452" y="25485"/>
                    <a:pt x="14454" y="25483"/>
                  </a:cubicBezTo>
                  <a:lnTo>
                    <a:pt x="14586" y="25465"/>
                  </a:lnTo>
                  <a:cubicBezTo>
                    <a:pt x="14622" y="25460"/>
                    <a:pt x="14648" y="25426"/>
                    <a:pt x="14643" y="25391"/>
                  </a:cubicBezTo>
                  <a:cubicBezTo>
                    <a:pt x="14638" y="25358"/>
                    <a:pt x="14609" y="25334"/>
                    <a:pt x="14577" y="25334"/>
                  </a:cubicBezTo>
                  <a:close/>
                  <a:moveTo>
                    <a:pt x="11285" y="25370"/>
                  </a:moveTo>
                  <a:cubicBezTo>
                    <a:pt x="11254" y="25370"/>
                    <a:pt x="11225" y="25395"/>
                    <a:pt x="11221" y="25427"/>
                  </a:cubicBezTo>
                  <a:cubicBezTo>
                    <a:pt x="11216" y="25464"/>
                    <a:pt x="11243" y="25497"/>
                    <a:pt x="11279" y="25501"/>
                  </a:cubicBezTo>
                  <a:lnTo>
                    <a:pt x="11410" y="25516"/>
                  </a:lnTo>
                  <a:lnTo>
                    <a:pt x="11418" y="25516"/>
                  </a:lnTo>
                  <a:cubicBezTo>
                    <a:pt x="11451" y="25516"/>
                    <a:pt x="11481" y="25492"/>
                    <a:pt x="11483" y="25457"/>
                  </a:cubicBezTo>
                  <a:cubicBezTo>
                    <a:pt x="11487" y="25421"/>
                    <a:pt x="11461" y="25389"/>
                    <a:pt x="11425" y="25384"/>
                  </a:cubicBezTo>
                  <a:lnTo>
                    <a:pt x="11294" y="25370"/>
                  </a:lnTo>
                  <a:cubicBezTo>
                    <a:pt x="11291" y="25370"/>
                    <a:pt x="11288" y="25370"/>
                    <a:pt x="11285" y="25370"/>
                  </a:cubicBezTo>
                  <a:close/>
                  <a:moveTo>
                    <a:pt x="13788" y="25421"/>
                  </a:moveTo>
                  <a:cubicBezTo>
                    <a:pt x="13787" y="25421"/>
                    <a:pt x="13785" y="25421"/>
                    <a:pt x="13784" y="25421"/>
                  </a:cubicBezTo>
                  <a:lnTo>
                    <a:pt x="13654" y="25431"/>
                  </a:lnTo>
                  <a:cubicBezTo>
                    <a:pt x="13618" y="25434"/>
                    <a:pt x="13590" y="25464"/>
                    <a:pt x="13592" y="25501"/>
                  </a:cubicBezTo>
                  <a:cubicBezTo>
                    <a:pt x="13594" y="25536"/>
                    <a:pt x="13624" y="25563"/>
                    <a:pt x="13657" y="25563"/>
                  </a:cubicBezTo>
                  <a:lnTo>
                    <a:pt x="13662" y="25563"/>
                  </a:lnTo>
                  <a:lnTo>
                    <a:pt x="13794" y="25553"/>
                  </a:lnTo>
                  <a:cubicBezTo>
                    <a:pt x="13830" y="25550"/>
                    <a:pt x="13857" y="25519"/>
                    <a:pt x="13855" y="25483"/>
                  </a:cubicBezTo>
                  <a:cubicBezTo>
                    <a:pt x="13852" y="25447"/>
                    <a:pt x="13819" y="25421"/>
                    <a:pt x="13788" y="25421"/>
                  </a:cubicBezTo>
                  <a:close/>
                  <a:moveTo>
                    <a:pt x="12073" y="25439"/>
                  </a:moveTo>
                  <a:cubicBezTo>
                    <a:pt x="12037" y="25439"/>
                    <a:pt x="12012" y="25468"/>
                    <a:pt x="12009" y="25502"/>
                  </a:cubicBezTo>
                  <a:cubicBezTo>
                    <a:pt x="12008" y="25538"/>
                    <a:pt x="12036" y="25569"/>
                    <a:pt x="12071" y="25572"/>
                  </a:cubicBezTo>
                  <a:lnTo>
                    <a:pt x="12204" y="25578"/>
                  </a:lnTo>
                  <a:lnTo>
                    <a:pt x="12208" y="25578"/>
                  </a:lnTo>
                  <a:cubicBezTo>
                    <a:pt x="12243" y="25578"/>
                    <a:pt x="12273" y="25549"/>
                    <a:pt x="12273" y="25515"/>
                  </a:cubicBezTo>
                  <a:cubicBezTo>
                    <a:pt x="12275" y="25480"/>
                    <a:pt x="12245" y="25447"/>
                    <a:pt x="12210" y="25446"/>
                  </a:cubicBezTo>
                  <a:lnTo>
                    <a:pt x="12079" y="25440"/>
                  </a:lnTo>
                  <a:cubicBezTo>
                    <a:pt x="12077" y="25440"/>
                    <a:pt x="12075" y="25439"/>
                    <a:pt x="12073" y="25439"/>
                  </a:cubicBezTo>
                  <a:close/>
                  <a:moveTo>
                    <a:pt x="12997" y="25457"/>
                  </a:moveTo>
                  <a:lnTo>
                    <a:pt x="12866" y="25459"/>
                  </a:lnTo>
                  <a:cubicBezTo>
                    <a:pt x="12831" y="25459"/>
                    <a:pt x="12801" y="25488"/>
                    <a:pt x="12801" y="25526"/>
                  </a:cubicBezTo>
                  <a:cubicBezTo>
                    <a:pt x="12802" y="25561"/>
                    <a:pt x="12832" y="25590"/>
                    <a:pt x="12868" y="25590"/>
                  </a:cubicBezTo>
                  <a:lnTo>
                    <a:pt x="13001" y="25589"/>
                  </a:lnTo>
                  <a:cubicBezTo>
                    <a:pt x="13037" y="25589"/>
                    <a:pt x="13066" y="25559"/>
                    <a:pt x="13066" y="25523"/>
                  </a:cubicBezTo>
                  <a:cubicBezTo>
                    <a:pt x="13064" y="25487"/>
                    <a:pt x="13035" y="25457"/>
                    <a:pt x="13000" y="2545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45" name="Google Shape;945;p16"/>
            <p:cNvGrpSpPr/>
            <p:nvPr/>
          </p:nvGrpSpPr>
          <p:grpSpPr>
            <a:xfrm>
              <a:off x="4245412" y="2235303"/>
              <a:ext cx="136430" cy="368742"/>
              <a:chOff x="4314022" y="2335804"/>
              <a:chExt cx="107773" cy="291289"/>
            </a:xfrm>
          </p:grpSpPr>
          <p:sp>
            <p:nvSpPr>
              <p:cNvPr id="946" name="Google Shape;946;p16"/>
              <p:cNvSpPr/>
              <p:nvPr/>
            </p:nvSpPr>
            <p:spPr>
              <a:xfrm>
                <a:off x="4353082" y="2558380"/>
                <a:ext cx="68713" cy="68713"/>
              </a:xfrm>
              <a:custGeom>
                <a:rect b="b" l="l" r="r" t="t"/>
                <a:pathLst>
                  <a:path extrusionOk="0" h="1388" w="1388">
                    <a:moveTo>
                      <a:pt x="693" y="0"/>
                    </a:moveTo>
                    <a:cubicBezTo>
                      <a:pt x="311" y="0"/>
                      <a:pt x="1" y="311"/>
                      <a:pt x="1" y="694"/>
                    </a:cubicBezTo>
                    <a:cubicBezTo>
                      <a:pt x="1" y="1076"/>
                      <a:pt x="311" y="1387"/>
                      <a:pt x="693" y="1387"/>
                    </a:cubicBezTo>
                    <a:cubicBezTo>
                      <a:pt x="1076" y="1387"/>
                      <a:pt x="1387" y="1076"/>
                      <a:pt x="1387" y="694"/>
                    </a:cubicBezTo>
                    <a:cubicBezTo>
                      <a:pt x="1387" y="311"/>
                      <a:pt x="1076" y="0"/>
                      <a:pt x="6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16"/>
              <p:cNvSpPr/>
              <p:nvPr/>
            </p:nvSpPr>
            <p:spPr>
              <a:xfrm>
                <a:off x="4314022" y="2335804"/>
                <a:ext cx="83069" cy="259555"/>
              </a:xfrm>
              <a:custGeom>
                <a:rect b="b" l="l" r="r" t="t"/>
                <a:pathLst>
                  <a:path extrusionOk="0" h="5243" w="1678">
                    <a:moveTo>
                      <a:pt x="385" y="0"/>
                    </a:moveTo>
                    <a:lnTo>
                      <a:pt x="1" y="97"/>
                    </a:lnTo>
                    <a:lnTo>
                      <a:pt x="1293" y="5243"/>
                    </a:lnTo>
                    <a:lnTo>
                      <a:pt x="1678" y="5146"/>
                    </a:lnTo>
                    <a:lnTo>
                      <a:pt x="385"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8" name="Google Shape;948;p16"/>
            <p:cNvGrpSpPr/>
            <p:nvPr/>
          </p:nvGrpSpPr>
          <p:grpSpPr>
            <a:xfrm>
              <a:off x="3702635" y="2568011"/>
              <a:ext cx="294168" cy="286646"/>
              <a:chOff x="3885255" y="2598627"/>
              <a:chExt cx="232378" cy="226437"/>
            </a:xfrm>
          </p:grpSpPr>
          <p:sp>
            <p:nvSpPr>
              <p:cNvPr id="949" name="Google Shape;949;p16"/>
              <p:cNvSpPr/>
              <p:nvPr/>
            </p:nvSpPr>
            <p:spPr>
              <a:xfrm>
                <a:off x="4048970" y="2756351"/>
                <a:ext cx="68663" cy="68713"/>
              </a:xfrm>
              <a:custGeom>
                <a:rect b="b" l="l" r="r" t="t"/>
                <a:pathLst>
                  <a:path extrusionOk="0" h="1388" w="1387">
                    <a:moveTo>
                      <a:pt x="693" y="1"/>
                    </a:moveTo>
                    <a:cubicBezTo>
                      <a:pt x="311" y="1"/>
                      <a:pt x="0" y="312"/>
                      <a:pt x="0" y="694"/>
                    </a:cubicBezTo>
                    <a:cubicBezTo>
                      <a:pt x="0" y="1077"/>
                      <a:pt x="311" y="1387"/>
                      <a:pt x="693" y="1387"/>
                    </a:cubicBezTo>
                    <a:cubicBezTo>
                      <a:pt x="1076" y="1387"/>
                      <a:pt x="1387" y="1077"/>
                      <a:pt x="1387" y="694"/>
                    </a:cubicBezTo>
                    <a:cubicBezTo>
                      <a:pt x="1387" y="312"/>
                      <a:pt x="1076" y="1"/>
                      <a:pt x="69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16"/>
              <p:cNvSpPr/>
              <p:nvPr/>
            </p:nvSpPr>
            <p:spPr>
              <a:xfrm>
                <a:off x="3885255" y="2598627"/>
                <a:ext cx="205198" cy="199357"/>
              </a:xfrm>
              <a:custGeom>
                <a:rect b="b" l="l" r="r" t="t"/>
                <a:pathLst>
                  <a:path extrusionOk="0" h="4027" w="4145">
                    <a:moveTo>
                      <a:pt x="277" y="0"/>
                    </a:moveTo>
                    <a:lnTo>
                      <a:pt x="1" y="286"/>
                    </a:lnTo>
                    <a:lnTo>
                      <a:pt x="3869" y="4027"/>
                    </a:lnTo>
                    <a:lnTo>
                      <a:pt x="4144" y="3741"/>
                    </a:lnTo>
                    <a:lnTo>
                      <a:pt x="277"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1" name="Google Shape;951;p16"/>
            <p:cNvGrpSpPr/>
            <p:nvPr/>
          </p:nvGrpSpPr>
          <p:grpSpPr>
            <a:xfrm>
              <a:off x="3414545" y="3151958"/>
              <a:ext cx="395753" cy="126717"/>
              <a:chOff x="3657678" y="3059917"/>
              <a:chExt cx="312626" cy="100100"/>
            </a:xfrm>
          </p:grpSpPr>
          <p:sp>
            <p:nvSpPr>
              <p:cNvPr id="952" name="Google Shape;952;p16"/>
              <p:cNvSpPr/>
              <p:nvPr/>
            </p:nvSpPr>
            <p:spPr>
              <a:xfrm>
                <a:off x="3901641" y="3091304"/>
                <a:ext cx="68663" cy="68713"/>
              </a:xfrm>
              <a:custGeom>
                <a:rect b="b" l="l" r="r" t="t"/>
                <a:pathLst>
                  <a:path extrusionOk="0" h="1388" w="1387">
                    <a:moveTo>
                      <a:pt x="694" y="1"/>
                    </a:moveTo>
                    <a:cubicBezTo>
                      <a:pt x="311" y="1"/>
                      <a:pt x="0" y="312"/>
                      <a:pt x="0" y="694"/>
                    </a:cubicBezTo>
                    <a:cubicBezTo>
                      <a:pt x="0" y="1076"/>
                      <a:pt x="311" y="1387"/>
                      <a:pt x="694" y="1387"/>
                    </a:cubicBezTo>
                    <a:cubicBezTo>
                      <a:pt x="1075" y="1387"/>
                      <a:pt x="1386" y="1076"/>
                      <a:pt x="1386" y="694"/>
                    </a:cubicBezTo>
                    <a:cubicBezTo>
                      <a:pt x="1386" y="310"/>
                      <a:pt x="1075" y="1"/>
                      <a:pt x="69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16"/>
              <p:cNvSpPr/>
              <p:nvPr/>
            </p:nvSpPr>
            <p:spPr>
              <a:xfrm>
                <a:off x="3657678" y="3059917"/>
                <a:ext cx="280248" cy="75545"/>
              </a:xfrm>
              <a:custGeom>
                <a:rect b="b" l="l" r="r" t="t"/>
                <a:pathLst>
                  <a:path extrusionOk="0" h="1526" w="5661">
                    <a:moveTo>
                      <a:pt x="80" y="1"/>
                    </a:moveTo>
                    <a:lnTo>
                      <a:pt x="0" y="388"/>
                    </a:lnTo>
                    <a:lnTo>
                      <a:pt x="5582" y="1525"/>
                    </a:lnTo>
                    <a:lnTo>
                      <a:pt x="5661" y="1136"/>
                    </a:lnTo>
                    <a:lnTo>
                      <a:pt x="8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4" name="Google Shape;954;p16"/>
            <p:cNvSpPr/>
            <p:nvPr/>
          </p:nvSpPr>
          <p:spPr>
            <a:xfrm>
              <a:off x="2486126" y="2431453"/>
              <a:ext cx="1082456" cy="992528"/>
            </a:xfrm>
            <a:custGeom>
              <a:rect b="b" l="l" r="r" t="t"/>
              <a:pathLst>
                <a:path extrusionOk="0" h="15838" w="17273">
                  <a:moveTo>
                    <a:pt x="4004" y="0"/>
                  </a:moveTo>
                  <a:cubicBezTo>
                    <a:pt x="1452" y="4710"/>
                    <a:pt x="1" y="10106"/>
                    <a:pt x="1" y="15838"/>
                  </a:cubicBezTo>
                  <a:lnTo>
                    <a:pt x="15309" y="15838"/>
                  </a:lnTo>
                  <a:cubicBezTo>
                    <a:pt x="15309" y="12894"/>
                    <a:pt x="16018" y="10114"/>
                    <a:pt x="17272" y="7662"/>
                  </a:cubicBezTo>
                  <a:lnTo>
                    <a:pt x="4004" y="0"/>
                  </a:lnTo>
                  <a:close/>
                </a:path>
              </a:pathLst>
            </a:custGeom>
            <a:solidFill>
              <a:srgbClr val="77D1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NL"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955" name="Google Shape;955;p16"/>
            <p:cNvSpPr/>
            <p:nvPr/>
          </p:nvSpPr>
          <p:spPr>
            <a:xfrm>
              <a:off x="2486126" y="2549586"/>
              <a:ext cx="760846" cy="874462"/>
            </a:xfrm>
            <a:custGeom>
              <a:rect b="b" l="l" r="r" t="t"/>
              <a:pathLst>
                <a:path extrusionOk="0" h="13954" w="12141">
                  <a:moveTo>
                    <a:pt x="3059" y="1"/>
                  </a:moveTo>
                  <a:cubicBezTo>
                    <a:pt x="1095" y="4244"/>
                    <a:pt x="1" y="8971"/>
                    <a:pt x="1" y="13954"/>
                  </a:cubicBezTo>
                  <a:lnTo>
                    <a:pt x="11791" y="13954"/>
                  </a:lnTo>
                  <a:cubicBezTo>
                    <a:pt x="12019" y="13057"/>
                    <a:pt x="12141" y="12115"/>
                    <a:pt x="12141" y="11145"/>
                  </a:cubicBezTo>
                  <a:cubicBezTo>
                    <a:pt x="12141" y="5647"/>
                    <a:pt x="8242" y="1061"/>
                    <a:pt x="305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16"/>
            <p:cNvSpPr/>
            <p:nvPr/>
          </p:nvSpPr>
          <p:spPr>
            <a:xfrm>
              <a:off x="5575478" y="2431578"/>
              <a:ext cx="1082393" cy="992403"/>
            </a:xfrm>
            <a:custGeom>
              <a:rect b="b" l="l" r="r" t="t"/>
              <a:pathLst>
                <a:path extrusionOk="0" h="15836" w="17272">
                  <a:moveTo>
                    <a:pt x="13267" y="0"/>
                  </a:moveTo>
                  <a:lnTo>
                    <a:pt x="1" y="7660"/>
                  </a:lnTo>
                  <a:cubicBezTo>
                    <a:pt x="1255" y="10112"/>
                    <a:pt x="1964" y="12892"/>
                    <a:pt x="1964" y="15836"/>
                  </a:cubicBezTo>
                  <a:lnTo>
                    <a:pt x="17271" y="15836"/>
                  </a:lnTo>
                  <a:cubicBezTo>
                    <a:pt x="17271" y="10104"/>
                    <a:pt x="15820" y="4709"/>
                    <a:pt x="13267"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16"/>
            <p:cNvSpPr/>
            <p:nvPr/>
          </p:nvSpPr>
          <p:spPr>
            <a:xfrm>
              <a:off x="5746440" y="2431641"/>
              <a:ext cx="906485" cy="885554"/>
            </a:xfrm>
            <a:custGeom>
              <a:rect b="b" l="l" r="r" t="t"/>
              <a:pathLst>
                <a:path extrusionOk="0" h="14131" w="14465">
                  <a:moveTo>
                    <a:pt x="10539" y="0"/>
                  </a:moveTo>
                  <a:lnTo>
                    <a:pt x="1" y="6084"/>
                  </a:lnTo>
                  <a:cubicBezTo>
                    <a:pt x="1426" y="10743"/>
                    <a:pt x="5757" y="14130"/>
                    <a:pt x="10883" y="14130"/>
                  </a:cubicBezTo>
                  <a:cubicBezTo>
                    <a:pt x="12135" y="14130"/>
                    <a:pt x="13339" y="13928"/>
                    <a:pt x="14464" y="13554"/>
                  </a:cubicBezTo>
                  <a:cubicBezTo>
                    <a:pt x="14135" y="8673"/>
                    <a:pt x="12751" y="4079"/>
                    <a:pt x="10539" y="0"/>
                  </a:cubicBezTo>
                  <a:close/>
                </a:path>
              </a:pathLst>
            </a:custGeom>
            <a:solidFill>
              <a:srgbClr val="FFFFFF">
                <a:alpha val="2901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58" name="Google Shape;958;p16"/>
            <p:cNvGrpSpPr/>
            <p:nvPr/>
          </p:nvGrpSpPr>
          <p:grpSpPr>
            <a:xfrm>
              <a:off x="5326202" y="3147821"/>
              <a:ext cx="442690" cy="130852"/>
              <a:chOff x="5167795" y="3056650"/>
              <a:chExt cx="349704" cy="103367"/>
            </a:xfrm>
          </p:grpSpPr>
          <p:sp>
            <p:nvSpPr>
              <p:cNvPr id="959" name="Google Shape;959;p16"/>
              <p:cNvSpPr/>
              <p:nvPr/>
            </p:nvSpPr>
            <p:spPr>
              <a:xfrm>
                <a:off x="5167795" y="3091304"/>
                <a:ext cx="68713" cy="68713"/>
              </a:xfrm>
              <a:custGeom>
                <a:rect b="b" l="l" r="r" t="t"/>
                <a:pathLst>
                  <a:path extrusionOk="0" h="1388" w="1388">
                    <a:moveTo>
                      <a:pt x="694" y="1"/>
                    </a:moveTo>
                    <a:cubicBezTo>
                      <a:pt x="312" y="1"/>
                      <a:pt x="1" y="311"/>
                      <a:pt x="1" y="694"/>
                    </a:cubicBezTo>
                    <a:cubicBezTo>
                      <a:pt x="1" y="1076"/>
                      <a:pt x="312" y="1387"/>
                      <a:pt x="694" y="1387"/>
                    </a:cubicBezTo>
                    <a:cubicBezTo>
                      <a:pt x="1077" y="1387"/>
                      <a:pt x="1387" y="1076"/>
                      <a:pt x="1387" y="694"/>
                    </a:cubicBezTo>
                    <a:cubicBezTo>
                      <a:pt x="1387" y="311"/>
                      <a:pt x="1077" y="1"/>
                      <a:pt x="694"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16"/>
              <p:cNvSpPr/>
              <p:nvPr/>
            </p:nvSpPr>
            <p:spPr>
              <a:xfrm>
                <a:off x="5200122" y="3056650"/>
                <a:ext cx="317377" cy="78762"/>
              </a:xfrm>
              <a:custGeom>
                <a:rect b="b" l="l" r="r" t="t"/>
                <a:pathLst>
                  <a:path extrusionOk="0" h="1591" w="6411">
                    <a:moveTo>
                      <a:pt x="6337" y="0"/>
                    </a:moveTo>
                    <a:lnTo>
                      <a:pt x="0" y="1200"/>
                    </a:lnTo>
                    <a:lnTo>
                      <a:pt x="74" y="1590"/>
                    </a:lnTo>
                    <a:lnTo>
                      <a:pt x="6411" y="390"/>
                    </a:lnTo>
                    <a:lnTo>
                      <a:pt x="6337"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1" name="Google Shape;961;p16"/>
            <p:cNvSpPr/>
            <p:nvPr/>
          </p:nvSpPr>
          <p:spPr>
            <a:xfrm>
              <a:off x="2795023" y="1647014"/>
              <a:ext cx="1164299" cy="1164237"/>
            </a:xfrm>
            <a:custGeom>
              <a:rect b="b" l="l" r="r" t="t"/>
              <a:pathLst>
                <a:path extrusionOk="0" h="18578" w="18579">
                  <a:moveTo>
                    <a:pt x="10917" y="0"/>
                  </a:moveTo>
                  <a:cubicBezTo>
                    <a:pt x="6480" y="2734"/>
                    <a:pt x="2735" y="6480"/>
                    <a:pt x="0" y="10916"/>
                  </a:cubicBezTo>
                  <a:lnTo>
                    <a:pt x="13270" y="18577"/>
                  </a:lnTo>
                  <a:cubicBezTo>
                    <a:pt x="14646" y="16456"/>
                    <a:pt x="16457" y="14645"/>
                    <a:pt x="18578" y="13269"/>
                  </a:cubicBezTo>
                  <a:lnTo>
                    <a:pt x="10917" y="0"/>
                  </a:lnTo>
                  <a:close/>
                </a:path>
              </a:pathLst>
            </a:custGeom>
            <a:solidFill>
              <a:srgbClr val="46AA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16"/>
            <p:cNvSpPr/>
            <p:nvPr/>
          </p:nvSpPr>
          <p:spPr>
            <a:xfrm>
              <a:off x="2795086" y="1718959"/>
              <a:ext cx="790363" cy="970908"/>
            </a:xfrm>
            <a:custGeom>
              <a:rect b="b" l="l" r="r" t="t"/>
              <a:pathLst>
                <a:path extrusionOk="0" h="15493" w="12612">
                  <a:moveTo>
                    <a:pt x="9179" y="0"/>
                  </a:moveTo>
                  <a:cubicBezTo>
                    <a:pt x="5499" y="2599"/>
                    <a:pt x="2370" y="5925"/>
                    <a:pt x="0" y="9769"/>
                  </a:cubicBezTo>
                  <a:lnTo>
                    <a:pt x="9916" y="15492"/>
                  </a:lnTo>
                  <a:cubicBezTo>
                    <a:pt x="11598" y="13512"/>
                    <a:pt x="12611" y="10943"/>
                    <a:pt x="12611" y="8141"/>
                  </a:cubicBezTo>
                  <a:cubicBezTo>
                    <a:pt x="12611" y="4951"/>
                    <a:pt x="11296" y="2065"/>
                    <a:pt x="917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16"/>
            <p:cNvSpPr/>
            <p:nvPr/>
          </p:nvSpPr>
          <p:spPr>
            <a:xfrm>
              <a:off x="4629984" y="1338992"/>
              <a:ext cx="934623" cy="1081578"/>
            </a:xfrm>
            <a:custGeom>
              <a:rect b="b" l="l" r="r" t="t"/>
              <a:pathLst>
                <a:path extrusionOk="0" h="17259" w="14914">
                  <a:moveTo>
                    <a:pt x="1" y="1"/>
                  </a:moveTo>
                  <a:lnTo>
                    <a:pt x="1" y="15319"/>
                  </a:lnTo>
                  <a:cubicBezTo>
                    <a:pt x="2602" y="15451"/>
                    <a:pt x="5057" y="16136"/>
                    <a:pt x="7252" y="17258"/>
                  </a:cubicBezTo>
                  <a:lnTo>
                    <a:pt x="14914" y="3990"/>
                  </a:lnTo>
                  <a:cubicBezTo>
                    <a:pt x="10458" y="1575"/>
                    <a:pt x="5389" y="147"/>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16"/>
            <p:cNvSpPr/>
            <p:nvPr/>
          </p:nvSpPr>
          <p:spPr>
            <a:xfrm>
              <a:off x="4629922" y="1338992"/>
              <a:ext cx="826898" cy="648985"/>
            </a:xfrm>
            <a:custGeom>
              <a:rect b="b" l="l" r="r" t="t"/>
              <a:pathLst>
                <a:path extrusionOk="0" h="10356" w="13195">
                  <a:moveTo>
                    <a:pt x="1" y="1"/>
                  </a:moveTo>
                  <a:lnTo>
                    <a:pt x="1" y="10058"/>
                  </a:lnTo>
                  <a:cubicBezTo>
                    <a:pt x="833" y="10252"/>
                    <a:pt x="1702" y="10356"/>
                    <a:pt x="2596" y="10356"/>
                  </a:cubicBezTo>
                  <a:cubicBezTo>
                    <a:pt x="7416" y="10356"/>
                    <a:pt x="11536" y="7357"/>
                    <a:pt x="13195" y="3123"/>
                  </a:cubicBezTo>
                  <a:cubicBezTo>
                    <a:pt x="9171" y="1234"/>
                    <a:pt x="4709" y="129"/>
                    <a:pt x="1" y="1"/>
                  </a:cubicBezTo>
                  <a:close/>
                </a:path>
              </a:pathLst>
            </a:custGeom>
            <a:solidFill>
              <a:srgbClr val="FFFFFF">
                <a:alpha val="2901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65" name="Google Shape;965;p16"/>
            <p:cNvGrpSpPr/>
            <p:nvPr/>
          </p:nvGrpSpPr>
          <p:grpSpPr>
            <a:xfrm>
              <a:off x="4745448" y="2213494"/>
              <a:ext cx="155293" cy="390552"/>
              <a:chOff x="4709027" y="2318576"/>
              <a:chExt cx="122674" cy="308517"/>
            </a:xfrm>
          </p:grpSpPr>
          <p:sp>
            <p:nvSpPr>
              <p:cNvPr id="966" name="Google Shape;966;p16"/>
              <p:cNvSpPr/>
              <p:nvPr/>
            </p:nvSpPr>
            <p:spPr>
              <a:xfrm>
                <a:off x="4709027" y="2558380"/>
                <a:ext cx="68713" cy="68713"/>
              </a:xfrm>
              <a:custGeom>
                <a:rect b="b" l="l" r="r" t="t"/>
                <a:pathLst>
                  <a:path extrusionOk="0" h="1388" w="1388">
                    <a:moveTo>
                      <a:pt x="693" y="0"/>
                    </a:moveTo>
                    <a:cubicBezTo>
                      <a:pt x="311" y="0"/>
                      <a:pt x="1" y="311"/>
                      <a:pt x="1" y="694"/>
                    </a:cubicBezTo>
                    <a:cubicBezTo>
                      <a:pt x="1" y="1076"/>
                      <a:pt x="311" y="1387"/>
                      <a:pt x="693" y="1387"/>
                    </a:cubicBezTo>
                    <a:cubicBezTo>
                      <a:pt x="1077" y="1387"/>
                      <a:pt x="1387" y="1076"/>
                      <a:pt x="1387" y="694"/>
                    </a:cubicBezTo>
                    <a:cubicBezTo>
                      <a:pt x="1387" y="311"/>
                      <a:pt x="1077" y="0"/>
                      <a:pt x="6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16"/>
              <p:cNvSpPr/>
              <p:nvPr/>
            </p:nvSpPr>
            <p:spPr>
              <a:xfrm>
                <a:off x="4733879" y="2318576"/>
                <a:ext cx="97822" cy="276881"/>
              </a:xfrm>
              <a:custGeom>
                <a:rect b="b" l="l" r="r" t="t"/>
                <a:pathLst>
                  <a:path extrusionOk="0" h="5593" w="1976">
                    <a:moveTo>
                      <a:pt x="1595" y="0"/>
                    </a:moveTo>
                    <a:lnTo>
                      <a:pt x="0" y="5481"/>
                    </a:lnTo>
                    <a:lnTo>
                      <a:pt x="382" y="5593"/>
                    </a:lnTo>
                    <a:lnTo>
                      <a:pt x="1976" y="111"/>
                    </a:lnTo>
                    <a:lnTo>
                      <a:pt x="1595"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8" name="Google Shape;968;p16"/>
            <p:cNvSpPr/>
            <p:nvPr/>
          </p:nvSpPr>
          <p:spPr>
            <a:xfrm>
              <a:off x="3579457" y="1338992"/>
              <a:ext cx="934623" cy="1081578"/>
            </a:xfrm>
            <a:custGeom>
              <a:rect b="b" l="l" r="r" t="t"/>
              <a:pathLst>
                <a:path extrusionOk="0" h="17259" w="14914">
                  <a:moveTo>
                    <a:pt x="14914" y="1"/>
                  </a:moveTo>
                  <a:cubicBezTo>
                    <a:pt x="9526" y="147"/>
                    <a:pt x="4457" y="1575"/>
                    <a:pt x="1" y="3990"/>
                  </a:cubicBezTo>
                  <a:lnTo>
                    <a:pt x="7663" y="17258"/>
                  </a:lnTo>
                  <a:cubicBezTo>
                    <a:pt x="9855" y="16136"/>
                    <a:pt x="12311" y="15451"/>
                    <a:pt x="14914" y="15319"/>
                  </a:cubicBezTo>
                  <a:lnTo>
                    <a:pt x="14914" y="1"/>
                  </a:lnTo>
                  <a:close/>
                </a:path>
              </a:pathLst>
            </a:custGeom>
            <a:solidFill>
              <a:srgbClr val="DF7B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16"/>
            <p:cNvSpPr/>
            <p:nvPr/>
          </p:nvSpPr>
          <p:spPr>
            <a:xfrm>
              <a:off x="3579457" y="1348643"/>
              <a:ext cx="844695" cy="948034"/>
            </a:xfrm>
            <a:custGeom>
              <a:rect b="b" l="l" r="r" t="t"/>
              <a:pathLst>
                <a:path extrusionOk="0" h="15128" w="13479">
                  <a:moveTo>
                    <a:pt x="12493" y="0"/>
                  </a:moveTo>
                  <a:cubicBezTo>
                    <a:pt x="8006" y="449"/>
                    <a:pt x="3784" y="1786"/>
                    <a:pt x="1" y="3836"/>
                  </a:cubicBezTo>
                  <a:lnTo>
                    <a:pt x="6521" y="15127"/>
                  </a:lnTo>
                  <a:cubicBezTo>
                    <a:pt x="10609" y="13401"/>
                    <a:pt x="13478" y="9355"/>
                    <a:pt x="13478" y="4640"/>
                  </a:cubicBezTo>
                  <a:cubicBezTo>
                    <a:pt x="13478" y="2987"/>
                    <a:pt x="13125" y="1418"/>
                    <a:pt x="124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16"/>
            <p:cNvSpPr/>
            <p:nvPr/>
          </p:nvSpPr>
          <p:spPr>
            <a:xfrm>
              <a:off x="5184734" y="1647077"/>
              <a:ext cx="1164174" cy="1164174"/>
            </a:xfrm>
            <a:custGeom>
              <a:rect b="b" l="l" r="r" t="t"/>
              <a:pathLst>
                <a:path extrusionOk="0" h="18577" w="18577">
                  <a:moveTo>
                    <a:pt x="7662" y="0"/>
                  </a:moveTo>
                  <a:lnTo>
                    <a:pt x="0" y="13268"/>
                  </a:lnTo>
                  <a:cubicBezTo>
                    <a:pt x="2122" y="14644"/>
                    <a:pt x="3933" y="16455"/>
                    <a:pt x="5309" y="18576"/>
                  </a:cubicBezTo>
                  <a:lnTo>
                    <a:pt x="18576" y="10915"/>
                  </a:lnTo>
                  <a:cubicBezTo>
                    <a:pt x="15842" y="6479"/>
                    <a:pt x="12098" y="2733"/>
                    <a:pt x="766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16"/>
            <p:cNvSpPr/>
            <p:nvPr/>
          </p:nvSpPr>
          <p:spPr>
            <a:xfrm>
              <a:off x="5310261" y="1647139"/>
              <a:ext cx="939574" cy="755707"/>
            </a:xfrm>
            <a:custGeom>
              <a:rect b="b" l="l" r="r" t="t"/>
              <a:pathLst>
                <a:path extrusionOk="0" h="12059" w="14993">
                  <a:moveTo>
                    <a:pt x="5659" y="0"/>
                  </a:moveTo>
                  <a:lnTo>
                    <a:pt x="1" y="9802"/>
                  </a:lnTo>
                  <a:cubicBezTo>
                    <a:pt x="1897" y="11219"/>
                    <a:pt x="4253" y="12059"/>
                    <a:pt x="6803" y="12059"/>
                  </a:cubicBezTo>
                  <a:cubicBezTo>
                    <a:pt x="10019" y="12059"/>
                    <a:pt x="12925" y="10723"/>
                    <a:pt x="14993" y="8579"/>
                  </a:cubicBezTo>
                  <a:cubicBezTo>
                    <a:pt x="12463" y="5158"/>
                    <a:pt x="9292" y="2239"/>
                    <a:pt x="5659" y="0"/>
                  </a:cubicBezTo>
                  <a:close/>
                </a:path>
              </a:pathLst>
            </a:custGeom>
            <a:solidFill>
              <a:srgbClr val="FFFFFF">
                <a:alpha val="2901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72" name="Google Shape;972;p16"/>
            <p:cNvGrpSpPr/>
            <p:nvPr/>
          </p:nvGrpSpPr>
          <p:grpSpPr>
            <a:xfrm>
              <a:off x="5141266" y="2551529"/>
              <a:ext cx="311087" cy="303127"/>
              <a:chOff x="5021704" y="2585608"/>
              <a:chExt cx="245744" cy="239456"/>
            </a:xfrm>
          </p:grpSpPr>
          <p:sp>
            <p:nvSpPr>
              <p:cNvPr id="973" name="Google Shape;973;p16"/>
              <p:cNvSpPr/>
              <p:nvPr/>
            </p:nvSpPr>
            <p:spPr>
              <a:xfrm>
                <a:off x="5021704" y="2756351"/>
                <a:ext cx="68713" cy="68713"/>
              </a:xfrm>
              <a:custGeom>
                <a:rect b="b" l="l" r="r" t="t"/>
                <a:pathLst>
                  <a:path extrusionOk="0" h="1388" w="1388">
                    <a:moveTo>
                      <a:pt x="693" y="1"/>
                    </a:moveTo>
                    <a:cubicBezTo>
                      <a:pt x="311" y="1"/>
                      <a:pt x="1" y="312"/>
                      <a:pt x="1" y="694"/>
                    </a:cubicBezTo>
                    <a:cubicBezTo>
                      <a:pt x="1" y="1077"/>
                      <a:pt x="311" y="1387"/>
                      <a:pt x="693" y="1387"/>
                    </a:cubicBezTo>
                    <a:cubicBezTo>
                      <a:pt x="1076" y="1387"/>
                      <a:pt x="1387" y="1077"/>
                      <a:pt x="1387" y="694"/>
                    </a:cubicBezTo>
                    <a:cubicBezTo>
                      <a:pt x="1387" y="312"/>
                      <a:pt x="1076" y="1"/>
                      <a:pt x="69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16"/>
              <p:cNvSpPr/>
              <p:nvPr/>
            </p:nvSpPr>
            <p:spPr>
              <a:xfrm>
                <a:off x="5049477" y="2585608"/>
                <a:ext cx="217971" cy="212178"/>
              </a:xfrm>
              <a:custGeom>
                <a:rect b="b" l="l" r="r" t="t"/>
                <a:pathLst>
                  <a:path extrusionOk="0" h="4286" w="4403">
                    <a:moveTo>
                      <a:pt x="4127" y="0"/>
                    </a:moveTo>
                    <a:lnTo>
                      <a:pt x="0" y="4000"/>
                    </a:lnTo>
                    <a:lnTo>
                      <a:pt x="276" y="4286"/>
                    </a:lnTo>
                    <a:lnTo>
                      <a:pt x="4402" y="286"/>
                    </a:lnTo>
                    <a:lnTo>
                      <a:pt x="412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5" name="Google Shape;975;p16"/>
            <p:cNvSpPr/>
            <p:nvPr/>
          </p:nvSpPr>
          <p:spPr>
            <a:xfrm>
              <a:off x="4199668" y="3469454"/>
              <a:ext cx="1534841" cy="914885"/>
            </a:xfrm>
            <a:custGeom>
              <a:rect b="b" l="l" r="r" t="t"/>
              <a:pathLst>
                <a:path extrusionOk="0" h="3545" w="5946">
                  <a:moveTo>
                    <a:pt x="3382" y="0"/>
                  </a:moveTo>
                  <a:lnTo>
                    <a:pt x="1" y="2600"/>
                  </a:lnTo>
                  <a:cubicBezTo>
                    <a:pt x="107" y="2560"/>
                    <a:pt x="221" y="2539"/>
                    <a:pt x="340" y="2539"/>
                  </a:cubicBezTo>
                  <a:cubicBezTo>
                    <a:pt x="874" y="2539"/>
                    <a:pt x="1307" y="2971"/>
                    <a:pt x="1307" y="3506"/>
                  </a:cubicBezTo>
                  <a:cubicBezTo>
                    <a:pt x="1307" y="3519"/>
                    <a:pt x="1307" y="3531"/>
                    <a:pt x="1306" y="3544"/>
                  </a:cubicBezTo>
                  <a:lnTo>
                    <a:pt x="3356" y="3544"/>
                  </a:lnTo>
                  <a:cubicBezTo>
                    <a:pt x="3356" y="3531"/>
                    <a:pt x="3354" y="3519"/>
                    <a:pt x="3354" y="3506"/>
                  </a:cubicBezTo>
                  <a:cubicBezTo>
                    <a:pt x="3354" y="2972"/>
                    <a:pt x="3786" y="2539"/>
                    <a:pt x="4320" y="2539"/>
                  </a:cubicBezTo>
                  <a:cubicBezTo>
                    <a:pt x="4856" y="2539"/>
                    <a:pt x="5287" y="2971"/>
                    <a:pt x="5287" y="3506"/>
                  </a:cubicBezTo>
                  <a:cubicBezTo>
                    <a:pt x="5287" y="3519"/>
                    <a:pt x="5287" y="3531"/>
                    <a:pt x="5286" y="3544"/>
                  </a:cubicBezTo>
                  <a:lnTo>
                    <a:pt x="5300" y="3544"/>
                  </a:lnTo>
                  <a:cubicBezTo>
                    <a:pt x="5656" y="3544"/>
                    <a:pt x="5945" y="3255"/>
                    <a:pt x="5945" y="2898"/>
                  </a:cubicBezTo>
                  <a:lnTo>
                    <a:pt x="5461" y="974"/>
                  </a:lnTo>
                  <a:cubicBezTo>
                    <a:pt x="5317" y="401"/>
                    <a:pt x="4801" y="0"/>
                    <a:pt x="4211" y="0"/>
                  </a:cubicBezTo>
                  <a:close/>
                </a:path>
              </a:pathLst>
            </a:custGeom>
            <a:solidFill>
              <a:srgbClr val="F7D7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16"/>
            <p:cNvSpPr/>
            <p:nvPr/>
          </p:nvSpPr>
          <p:spPr>
            <a:xfrm>
              <a:off x="3318162" y="4196709"/>
              <a:ext cx="354154" cy="354340"/>
            </a:xfrm>
            <a:custGeom>
              <a:rect b="b" l="l" r="r" t="t"/>
              <a:pathLst>
                <a:path extrusionOk="0" h="1373" w="1372">
                  <a:moveTo>
                    <a:pt x="686" y="1"/>
                  </a:moveTo>
                  <a:cubicBezTo>
                    <a:pt x="307" y="1"/>
                    <a:pt x="0" y="308"/>
                    <a:pt x="0" y="686"/>
                  </a:cubicBezTo>
                  <a:cubicBezTo>
                    <a:pt x="0" y="1065"/>
                    <a:pt x="307" y="1372"/>
                    <a:pt x="686" y="1372"/>
                  </a:cubicBezTo>
                  <a:cubicBezTo>
                    <a:pt x="1064" y="1372"/>
                    <a:pt x="1371" y="1065"/>
                    <a:pt x="1371" y="686"/>
                  </a:cubicBezTo>
                  <a:cubicBezTo>
                    <a:pt x="1371" y="308"/>
                    <a:pt x="1064" y="1"/>
                    <a:pt x="686" y="1"/>
                  </a:cubicBezTo>
                  <a:close/>
                </a:path>
              </a:pathLst>
            </a:custGeom>
            <a:solidFill>
              <a:srgbClr val="045E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6"/>
            <p:cNvSpPr/>
            <p:nvPr/>
          </p:nvSpPr>
          <p:spPr>
            <a:xfrm>
              <a:off x="3378564" y="4257356"/>
              <a:ext cx="233350" cy="233044"/>
            </a:xfrm>
            <a:custGeom>
              <a:rect b="b" l="l" r="r" t="t"/>
              <a:pathLst>
                <a:path extrusionOk="0" h="903" w="904">
                  <a:moveTo>
                    <a:pt x="452" y="0"/>
                  </a:moveTo>
                  <a:cubicBezTo>
                    <a:pt x="203" y="0"/>
                    <a:pt x="0" y="202"/>
                    <a:pt x="0" y="451"/>
                  </a:cubicBezTo>
                  <a:cubicBezTo>
                    <a:pt x="0" y="701"/>
                    <a:pt x="203" y="903"/>
                    <a:pt x="452" y="903"/>
                  </a:cubicBezTo>
                  <a:cubicBezTo>
                    <a:pt x="701" y="903"/>
                    <a:pt x="904" y="701"/>
                    <a:pt x="904" y="451"/>
                  </a:cubicBezTo>
                  <a:cubicBezTo>
                    <a:pt x="904" y="202"/>
                    <a:pt x="701" y="0"/>
                    <a:pt x="452" y="0"/>
                  </a:cubicBezTo>
                  <a:close/>
                </a:path>
              </a:pathLst>
            </a:cu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16"/>
            <p:cNvSpPr/>
            <p:nvPr/>
          </p:nvSpPr>
          <p:spPr>
            <a:xfrm>
              <a:off x="3169738" y="3469454"/>
              <a:ext cx="2564780" cy="914885"/>
            </a:xfrm>
            <a:custGeom>
              <a:rect b="b" l="l" r="r" t="t"/>
              <a:pathLst>
                <a:path extrusionOk="0" h="3545" w="9936">
                  <a:moveTo>
                    <a:pt x="4102" y="0"/>
                  </a:moveTo>
                  <a:cubicBezTo>
                    <a:pt x="3506" y="0"/>
                    <a:pt x="2987" y="409"/>
                    <a:pt x="2847" y="988"/>
                  </a:cubicBezTo>
                  <a:cubicBezTo>
                    <a:pt x="2739" y="1435"/>
                    <a:pt x="2342" y="1749"/>
                    <a:pt x="1883" y="1749"/>
                  </a:cubicBezTo>
                  <a:cubicBezTo>
                    <a:pt x="1208" y="1749"/>
                    <a:pt x="614" y="2088"/>
                    <a:pt x="260" y="2608"/>
                  </a:cubicBezTo>
                  <a:cubicBezTo>
                    <a:pt x="0" y="2989"/>
                    <a:pt x="248" y="3520"/>
                    <a:pt x="708" y="3542"/>
                  </a:cubicBezTo>
                  <a:cubicBezTo>
                    <a:pt x="720" y="3542"/>
                    <a:pt x="731" y="3544"/>
                    <a:pt x="742" y="3544"/>
                  </a:cubicBezTo>
                  <a:lnTo>
                    <a:pt x="3365" y="3544"/>
                  </a:lnTo>
                  <a:cubicBezTo>
                    <a:pt x="3365" y="3531"/>
                    <a:pt x="3363" y="3519"/>
                    <a:pt x="3363" y="3506"/>
                  </a:cubicBezTo>
                  <a:cubicBezTo>
                    <a:pt x="3363" y="2972"/>
                    <a:pt x="3796" y="2539"/>
                    <a:pt x="4330" y="2539"/>
                  </a:cubicBezTo>
                  <a:cubicBezTo>
                    <a:pt x="4864" y="2539"/>
                    <a:pt x="5297" y="2971"/>
                    <a:pt x="5297" y="3506"/>
                  </a:cubicBezTo>
                  <a:cubicBezTo>
                    <a:pt x="5297" y="3519"/>
                    <a:pt x="5297" y="3531"/>
                    <a:pt x="5296" y="3544"/>
                  </a:cubicBezTo>
                  <a:lnTo>
                    <a:pt x="7346" y="3544"/>
                  </a:lnTo>
                  <a:cubicBezTo>
                    <a:pt x="7346" y="3531"/>
                    <a:pt x="7344" y="3519"/>
                    <a:pt x="7344" y="3506"/>
                  </a:cubicBezTo>
                  <a:cubicBezTo>
                    <a:pt x="7344" y="2972"/>
                    <a:pt x="7776" y="2539"/>
                    <a:pt x="8310" y="2539"/>
                  </a:cubicBezTo>
                  <a:cubicBezTo>
                    <a:pt x="8846" y="2539"/>
                    <a:pt x="9277" y="2971"/>
                    <a:pt x="9277" y="3506"/>
                  </a:cubicBezTo>
                  <a:cubicBezTo>
                    <a:pt x="9277" y="3519"/>
                    <a:pt x="9277" y="3531"/>
                    <a:pt x="9276" y="3544"/>
                  </a:cubicBezTo>
                  <a:lnTo>
                    <a:pt x="9290" y="3544"/>
                  </a:lnTo>
                  <a:cubicBezTo>
                    <a:pt x="9646" y="3544"/>
                    <a:pt x="9935" y="3255"/>
                    <a:pt x="9935" y="2898"/>
                  </a:cubicBezTo>
                  <a:lnTo>
                    <a:pt x="9451" y="974"/>
                  </a:lnTo>
                  <a:cubicBezTo>
                    <a:pt x="9307" y="401"/>
                    <a:pt x="8791" y="0"/>
                    <a:pt x="820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16"/>
            <p:cNvSpPr/>
            <p:nvPr/>
          </p:nvSpPr>
          <p:spPr>
            <a:xfrm>
              <a:off x="3667409" y="3543006"/>
              <a:ext cx="787038" cy="262981"/>
            </a:xfrm>
            <a:custGeom>
              <a:rect b="b" l="l" r="r" t="t"/>
              <a:pathLst>
                <a:path extrusionOk="0" h="1019" w="3049">
                  <a:moveTo>
                    <a:pt x="1371" y="1"/>
                  </a:moveTo>
                  <a:lnTo>
                    <a:pt x="1" y="1019"/>
                  </a:lnTo>
                  <a:lnTo>
                    <a:pt x="3049" y="1"/>
                  </a:lnTo>
                  <a:close/>
                </a:path>
              </a:pathLst>
            </a:custGeom>
            <a:solidFill>
              <a:srgbClr val="045E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16"/>
            <p:cNvSpPr/>
            <p:nvPr/>
          </p:nvSpPr>
          <p:spPr>
            <a:xfrm>
              <a:off x="3476394" y="3543006"/>
              <a:ext cx="1440365" cy="405182"/>
            </a:xfrm>
            <a:custGeom>
              <a:rect b="b" l="l" r="r" t="t"/>
              <a:pathLst>
                <a:path extrusionOk="0" h="1570" w="5580">
                  <a:moveTo>
                    <a:pt x="3789" y="1"/>
                  </a:moveTo>
                  <a:lnTo>
                    <a:pt x="741" y="1019"/>
                  </a:lnTo>
                  <a:lnTo>
                    <a:pt x="0" y="1569"/>
                  </a:lnTo>
                  <a:lnTo>
                    <a:pt x="1275" y="1569"/>
                  </a:lnTo>
                  <a:lnTo>
                    <a:pt x="557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16"/>
            <p:cNvSpPr/>
            <p:nvPr/>
          </p:nvSpPr>
          <p:spPr>
            <a:xfrm>
              <a:off x="3805249" y="3543006"/>
              <a:ext cx="1119768" cy="405182"/>
            </a:xfrm>
            <a:custGeom>
              <a:rect b="b" l="l" r="r" t="t"/>
              <a:pathLst>
                <a:path extrusionOk="0" h="1570" w="4338">
                  <a:moveTo>
                    <a:pt x="4305" y="1"/>
                  </a:moveTo>
                  <a:lnTo>
                    <a:pt x="1" y="1569"/>
                  </a:lnTo>
                  <a:lnTo>
                    <a:pt x="2228" y="1569"/>
                  </a:lnTo>
                  <a:lnTo>
                    <a:pt x="4337" y="1"/>
                  </a:lnTo>
                  <a:close/>
                </a:path>
              </a:pathLst>
            </a:custGeom>
            <a:solidFill>
              <a:srgbClr val="045E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16"/>
            <p:cNvSpPr/>
            <p:nvPr/>
          </p:nvSpPr>
          <p:spPr>
            <a:xfrm>
              <a:off x="4494708" y="3543006"/>
              <a:ext cx="631902" cy="405698"/>
            </a:xfrm>
            <a:custGeom>
              <a:rect b="b" l="l" r="r" t="t"/>
              <a:pathLst>
                <a:path extrusionOk="0" h="1572" w="2448">
                  <a:moveTo>
                    <a:pt x="2446" y="1"/>
                  </a:moveTo>
                  <a:lnTo>
                    <a:pt x="2446" y="1"/>
                  </a:lnTo>
                  <a:lnTo>
                    <a:pt x="2446" y="1"/>
                  </a:lnTo>
                  <a:cubicBezTo>
                    <a:pt x="2447" y="1"/>
                    <a:pt x="2447" y="1"/>
                    <a:pt x="2448" y="1"/>
                  </a:cubicBezTo>
                  <a:close/>
                  <a:moveTo>
                    <a:pt x="2446" y="1"/>
                  </a:moveTo>
                  <a:cubicBezTo>
                    <a:pt x="2228" y="1"/>
                    <a:pt x="2016" y="71"/>
                    <a:pt x="1841" y="201"/>
                  </a:cubicBezTo>
                  <a:lnTo>
                    <a:pt x="0" y="1571"/>
                  </a:lnTo>
                  <a:lnTo>
                    <a:pt x="750" y="1571"/>
                  </a:lnTo>
                  <a:lnTo>
                    <a:pt x="2446" y="796"/>
                  </a:lnTo>
                  <a:lnTo>
                    <a:pt x="244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16"/>
            <p:cNvSpPr/>
            <p:nvPr/>
          </p:nvSpPr>
          <p:spPr>
            <a:xfrm>
              <a:off x="4688562" y="3748175"/>
              <a:ext cx="438047" cy="200010"/>
            </a:xfrm>
            <a:custGeom>
              <a:rect b="b" l="l" r="r" t="t"/>
              <a:pathLst>
                <a:path extrusionOk="0" h="775" w="1697">
                  <a:moveTo>
                    <a:pt x="1697" y="1"/>
                  </a:moveTo>
                  <a:lnTo>
                    <a:pt x="0" y="774"/>
                  </a:lnTo>
                  <a:lnTo>
                    <a:pt x="1697" y="774"/>
                  </a:lnTo>
                  <a:lnTo>
                    <a:pt x="1697" y="1"/>
                  </a:lnTo>
                  <a:close/>
                </a:path>
              </a:pathLst>
            </a:custGeom>
            <a:solidFill>
              <a:srgbClr val="045E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16"/>
            <p:cNvSpPr/>
            <p:nvPr/>
          </p:nvSpPr>
          <p:spPr>
            <a:xfrm>
              <a:off x="5191137" y="3543006"/>
              <a:ext cx="241868" cy="176009"/>
            </a:xfrm>
            <a:custGeom>
              <a:rect b="b" l="l" r="r" t="t"/>
              <a:pathLst>
                <a:path extrusionOk="0" h="682" w="937">
                  <a:moveTo>
                    <a:pt x="1" y="1"/>
                  </a:moveTo>
                  <a:lnTo>
                    <a:pt x="1" y="682"/>
                  </a:lnTo>
                  <a:lnTo>
                    <a:pt x="937" y="254"/>
                  </a:lnTo>
                  <a:cubicBezTo>
                    <a:pt x="755" y="95"/>
                    <a:pt x="518" y="1"/>
                    <a:pt x="26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6"/>
            <p:cNvSpPr/>
            <p:nvPr/>
          </p:nvSpPr>
          <p:spPr>
            <a:xfrm>
              <a:off x="5190620" y="3608299"/>
              <a:ext cx="374030" cy="339888"/>
            </a:xfrm>
            <a:custGeom>
              <a:rect b="b" l="l" r="r" t="t"/>
              <a:pathLst>
                <a:path extrusionOk="0" h="1317" w="1449">
                  <a:moveTo>
                    <a:pt x="937" y="0"/>
                  </a:moveTo>
                  <a:lnTo>
                    <a:pt x="1" y="428"/>
                  </a:lnTo>
                  <a:lnTo>
                    <a:pt x="1" y="1316"/>
                  </a:lnTo>
                  <a:lnTo>
                    <a:pt x="1448" y="1316"/>
                  </a:lnTo>
                  <a:lnTo>
                    <a:pt x="1249" y="516"/>
                  </a:lnTo>
                  <a:cubicBezTo>
                    <a:pt x="1200" y="311"/>
                    <a:pt x="1087" y="133"/>
                    <a:pt x="937" y="0"/>
                  </a:cubicBezTo>
                  <a:close/>
                </a:path>
              </a:pathLst>
            </a:custGeom>
            <a:solidFill>
              <a:srgbClr val="045E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6"/>
            <p:cNvSpPr/>
            <p:nvPr/>
          </p:nvSpPr>
          <p:spPr>
            <a:xfrm>
              <a:off x="4110356" y="4196709"/>
              <a:ext cx="354154" cy="354340"/>
            </a:xfrm>
            <a:custGeom>
              <a:rect b="b" l="l" r="r" t="t"/>
              <a:pathLst>
                <a:path extrusionOk="0" h="1373" w="1372">
                  <a:moveTo>
                    <a:pt x="686" y="1"/>
                  </a:moveTo>
                  <a:cubicBezTo>
                    <a:pt x="308" y="1"/>
                    <a:pt x="1" y="308"/>
                    <a:pt x="1" y="686"/>
                  </a:cubicBezTo>
                  <a:cubicBezTo>
                    <a:pt x="1" y="1065"/>
                    <a:pt x="308" y="1372"/>
                    <a:pt x="686" y="1372"/>
                  </a:cubicBezTo>
                  <a:cubicBezTo>
                    <a:pt x="1065" y="1372"/>
                    <a:pt x="1372" y="1065"/>
                    <a:pt x="1372" y="686"/>
                  </a:cubicBezTo>
                  <a:cubicBezTo>
                    <a:pt x="1372" y="308"/>
                    <a:pt x="1065" y="1"/>
                    <a:pt x="686" y="1"/>
                  </a:cubicBezTo>
                  <a:close/>
                </a:path>
              </a:pathLst>
            </a:custGeom>
            <a:solidFill>
              <a:srgbClr val="5146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6"/>
            <p:cNvSpPr/>
            <p:nvPr/>
          </p:nvSpPr>
          <p:spPr>
            <a:xfrm>
              <a:off x="4170758" y="4257356"/>
              <a:ext cx="233608" cy="233044"/>
            </a:xfrm>
            <a:custGeom>
              <a:rect b="b" l="l" r="r" t="t"/>
              <a:pathLst>
                <a:path extrusionOk="0" h="903" w="905">
                  <a:moveTo>
                    <a:pt x="452" y="0"/>
                  </a:moveTo>
                  <a:cubicBezTo>
                    <a:pt x="204" y="0"/>
                    <a:pt x="1" y="202"/>
                    <a:pt x="1" y="451"/>
                  </a:cubicBezTo>
                  <a:cubicBezTo>
                    <a:pt x="1" y="701"/>
                    <a:pt x="204" y="903"/>
                    <a:pt x="452" y="903"/>
                  </a:cubicBezTo>
                  <a:cubicBezTo>
                    <a:pt x="702" y="903"/>
                    <a:pt x="904" y="701"/>
                    <a:pt x="904" y="451"/>
                  </a:cubicBezTo>
                  <a:cubicBezTo>
                    <a:pt x="904" y="202"/>
                    <a:pt x="702" y="0"/>
                    <a:pt x="452" y="0"/>
                  </a:cubicBezTo>
                  <a:close/>
                </a:path>
              </a:pathLst>
            </a:custGeom>
            <a:solidFill>
              <a:srgbClr val="DBDB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16"/>
            <p:cNvSpPr/>
            <p:nvPr/>
          </p:nvSpPr>
          <p:spPr>
            <a:xfrm>
              <a:off x="5137962" y="4196709"/>
              <a:ext cx="354412" cy="354340"/>
            </a:xfrm>
            <a:custGeom>
              <a:rect b="b" l="l" r="r" t="t"/>
              <a:pathLst>
                <a:path extrusionOk="0" h="1373" w="1373">
                  <a:moveTo>
                    <a:pt x="687" y="1"/>
                  </a:moveTo>
                  <a:cubicBezTo>
                    <a:pt x="308" y="1"/>
                    <a:pt x="1" y="308"/>
                    <a:pt x="1" y="686"/>
                  </a:cubicBezTo>
                  <a:cubicBezTo>
                    <a:pt x="1" y="1065"/>
                    <a:pt x="308" y="1372"/>
                    <a:pt x="687" y="1372"/>
                  </a:cubicBezTo>
                  <a:cubicBezTo>
                    <a:pt x="1066" y="1372"/>
                    <a:pt x="1373" y="1065"/>
                    <a:pt x="1373" y="686"/>
                  </a:cubicBezTo>
                  <a:cubicBezTo>
                    <a:pt x="1373" y="308"/>
                    <a:pt x="1066" y="1"/>
                    <a:pt x="687" y="1"/>
                  </a:cubicBezTo>
                  <a:close/>
                </a:path>
              </a:pathLst>
            </a:custGeom>
            <a:solidFill>
              <a:srgbClr val="5146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16"/>
            <p:cNvSpPr/>
            <p:nvPr/>
          </p:nvSpPr>
          <p:spPr>
            <a:xfrm>
              <a:off x="5198622" y="4257356"/>
              <a:ext cx="233350" cy="233044"/>
            </a:xfrm>
            <a:custGeom>
              <a:rect b="b" l="l" r="r" t="t"/>
              <a:pathLst>
                <a:path extrusionOk="0" h="903" w="904">
                  <a:moveTo>
                    <a:pt x="452" y="0"/>
                  </a:moveTo>
                  <a:cubicBezTo>
                    <a:pt x="203" y="0"/>
                    <a:pt x="0" y="202"/>
                    <a:pt x="0" y="451"/>
                  </a:cubicBezTo>
                  <a:cubicBezTo>
                    <a:pt x="0" y="701"/>
                    <a:pt x="203" y="903"/>
                    <a:pt x="452" y="903"/>
                  </a:cubicBezTo>
                  <a:cubicBezTo>
                    <a:pt x="701" y="903"/>
                    <a:pt x="904" y="701"/>
                    <a:pt x="904" y="451"/>
                  </a:cubicBezTo>
                  <a:cubicBezTo>
                    <a:pt x="904" y="202"/>
                    <a:pt x="701" y="0"/>
                    <a:pt x="452" y="0"/>
                  </a:cubicBezTo>
                  <a:close/>
                </a:path>
              </a:pathLst>
            </a:custGeom>
            <a:solidFill>
              <a:srgbClr val="DBDB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16"/>
            <p:cNvSpPr/>
            <p:nvPr/>
          </p:nvSpPr>
          <p:spPr>
            <a:xfrm>
              <a:off x="4693466" y="3806242"/>
              <a:ext cx="182240" cy="94714"/>
            </a:xfrm>
            <a:custGeom>
              <a:rect b="b" l="l" r="r" t="t"/>
              <a:pathLst>
                <a:path extrusionOk="0" h="367" w="706">
                  <a:moveTo>
                    <a:pt x="252" y="1"/>
                  </a:moveTo>
                  <a:cubicBezTo>
                    <a:pt x="213" y="1"/>
                    <a:pt x="175" y="14"/>
                    <a:pt x="143" y="36"/>
                  </a:cubicBezTo>
                  <a:cubicBezTo>
                    <a:pt x="1" y="142"/>
                    <a:pt x="75" y="367"/>
                    <a:pt x="252" y="367"/>
                  </a:cubicBezTo>
                  <a:lnTo>
                    <a:pt x="455" y="367"/>
                  </a:lnTo>
                  <a:cubicBezTo>
                    <a:pt x="493" y="367"/>
                    <a:pt x="532" y="354"/>
                    <a:pt x="564" y="331"/>
                  </a:cubicBezTo>
                  <a:cubicBezTo>
                    <a:pt x="706" y="226"/>
                    <a:pt x="631" y="1"/>
                    <a:pt x="455" y="1"/>
                  </a:cubicBezTo>
                  <a:close/>
                </a:path>
              </a:pathLst>
            </a:custGeom>
            <a:solidFill>
              <a:srgbClr val="F7D7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16"/>
            <p:cNvSpPr/>
            <p:nvPr/>
          </p:nvSpPr>
          <p:spPr>
            <a:xfrm>
              <a:off x="4539106" y="3815016"/>
              <a:ext cx="233091" cy="141943"/>
            </a:xfrm>
            <a:custGeom>
              <a:rect b="b" l="l" r="r" t="t"/>
              <a:pathLst>
                <a:path extrusionOk="0" h="550" w="903">
                  <a:moveTo>
                    <a:pt x="738" y="0"/>
                  </a:moveTo>
                  <a:lnTo>
                    <a:pt x="0" y="550"/>
                  </a:lnTo>
                  <a:lnTo>
                    <a:pt x="165" y="550"/>
                  </a:lnTo>
                  <a:lnTo>
                    <a:pt x="903" y="0"/>
                  </a:lnTo>
                  <a:close/>
                </a:path>
              </a:pathLst>
            </a:custGeom>
            <a:solidFill>
              <a:srgbClr val="F7D7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16"/>
            <p:cNvSpPr/>
            <p:nvPr/>
          </p:nvSpPr>
          <p:spPr>
            <a:xfrm>
              <a:off x="3828480" y="4124448"/>
              <a:ext cx="248579" cy="144007"/>
            </a:xfrm>
            <a:custGeom>
              <a:rect b="b" l="l" r="r" t="t"/>
              <a:pathLst>
                <a:path extrusionOk="0" h="558" w="963">
                  <a:moveTo>
                    <a:pt x="730" y="0"/>
                  </a:moveTo>
                  <a:cubicBezTo>
                    <a:pt x="707" y="0"/>
                    <a:pt x="684" y="4"/>
                    <a:pt x="661" y="11"/>
                  </a:cubicBezTo>
                  <a:lnTo>
                    <a:pt x="1" y="216"/>
                  </a:lnTo>
                  <a:lnTo>
                    <a:pt x="1" y="557"/>
                  </a:lnTo>
                  <a:lnTo>
                    <a:pt x="963" y="234"/>
                  </a:lnTo>
                  <a:cubicBezTo>
                    <a:pt x="963" y="101"/>
                    <a:pt x="854" y="0"/>
                    <a:pt x="73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16"/>
            <p:cNvSpPr/>
            <p:nvPr/>
          </p:nvSpPr>
          <p:spPr>
            <a:xfrm>
              <a:off x="3350428" y="4176321"/>
              <a:ext cx="478057" cy="124393"/>
            </a:xfrm>
            <a:custGeom>
              <a:rect b="b" l="l" r="r" t="t"/>
              <a:pathLst>
                <a:path extrusionOk="0" h="482" w="1852">
                  <a:moveTo>
                    <a:pt x="1" y="0"/>
                  </a:moveTo>
                  <a:lnTo>
                    <a:pt x="1" y="351"/>
                  </a:lnTo>
                  <a:cubicBezTo>
                    <a:pt x="190" y="436"/>
                    <a:pt x="399" y="481"/>
                    <a:pt x="611" y="481"/>
                  </a:cubicBezTo>
                  <a:lnTo>
                    <a:pt x="1234" y="481"/>
                  </a:lnTo>
                  <a:cubicBezTo>
                    <a:pt x="1399" y="481"/>
                    <a:pt x="1563" y="453"/>
                    <a:pt x="1720" y="399"/>
                  </a:cubicBezTo>
                  <a:lnTo>
                    <a:pt x="1852" y="354"/>
                  </a:lnTo>
                  <a:lnTo>
                    <a:pt x="1852" y="14"/>
                  </a:lnTo>
                  <a:lnTo>
                    <a:pt x="1543" y="112"/>
                  </a:lnTo>
                  <a:cubicBezTo>
                    <a:pt x="1402" y="156"/>
                    <a:pt x="1253" y="178"/>
                    <a:pt x="1103" y="178"/>
                  </a:cubicBezTo>
                  <a:lnTo>
                    <a:pt x="707" y="178"/>
                  </a:lnTo>
                  <a:cubicBezTo>
                    <a:pt x="458" y="178"/>
                    <a:pt x="216" y="116"/>
                    <a:pt x="1" y="0"/>
                  </a:cubicBezTo>
                  <a:close/>
                </a:path>
              </a:pathLst>
            </a:custGeom>
            <a:solidFill>
              <a:srgbClr val="045E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16"/>
            <p:cNvSpPr/>
            <p:nvPr/>
          </p:nvSpPr>
          <p:spPr>
            <a:xfrm>
              <a:off x="3219557" y="4109738"/>
              <a:ext cx="131388" cy="157427"/>
            </a:xfrm>
            <a:custGeom>
              <a:rect b="b" l="l" r="r" t="t"/>
              <a:pathLst>
                <a:path extrusionOk="0" h="610" w="509">
                  <a:moveTo>
                    <a:pt x="161" y="0"/>
                  </a:moveTo>
                  <a:lnTo>
                    <a:pt x="47" y="168"/>
                  </a:lnTo>
                  <a:lnTo>
                    <a:pt x="0" y="233"/>
                  </a:lnTo>
                  <a:cubicBezTo>
                    <a:pt x="142" y="395"/>
                    <a:pt x="318" y="523"/>
                    <a:pt x="509" y="609"/>
                  </a:cubicBezTo>
                  <a:lnTo>
                    <a:pt x="509" y="258"/>
                  </a:lnTo>
                  <a:cubicBezTo>
                    <a:pt x="382" y="191"/>
                    <a:pt x="264" y="104"/>
                    <a:pt x="16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16"/>
            <p:cNvSpPr/>
            <p:nvPr/>
          </p:nvSpPr>
          <p:spPr>
            <a:xfrm>
              <a:off x="3549961" y="4233872"/>
              <a:ext cx="53175" cy="52906"/>
            </a:xfrm>
            <a:custGeom>
              <a:rect b="b" l="l" r="r" t="t"/>
              <a:pathLst>
                <a:path extrusionOk="0" h="205" w="206">
                  <a:moveTo>
                    <a:pt x="103" y="0"/>
                  </a:moveTo>
                  <a:lnTo>
                    <a:pt x="0" y="103"/>
                  </a:lnTo>
                  <a:lnTo>
                    <a:pt x="103" y="205"/>
                  </a:lnTo>
                  <a:lnTo>
                    <a:pt x="205" y="103"/>
                  </a:lnTo>
                  <a:lnTo>
                    <a:pt x="103" y="0"/>
                  </a:lnTo>
                  <a:close/>
                </a:path>
              </a:pathLst>
            </a:custGeom>
            <a:solidFill>
              <a:srgbClr val="DBDB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16"/>
            <p:cNvSpPr/>
            <p:nvPr/>
          </p:nvSpPr>
          <p:spPr>
            <a:xfrm>
              <a:off x="4110356" y="4196709"/>
              <a:ext cx="354154" cy="354340"/>
            </a:xfrm>
            <a:custGeom>
              <a:rect b="b" l="l" r="r" t="t"/>
              <a:pathLst>
                <a:path extrusionOk="0" h="1373" w="1372">
                  <a:moveTo>
                    <a:pt x="686" y="1"/>
                  </a:moveTo>
                  <a:cubicBezTo>
                    <a:pt x="308" y="1"/>
                    <a:pt x="1" y="308"/>
                    <a:pt x="1" y="686"/>
                  </a:cubicBezTo>
                  <a:cubicBezTo>
                    <a:pt x="1" y="1065"/>
                    <a:pt x="308" y="1372"/>
                    <a:pt x="686" y="1372"/>
                  </a:cubicBezTo>
                  <a:cubicBezTo>
                    <a:pt x="1065" y="1372"/>
                    <a:pt x="1372" y="1065"/>
                    <a:pt x="1372" y="686"/>
                  </a:cubicBezTo>
                  <a:cubicBezTo>
                    <a:pt x="1372" y="308"/>
                    <a:pt x="1065" y="1"/>
                    <a:pt x="686" y="1"/>
                  </a:cubicBezTo>
                  <a:close/>
                </a:path>
              </a:pathLst>
            </a:custGeom>
            <a:solidFill>
              <a:srgbClr val="045E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16"/>
            <p:cNvSpPr/>
            <p:nvPr/>
          </p:nvSpPr>
          <p:spPr>
            <a:xfrm>
              <a:off x="5138220" y="4196709"/>
              <a:ext cx="354154" cy="354340"/>
            </a:xfrm>
            <a:custGeom>
              <a:rect b="b" l="l" r="r" t="t"/>
              <a:pathLst>
                <a:path extrusionOk="0" h="1373" w="1372">
                  <a:moveTo>
                    <a:pt x="686" y="1"/>
                  </a:moveTo>
                  <a:cubicBezTo>
                    <a:pt x="308" y="1"/>
                    <a:pt x="1" y="308"/>
                    <a:pt x="1" y="686"/>
                  </a:cubicBezTo>
                  <a:cubicBezTo>
                    <a:pt x="1" y="1065"/>
                    <a:pt x="308" y="1372"/>
                    <a:pt x="686" y="1372"/>
                  </a:cubicBezTo>
                  <a:cubicBezTo>
                    <a:pt x="1065" y="1372"/>
                    <a:pt x="1372" y="1065"/>
                    <a:pt x="1372" y="686"/>
                  </a:cubicBezTo>
                  <a:cubicBezTo>
                    <a:pt x="1372" y="308"/>
                    <a:pt x="1065" y="1"/>
                    <a:pt x="686" y="1"/>
                  </a:cubicBezTo>
                  <a:close/>
                </a:path>
              </a:pathLst>
            </a:custGeom>
            <a:solidFill>
              <a:srgbClr val="045E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16"/>
            <p:cNvSpPr/>
            <p:nvPr/>
          </p:nvSpPr>
          <p:spPr>
            <a:xfrm>
              <a:off x="5397123" y="4009347"/>
              <a:ext cx="189726" cy="65036"/>
            </a:xfrm>
            <a:custGeom>
              <a:rect b="b" l="l" r="r" t="t"/>
              <a:pathLst>
                <a:path extrusionOk="0" h="252" w="735">
                  <a:moveTo>
                    <a:pt x="125" y="0"/>
                  </a:moveTo>
                  <a:cubicBezTo>
                    <a:pt x="57" y="0"/>
                    <a:pt x="1" y="57"/>
                    <a:pt x="1" y="125"/>
                  </a:cubicBezTo>
                  <a:cubicBezTo>
                    <a:pt x="1" y="195"/>
                    <a:pt x="57" y="251"/>
                    <a:pt x="125" y="251"/>
                  </a:cubicBezTo>
                  <a:lnTo>
                    <a:pt x="609" y="251"/>
                  </a:lnTo>
                  <a:cubicBezTo>
                    <a:pt x="678" y="251"/>
                    <a:pt x="734" y="196"/>
                    <a:pt x="734" y="125"/>
                  </a:cubicBezTo>
                  <a:cubicBezTo>
                    <a:pt x="734" y="57"/>
                    <a:pt x="678" y="0"/>
                    <a:pt x="609" y="0"/>
                  </a:cubicBezTo>
                  <a:close/>
                </a:path>
              </a:pathLst>
            </a:cu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16"/>
            <p:cNvSpPr/>
            <p:nvPr/>
          </p:nvSpPr>
          <p:spPr>
            <a:xfrm>
              <a:off x="5311682" y="3931150"/>
              <a:ext cx="15746" cy="11613"/>
            </a:xfrm>
            <a:custGeom>
              <a:rect b="b" l="l" r="r" t="t"/>
              <a:pathLst>
                <a:path extrusionOk="0" h="45" w="61">
                  <a:moveTo>
                    <a:pt x="61" y="1"/>
                  </a:moveTo>
                  <a:lnTo>
                    <a:pt x="0" y="9"/>
                  </a:lnTo>
                  <a:lnTo>
                    <a:pt x="0" y="45"/>
                  </a:lnTo>
                  <a:lnTo>
                    <a:pt x="61" y="1"/>
                  </a:lnTo>
                  <a:close/>
                </a:path>
              </a:pathLst>
            </a:custGeom>
            <a:solidFill>
              <a:srgbClr val="3366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16"/>
            <p:cNvSpPr/>
            <p:nvPr/>
          </p:nvSpPr>
          <p:spPr>
            <a:xfrm>
              <a:off x="5460622" y="4000572"/>
              <a:ext cx="68921" cy="43615"/>
            </a:xfrm>
            <a:custGeom>
              <a:rect b="b" l="l" r="r" t="t"/>
              <a:pathLst>
                <a:path extrusionOk="0" h="169" w="267">
                  <a:moveTo>
                    <a:pt x="133" y="1"/>
                  </a:moveTo>
                  <a:cubicBezTo>
                    <a:pt x="60" y="1"/>
                    <a:pt x="0" y="39"/>
                    <a:pt x="0" y="85"/>
                  </a:cubicBezTo>
                  <a:cubicBezTo>
                    <a:pt x="0" y="131"/>
                    <a:pt x="60" y="169"/>
                    <a:pt x="133" y="169"/>
                  </a:cubicBezTo>
                  <a:cubicBezTo>
                    <a:pt x="206" y="169"/>
                    <a:pt x="266" y="132"/>
                    <a:pt x="266" y="85"/>
                  </a:cubicBezTo>
                  <a:cubicBezTo>
                    <a:pt x="266" y="39"/>
                    <a:pt x="206" y="1"/>
                    <a:pt x="133" y="1"/>
                  </a:cubicBezTo>
                  <a:close/>
                </a:path>
              </a:pathLst>
            </a:custGeom>
            <a:solidFill>
              <a:srgbClr val="221E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16"/>
            <p:cNvSpPr/>
            <p:nvPr/>
          </p:nvSpPr>
          <p:spPr>
            <a:xfrm>
              <a:off x="5467591" y="3982765"/>
              <a:ext cx="68921" cy="43099"/>
            </a:xfrm>
            <a:custGeom>
              <a:rect b="b" l="l" r="r" t="t"/>
              <a:pathLst>
                <a:path extrusionOk="0" h="167" w="267">
                  <a:moveTo>
                    <a:pt x="128" y="0"/>
                  </a:moveTo>
                  <a:cubicBezTo>
                    <a:pt x="57" y="0"/>
                    <a:pt x="1" y="38"/>
                    <a:pt x="1" y="83"/>
                  </a:cubicBezTo>
                  <a:cubicBezTo>
                    <a:pt x="1" y="129"/>
                    <a:pt x="61" y="167"/>
                    <a:pt x="134" y="167"/>
                  </a:cubicBezTo>
                  <a:cubicBezTo>
                    <a:pt x="207" y="167"/>
                    <a:pt x="267" y="130"/>
                    <a:pt x="267" y="83"/>
                  </a:cubicBezTo>
                  <a:cubicBezTo>
                    <a:pt x="267" y="37"/>
                    <a:pt x="207" y="0"/>
                    <a:pt x="134" y="0"/>
                  </a:cubicBezTo>
                  <a:cubicBezTo>
                    <a:pt x="132" y="0"/>
                    <a:pt x="130" y="0"/>
                    <a:pt x="12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16"/>
            <p:cNvSpPr/>
            <p:nvPr/>
          </p:nvSpPr>
          <p:spPr>
            <a:xfrm>
              <a:off x="3033450" y="4522916"/>
              <a:ext cx="2810649" cy="25271"/>
            </a:xfrm>
            <a:custGeom>
              <a:rect b="b" l="l" r="r" t="t"/>
              <a:pathLst>
                <a:path extrusionOk="0" h="109" w="14586">
                  <a:moveTo>
                    <a:pt x="56" y="1"/>
                  </a:moveTo>
                  <a:cubicBezTo>
                    <a:pt x="26" y="1"/>
                    <a:pt x="0" y="25"/>
                    <a:pt x="0" y="54"/>
                  </a:cubicBezTo>
                  <a:cubicBezTo>
                    <a:pt x="0" y="83"/>
                    <a:pt x="26" y="108"/>
                    <a:pt x="56" y="108"/>
                  </a:cubicBezTo>
                  <a:lnTo>
                    <a:pt x="14529" y="108"/>
                  </a:lnTo>
                  <a:cubicBezTo>
                    <a:pt x="14560" y="108"/>
                    <a:pt x="14586" y="84"/>
                    <a:pt x="14586" y="54"/>
                  </a:cubicBezTo>
                  <a:cubicBezTo>
                    <a:pt x="14586" y="25"/>
                    <a:pt x="14560" y="1"/>
                    <a:pt x="14529" y="1"/>
                  </a:cubicBezTo>
                  <a:close/>
                </a:path>
              </a:pathLst>
            </a:custGeom>
            <a:solidFill>
              <a:srgbClr val="045E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16"/>
            <p:cNvSpPr/>
            <p:nvPr/>
          </p:nvSpPr>
          <p:spPr>
            <a:xfrm>
              <a:off x="4809624" y="4041606"/>
              <a:ext cx="97057" cy="269433"/>
            </a:xfrm>
            <a:custGeom>
              <a:rect b="b" l="l" r="r" t="t"/>
              <a:pathLst>
                <a:path extrusionOk="0" h="1044" w="376">
                  <a:moveTo>
                    <a:pt x="187" y="0"/>
                  </a:moveTo>
                  <a:cubicBezTo>
                    <a:pt x="84" y="0"/>
                    <a:pt x="0" y="85"/>
                    <a:pt x="0" y="189"/>
                  </a:cubicBezTo>
                  <a:lnTo>
                    <a:pt x="0" y="857"/>
                  </a:lnTo>
                  <a:cubicBezTo>
                    <a:pt x="0" y="960"/>
                    <a:pt x="84" y="1044"/>
                    <a:pt x="187" y="1044"/>
                  </a:cubicBezTo>
                  <a:cubicBezTo>
                    <a:pt x="292" y="1044"/>
                    <a:pt x="376" y="960"/>
                    <a:pt x="376" y="857"/>
                  </a:cubicBezTo>
                  <a:lnTo>
                    <a:pt x="376" y="189"/>
                  </a:lnTo>
                  <a:cubicBezTo>
                    <a:pt x="376" y="85"/>
                    <a:pt x="292" y="0"/>
                    <a:pt x="187" y="0"/>
                  </a:cubicBezTo>
                  <a:close/>
                </a:path>
              </a:pathLst>
            </a:custGeom>
            <a:solidFill>
              <a:srgbClr val="045E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16"/>
            <p:cNvSpPr/>
            <p:nvPr/>
          </p:nvSpPr>
          <p:spPr>
            <a:xfrm>
              <a:off x="4824595" y="4119028"/>
              <a:ext cx="67372" cy="106844"/>
            </a:xfrm>
            <a:custGeom>
              <a:rect b="b" l="l" r="r" t="t"/>
              <a:pathLst>
                <a:path extrusionOk="0" h="414" w="261">
                  <a:moveTo>
                    <a:pt x="227" y="32"/>
                  </a:moveTo>
                  <a:lnTo>
                    <a:pt x="227" y="381"/>
                  </a:lnTo>
                  <a:lnTo>
                    <a:pt x="32" y="381"/>
                  </a:lnTo>
                  <a:lnTo>
                    <a:pt x="32" y="32"/>
                  </a:lnTo>
                  <a:close/>
                  <a:moveTo>
                    <a:pt x="0" y="0"/>
                  </a:moveTo>
                  <a:lnTo>
                    <a:pt x="0" y="413"/>
                  </a:lnTo>
                  <a:lnTo>
                    <a:pt x="260" y="413"/>
                  </a:lnTo>
                  <a:lnTo>
                    <a:pt x="260" y="0"/>
                  </a:lnTo>
                  <a:close/>
                </a:path>
              </a:pathLst>
            </a:custGeom>
            <a:solidFill>
              <a:srgbClr val="F7D7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16"/>
            <p:cNvSpPr/>
            <p:nvPr/>
          </p:nvSpPr>
          <p:spPr>
            <a:xfrm>
              <a:off x="4841374" y="4101479"/>
              <a:ext cx="33557" cy="25292"/>
            </a:xfrm>
            <a:custGeom>
              <a:rect b="b" l="l" r="r" t="t"/>
              <a:pathLst>
                <a:path extrusionOk="0" h="98" w="130">
                  <a:moveTo>
                    <a:pt x="103" y="26"/>
                  </a:moveTo>
                  <a:lnTo>
                    <a:pt x="103" y="70"/>
                  </a:lnTo>
                  <a:lnTo>
                    <a:pt x="26" y="70"/>
                  </a:lnTo>
                  <a:lnTo>
                    <a:pt x="26" y="26"/>
                  </a:lnTo>
                  <a:close/>
                  <a:moveTo>
                    <a:pt x="1" y="1"/>
                  </a:moveTo>
                  <a:lnTo>
                    <a:pt x="1" y="98"/>
                  </a:lnTo>
                  <a:lnTo>
                    <a:pt x="130" y="98"/>
                  </a:lnTo>
                  <a:lnTo>
                    <a:pt x="130" y="1"/>
                  </a:lnTo>
                  <a:close/>
                </a:path>
              </a:pathLst>
            </a:custGeom>
            <a:solidFill>
              <a:srgbClr val="F7D7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16"/>
            <p:cNvSpPr/>
            <p:nvPr/>
          </p:nvSpPr>
          <p:spPr>
            <a:xfrm>
              <a:off x="4839309" y="4133739"/>
              <a:ext cx="37171" cy="17291"/>
            </a:xfrm>
            <a:custGeom>
              <a:rect b="b" l="l" r="r" t="t"/>
              <a:pathLst>
                <a:path extrusionOk="0" h="67" w="144">
                  <a:moveTo>
                    <a:pt x="1" y="0"/>
                  </a:moveTo>
                  <a:lnTo>
                    <a:pt x="1" y="67"/>
                  </a:lnTo>
                  <a:lnTo>
                    <a:pt x="144" y="67"/>
                  </a:lnTo>
                  <a:lnTo>
                    <a:pt x="144" y="0"/>
                  </a:lnTo>
                  <a:close/>
                </a:path>
              </a:pathLst>
            </a:custGeom>
            <a:solidFill>
              <a:srgbClr val="F7D7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16"/>
            <p:cNvSpPr/>
            <p:nvPr/>
          </p:nvSpPr>
          <p:spPr>
            <a:xfrm>
              <a:off x="4839309" y="4161094"/>
              <a:ext cx="37171" cy="17549"/>
            </a:xfrm>
            <a:custGeom>
              <a:rect b="b" l="l" r="r" t="t"/>
              <a:pathLst>
                <a:path extrusionOk="0" h="68" w="144">
                  <a:moveTo>
                    <a:pt x="1" y="1"/>
                  </a:moveTo>
                  <a:lnTo>
                    <a:pt x="1" y="67"/>
                  </a:lnTo>
                  <a:lnTo>
                    <a:pt x="144" y="67"/>
                  </a:lnTo>
                  <a:lnTo>
                    <a:pt x="144" y="1"/>
                  </a:lnTo>
                  <a:close/>
                </a:path>
              </a:pathLst>
            </a:custGeom>
            <a:solidFill>
              <a:srgbClr val="F7D7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16"/>
            <p:cNvSpPr/>
            <p:nvPr/>
          </p:nvSpPr>
          <p:spPr>
            <a:xfrm>
              <a:off x="4839309" y="4188967"/>
              <a:ext cx="37171" cy="17291"/>
            </a:xfrm>
            <a:custGeom>
              <a:rect b="b" l="l" r="r" t="t"/>
              <a:pathLst>
                <a:path extrusionOk="0" h="67" w="144">
                  <a:moveTo>
                    <a:pt x="1" y="0"/>
                  </a:moveTo>
                  <a:lnTo>
                    <a:pt x="1" y="67"/>
                  </a:lnTo>
                  <a:lnTo>
                    <a:pt x="144" y="67"/>
                  </a:lnTo>
                  <a:lnTo>
                    <a:pt x="144" y="0"/>
                  </a:lnTo>
                  <a:close/>
                </a:path>
              </a:pathLst>
            </a:custGeom>
            <a:solidFill>
              <a:srgbClr val="F7D7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09" name="Google Shape;1009;p16"/>
            <p:cNvGrpSpPr/>
            <p:nvPr/>
          </p:nvGrpSpPr>
          <p:grpSpPr>
            <a:xfrm>
              <a:off x="2755279" y="2854634"/>
              <a:ext cx="380243" cy="368802"/>
              <a:chOff x="3270675" y="841800"/>
              <a:chExt cx="497700" cy="482725"/>
            </a:xfrm>
          </p:grpSpPr>
          <p:sp>
            <p:nvSpPr>
              <p:cNvPr id="1010" name="Google Shape;1010;p16"/>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011" name="Google Shape;1011;p16"/>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012" name="Google Shape;1012;p16"/>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grpSp>
          <p:nvGrpSpPr>
            <p:cNvPr id="1013" name="Google Shape;1013;p16"/>
            <p:cNvGrpSpPr/>
            <p:nvPr/>
          </p:nvGrpSpPr>
          <p:grpSpPr>
            <a:xfrm>
              <a:off x="6008257" y="2854947"/>
              <a:ext cx="368114" cy="368114"/>
              <a:chOff x="3271200" y="1435075"/>
              <a:chExt cx="481825" cy="481825"/>
            </a:xfrm>
          </p:grpSpPr>
          <p:sp>
            <p:nvSpPr>
              <p:cNvPr id="1014" name="Google Shape;1014;p16"/>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015" name="Google Shape;1015;p16"/>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grpSp>
          <p:nvGrpSpPr>
            <p:cNvPr id="1016" name="Google Shape;1016;p16"/>
            <p:cNvGrpSpPr/>
            <p:nvPr/>
          </p:nvGrpSpPr>
          <p:grpSpPr>
            <a:xfrm>
              <a:off x="5550292" y="2044979"/>
              <a:ext cx="368114" cy="368114"/>
              <a:chOff x="1492675" y="2620775"/>
              <a:chExt cx="481825" cy="481825"/>
            </a:xfrm>
          </p:grpSpPr>
          <p:sp>
            <p:nvSpPr>
              <p:cNvPr id="1017" name="Google Shape;1017;p16"/>
              <p:cNvSpPr/>
              <p:nvPr/>
            </p:nvSpPr>
            <p:spPr>
              <a:xfrm>
                <a:off x="1677125" y="2620775"/>
                <a:ext cx="112950" cy="113850"/>
              </a:xfrm>
              <a:custGeom>
                <a:rect b="b" l="l" r="r" t="t"/>
                <a:pathLst>
                  <a:path extrusionOk="0" h="4554" w="4518">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018" name="Google Shape;1018;p16"/>
              <p:cNvSpPr/>
              <p:nvPr/>
            </p:nvSpPr>
            <p:spPr>
              <a:xfrm>
                <a:off x="1492675" y="2734675"/>
                <a:ext cx="481825" cy="367925"/>
              </a:xfrm>
              <a:custGeom>
                <a:rect b="b" l="l" r="r" t="t"/>
                <a:pathLst>
                  <a:path extrusionOk="0" h="14717" w="19273">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sp>
          <p:nvSpPr>
            <p:cNvPr id="1019" name="Google Shape;1019;p16"/>
            <p:cNvSpPr/>
            <p:nvPr/>
          </p:nvSpPr>
          <p:spPr>
            <a:xfrm>
              <a:off x="4783001" y="1676291"/>
              <a:ext cx="368172" cy="368114"/>
            </a:xfrm>
            <a:custGeom>
              <a:rect b="b" l="l" r="r" t="t"/>
              <a:pathLst>
                <a:path extrusionOk="0" h="19273" w="19276">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nvGrpSpPr>
            <p:cNvPr id="1020" name="Google Shape;1020;p16"/>
            <p:cNvGrpSpPr/>
            <p:nvPr/>
          </p:nvGrpSpPr>
          <p:grpSpPr>
            <a:xfrm>
              <a:off x="3230068" y="2115550"/>
              <a:ext cx="368114" cy="335033"/>
              <a:chOff x="1492675" y="4420975"/>
              <a:chExt cx="481825" cy="438525"/>
            </a:xfrm>
          </p:grpSpPr>
          <p:sp>
            <p:nvSpPr>
              <p:cNvPr id="1021" name="Google Shape;1021;p16"/>
              <p:cNvSpPr/>
              <p:nvPr/>
            </p:nvSpPr>
            <p:spPr>
              <a:xfrm>
                <a:off x="1841375" y="4649825"/>
                <a:ext cx="43325" cy="43300"/>
              </a:xfrm>
              <a:custGeom>
                <a:rect b="b" l="l" r="r" t="t"/>
                <a:pathLst>
                  <a:path extrusionOk="0" h="1732" w="1733">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022" name="Google Shape;1022;p16"/>
              <p:cNvSpPr/>
              <p:nvPr/>
            </p:nvSpPr>
            <p:spPr>
              <a:xfrm>
                <a:off x="1582425" y="4649825"/>
                <a:ext cx="43300" cy="43300"/>
              </a:xfrm>
              <a:custGeom>
                <a:rect b="b" l="l" r="r" t="t"/>
                <a:pathLst>
                  <a:path extrusionOk="0" h="1732" w="1732">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023" name="Google Shape;1023;p16"/>
              <p:cNvSpPr/>
              <p:nvPr/>
            </p:nvSpPr>
            <p:spPr>
              <a:xfrm>
                <a:off x="1492675" y="4420975"/>
                <a:ext cx="481825" cy="356475"/>
              </a:xfrm>
              <a:custGeom>
                <a:rect b="b" l="l" r="r" t="t"/>
                <a:pathLst>
                  <a:path extrusionOk="0" h="14259" w="19273">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024" name="Google Shape;1024;p16"/>
              <p:cNvSpPr/>
              <p:nvPr/>
            </p:nvSpPr>
            <p:spPr>
              <a:xfrm>
                <a:off x="154687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025" name="Google Shape;1025;p16"/>
              <p:cNvSpPr/>
              <p:nvPr/>
            </p:nvSpPr>
            <p:spPr>
              <a:xfrm>
                <a:off x="180132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grpSp>
          <p:nvGrpSpPr>
            <p:cNvPr id="1026" name="Google Shape;1026;p16"/>
            <p:cNvGrpSpPr/>
            <p:nvPr/>
          </p:nvGrpSpPr>
          <p:grpSpPr>
            <a:xfrm>
              <a:off x="4000130" y="1695542"/>
              <a:ext cx="368114" cy="368114"/>
              <a:chOff x="1492675" y="4992125"/>
              <a:chExt cx="481825" cy="481825"/>
            </a:xfrm>
          </p:grpSpPr>
          <p:sp>
            <p:nvSpPr>
              <p:cNvPr id="1027" name="Google Shape;1027;p16"/>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028" name="Google Shape;1028;p16"/>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grpSp>
      <p:cxnSp>
        <p:nvCxnSpPr>
          <p:cNvPr id="1029" name="Google Shape;1029;p16"/>
          <p:cNvCxnSpPr/>
          <p:nvPr/>
        </p:nvCxnSpPr>
        <p:spPr>
          <a:xfrm>
            <a:off x="162353" y="984065"/>
            <a:ext cx="8819293" cy="0"/>
          </a:xfrm>
          <a:prstGeom prst="straightConnector1">
            <a:avLst/>
          </a:prstGeom>
          <a:noFill/>
          <a:ln cap="flat" cmpd="sng" w="19050">
            <a:solidFill>
              <a:schemeClr val="accent4"/>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17"/>
          <p:cNvSpPr/>
          <p:nvPr/>
        </p:nvSpPr>
        <p:spPr>
          <a:xfrm>
            <a:off x="0" y="3365221"/>
            <a:ext cx="5411221" cy="1778279"/>
          </a:xfrm>
          <a:custGeom>
            <a:rect b="b" l="l" r="r" t="t"/>
            <a:pathLst>
              <a:path extrusionOk="0" h="23537" w="71622">
                <a:moveTo>
                  <a:pt x="53647" y="13704"/>
                </a:moveTo>
                <a:lnTo>
                  <a:pt x="53862" y="13919"/>
                </a:lnTo>
                <a:lnTo>
                  <a:pt x="54108" y="14104"/>
                </a:lnTo>
                <a:lnTo>
                  <a:pt x="54354" y="14257"/>
                </a:lnTo>
                <a:lnTo>
                  <a:pt x="54630" y="14380"/>
                </a:lnTo>
                <a:lnTo>
                  <a:pt x="54907" y="14472"/>
                </a:lnTo>
                <a:lnTo>
                  <a:pt x="55214" y="14564"/>
                </a:lnTo>
                <a:lnTo>
                  <a:pt x="55521" y="14595"/>
                </a:lnTo>
                <a:lnTo>
                  <a:pt x="55829" y="14626"/>
                </a:lnTo>
                <a:lnTo>
                  <a:pt x="55829" y="16224"/>
                </a:lnTo>
                <a:lnTo>
                  <a:pt x="55460" y="16193"/>
                </a:lnTo>
                <a:lnTo>
                  <a:pt x="55153" y="16224"/>
                </a:lnTo>
                <a:lnTo>
                  <a:pt x="54876" y="16285"/>
                </a:lnTo>
                <a:lnTo>
                  <a:pt x="54600" y="16347"/>
                </a:lnTo>
                <a:lnTo>
                  <a:pt x="54385" y="16439"/>
                </a:lnTo>
                <a:lnTo>
                  <a:pt x="54170" y="16562"/>
                </a:lnTo>
                <a:lnTo>
                  <a:pt x="53985" y="16685"/>
                </a:lnTo>
                <a:lnTo>
                  <a:pt x="53801" y="16807"/>
                </a:lnTo>
                <a:lnTo>
                  <a:pt x="53524" y="16685"/>
                </a:lnTo>
                <a:lnTo>
                  <a:pt x="53186" y="16592"/>
                </a:lnTo>
                <a:lnTo>
                  <a:pt x="52787" y="16500"/>
                </a:lnTo>
                <a:lnTo>
                  <a:pt x="52449" y="16469"/>
                </a:lnTo>
                <a:lnTo>
                  <a:pt x="52142" y="16469"/>
                </a:lnTo>
                <a:lnTo>
                  <a:pt x="51834" y="16500"/>
                </a:lnTo>
                <a:lnTo>
                  <a:pt x="51589" y="16562"/>
                </a:lnTo>
                <a:lnTo>
                  <a:pt x="51343" y="16623"/>
                </a:lnTo>
                <a:lnTo>
                  <a:pt x="51128" y="16746"/>
                </a:lnTo>
                <a:lnTo>
                  <a:pt x="50974" y="16869"/>
                </a:lnTo>
                <a:lnTo>
                  <a:pt x="50974" y="15609"/>
                </a:lnTo>
                <a:lnTo>
                  <a:pt x="51404" y="15578"/>
                </a:lnTo>
                <a:lnTo>
                  <a:pt x="51804" y="15486"/>
                </a:lnTo>
                <a:lnTo>
                  <a:pt x="52234" y="15333"/>
                </a:lnTo>
                <a:lnTo>
                  <a:pt x="52603" y="15148"/>
                </a:lnTo>
                <a:lnTo>
                  <a:pt x="52787" y="15025"/>
                </a:lnTo>
                <a:lnTo>
                  <a:pt x="52941" y="14872"/>
                </a:lnTo>
                <a:lnTo>
                  <a:pt x="53094" y="14718"/>
                </a:lnTo>
                <a:lnTo>
                  <a:pt x="53248" y="14564"/>
                </a:lnTo>
                <a:lnTo>
                  <a:pt x="53371" y="14380"/>
                </a:lnTo>
                <a:lnTo>
                  <a:pt x="53463" y="14165"/>
                </a:lnTo>
                <a:lnTo>
                  <a:pt x="53555" y="13950"/>
                </a:lnTo>
                <a:lnTo>
                  <a:pt x="53647" y="13704"/>
                </a:lnTo>
                <a:close/>
                <a:moveTo>
                  <a:pt x="64862" y="9863"/>
                </a:moveTo>
                <a:lnTo>
                  <a:pt x="64985" y="10017"/>
                </a:lnTo>
                <a:lnTo>
                  <a:pt x="65108" y="10109"/>
                </a:lnTo>
                <a:lnTo>
                  <a:pt x="65262" y="10201"/>
                </a:lnTo>
                <a:lnTo>
                  <a:pt x="65446" y="10232"/>
                </a:lnTo>
                <a:lnTo>
                  <a:pt x="65292" y="11891"/>
                </a:lnTo>
                <a:lnTo>
                  <a:pt x="65262" y="12537"/>
                </a:lnTo>
                <a:lnTo>
                  <a:pt x="65231" y="13182"/>
                </a:lnTo>
                <a:lnTo>
                  <a:pt x="65231" y="20925"/>
                </a:lnTo>
                <a:lnTo>
                  <a:pt x="64155" y="20587"/>
                </a:lnTo>
                <a:lnTo>
                  <a:pt x="63019" y="20249"/>
                </a:lnTo>
                <a:lnTo>
                  <a:pt x="61759" y="19880"/>
                </a:lnTo>
                <a:lnTo>
                  <a:pt x="60468" y="19542"/>
                </a:lnTo>
                <a:lnTo>
                  <a:pt x="60499" y="19296"/>
                </a:lnTo>
                <a:lnTo>
                  <a:pt x="60499" y="19020"/>
                </a:lnTo>
                <a:lnTo>
                  <a:pt x="60438" y="18712"/>
                </a:lnTo>
                <a:lnTo>
                  <a:pt x="60407" y="18528"/>
                </a:lnTo>
                <a:lnTo>
                  <a:pt x="60345" y="18374"/>
                </a:lnTo>
                <a:lnTo>
                  <a:pt x="60253" y="18221"/>
                </a:lnTo>
                <a:lnTo>
                  <a:pt x="60130" y="18036"/>
                </a:lnTo>
                <a:lnTo>
                  <a:pt x="59977" y="17883"/>
                </a:lnTo>
                <a:lnTo>
                  <a:pt x="59792" y="17729"/>
                </a:lnTo>
                <a:lnTo>
                  <a:pt x="59608" y="17576"/>
                </a:lnTo>
                <a:lnTo>
                  <a:pt x="59362" y="17453"/>
                </a:lnTo>
                <a:lnTo>
                  <a:pt x="59055" y="17330"/>
                </a:lnTo>
                <a:lnTo>
                  <a:pt x="58748" y="17238"/>
                </a:lnTo>
                <a:lnTo>
                  <a:pt x="58440" y="17176"/>
                </a:lnTo>
                <a:lnTo>
                  <a:pt x="58133" y="17115"/>
                </a:lnTo>
                <a:lnTo>
                  <a:pt x="58010" y="16961"/>
                </a:lnTo>
                <a:lnTo>
                  <a:pt x="57826" y="16838"/>
                </a:lnTo>
                <a:lnTo>
                  <a:pt x="57642" y="16715"/>
                </a:lnTo>
                <a:lnTo>
                  <a:pt x="57426" y="16592"/>
                </a:lnTo>
                <a:lnTo>
                  <a:pt x="57211" y="16469"/>
                </a:lnTo>
                <a:lnTo>
                  <a:pt x="56935" y="16377"/>
                </a:lnTo>
                <a:lnTo>
                  <a:pt x="56628" y="16316"/>
                </a:lnTo>
                <a:lnTo>
                  <a:pt x="56290" y="16254"/>
                </a:lnTo>
                <a:lnTo>
                  <a:pt x="56197" y="16254"/>
                </a:lnTo>
                <a:lnTo>
                  <a:pt x="56197" y="14626"/>
                </a:lnTo>
                <a:lnTo>
                  <a:pt x="56720" y="14564"/>
                </a:lnTo>
                <a:lnTo>
                  <a:pt x="56996" y="14534"/>
                </a:lnTo>
                <a:lnTo>
                  <a:pt x="57242" y="14442"/>
                </a:lnTo>
                <a:lnTo>
                  <a:pt x="57488" y="14349"/>
                </a:lnTo>
                <a:lnTo>
                  <a:pt x="57703" y="14257"/>
                </a:lnTo>
                <a:lnTo>
                  <a:pt x="57918" y="14104"/>
                </a:lnTo>
                <a:lnTo>
                  <a:pt x="58133" y="13950"/>
                </a:lnTo>
                <a:lnTo>
                  <a:pt x="58318" y="13766"/>
                </a:lnTo>
                <a:lnTo>
                  <a:pt x="58502" y="13581"/>
                </a:lnTo>
                <a:lnTo>
                  <a:pt x="58625" y="13335"/>
                </a:lnTo>
                <a:lnTo>
                  <a:pt x="58778" y="13090"/>
                </a:lnTo>
                <a:lnTo>
                  <a:pt x="58871" y="12813"/>
                </a:lnTo>
                <a:lnTo>
                  <a:pt x="58932" y="12506"/>
                </a:lnTo>
                <a:lnTo>
                  <a:pt x="58993" y="12199"/>
                </a:lnTo>
                <a:lnTo>
                  <a:pt x="59024" y="11830"/>
                </a:lnTo>
                <a:lnTo>
                  <a:pt x="59424" y="11768"/>
                </a:lnTo>
                <a:lnTo>
                  <a:pt x="59823" y="11707"/>
                </a:lnTo>
                <a:lnTo>
                  <a:pt x="60223" y="11615"/>
                </a:lnTo>
                <a:lnTo>
                  <a:pt x="60622" y="11492"/>
                </a:lnTo>
                <a:lnTo>
                  <a:pt x="64862" y="9863"/>
                </a:lnTo>
                <a:close/>
                <a:moveTo>
                  <a:pt x="45812" y="0"/>
                </a:moveTo>
                <a:lnTo>
                  <a:pt x="45474" y="400"/>
                </a:lnTo>
                <a:lnTo>
                  <a:pt x="45167" y="830"/>
                </a:lnTo>
                <a:lnTo>
                  <a:pt x="44921" y="1291"/>
                </a:lnTo>
                <a:lnTo>
                  <a:pt x="44737" y="1752"/>
                </a:lnTo>
                <a:lnTo>
                  <a:pt x="43416" y="5500"/>
                </a:lnTo>
                <a:lnTo>
                  <a:pt x="43293" y="5531"/>
                </a:lnTo>
                <a:lnTo>
                  <a:pt x="43139" y="5593"/>
                </a:lnTo>
                <a:lnTo>
                  <a:pt x="43047" y="5654"/>
                </a:lnTo>
                <a:lnTo>
                  <a:pt x="42924" y="5715"/>
                </a:lnTo>
                <a:lnTo>
                  <a:pt x="42832" y="5808"/>
                </a:lnTo>
                <a:lnTo>
                  <a:pt x="42740" y="5931"/>
                </a:lnTo>
                <a:lnTo>
                  <a:pt x="42678" y="6053"/>
                </a:lnTo>
                <a:lnTo>
                  <a:pt x="42647" y="6176"/>
                </a:lnTo>
                <a:lnTo>
                  <a:pt x="38622" y="7682"/>
                </a:lnTo>
                <a:lnTo>
                  <a:pt x="38131" y="7897"/>
                </a:lnTo>
                <a:lnTo>
                  <a:pt x="37701" y="8143"/>
                </a:lnTo>
                <a:lnTo>
                  <a:pt x="37270" y="8450"/>
                </a:lnTo>
                <a:lnTo>
                  <a:pt x="36871" y="8788"/>
                </a:lnTo>
                <a:lnTo>
                  <a:pt x="37393" y="8788"/>
                </a:lnTo>
                <a:lnTo>
                  <a:pt x="37916" y="8727"/>
                </a:lnTo>
                <a:lnTo>
                  <a:pt x="38438" y="8634"/>
                </a:lnTo>
                <a:lnTo>
                  <a:pt x="38930" y="8481"/>
                </a:lnTo>
                <a:lnTo>
                  <a:pt x="42801" y="7006"/>
                </a:lnTo>
                <a:lnTo>
                  <a:pt x="42893" y="7129"/>
                </a:lnTo>
                <a:lnTo>
                  <a:pt x="43016" y="7221"/>
                </a:lnTo>
                <a:lnTo>
                  <a:pt x="43170" y="7282"/>
                </a:lnTo>
                <a:lnTo>
                  <a:pt x="43293" y="7344"/>
                </a:lnTo>
                <a:lnTo>
                  <a:pt x="43170" y="8849"/>
                </a:lnTo>
                <a:lnTo>
                  <a:pt x="43139" y="9433"/>
                </a:lnTo>
                <a:lnTo>
                  <a:pt x="43139" y="10017"/>
                </a:lnTo>
                <a:lnTo>
                  <a:pt x="43139" y="17053"/>
                </a:lnTo>
                <a:lnTo>
                  <a:pt x="40927" y="16961"/>
                </a:lnTo>
                <a:lnTo>
                  <a:pt x="38653" y="16930"/>
                </a:lnTo>
                <a:lnTo>
                  <a:pt x="38622" y="16715"/>
                </a:lnTo>
                <a:lnTo>
                  <a:pt x="38561" y="16439"/>
                </a:lnTo>
                <a:lnTo>
                  <a:pt x="38438" y="16131"/>
                </a:lnTo>
                <a:lnTo>
                  <a:pt x="38346" y="15978"/>
                </a:lnTo>
                <a:lnTo>
                  <a:pt x="38254" y="15824"/>
                </a:lnTo>
                <a:lnTo>
                  <a:pt x="38131" y="15701"/>
                </a:lnTo>
                <a:lnTo>
                  <a:pt x="37977" y="15548"/>
                </a:lnTo>
                <a:lnTo>
                  <a:pt x="37793" y="15425"/>
                </a:lnTo>
                <a:lnTo>
                  <a:pt x="37578" y="15333"/>
                </a:lnTo>
                <a:lnTo>
                  <a:pt x="37332" y="15240"/>
                </a:lnTo>
                <a:lnTo>
                  <a:pt x="37055" y="15179"/>
                </a:lnTo>
                <a:lnTo>
                  <a:pt x="36748" y="15118"/>
                </a:lnTo>
                <a:lnTo>
                  <a:pt x="36410" y="15118"/>
                </a:lnTo>
                <a:lnTo>
                  <a:pt x="35888" y="15148"/>
                </a:lnTo>
                <a:lnTo>
                  <a:pt x="35427" y="15240"/>
                </a:lnTo>
                <a:lnTo>
                  <a:pt x="35120" y="15056"/>
                </a:lnTo>
                <a:lnTo>
                  <a:pt x="34720" y="14902"/>
                </a:lnTo>
                <a:lnTo>
                  <a:pt x="34259" y="14810"/>
                </a:lnTo>
                <a:lnTo>
                  <a:pt x="33737" y="14780"/>
                </a:lnTo>
                <a:lnTo>
                  <a:pt x="33245" y="14780"/>
                </a:lnTo>
                <a:lnTo>
                  <a:pt x="32815" y="14841"/>
                </a:lnTo>
                <a:lnTo>
                  <a:pt x="32416" y="14933"/>
                </a:lnTo>
                <a:lnTo>
                  <a:pt x="32108" y="15056"/>
                </a:lnTo>
                <a:lnTo>
                  <a:pt x="32108" y="12875"/>
                </a:lnTo>
                <a:lnTo>
                  <a:pt x="32600" y="12813"/>
                </a:lnTo>
                <a:lnTo>
                  <a:pt x="32877" y="12752"/>
                </a:lnTo>
                <a:lnTo>
                  <a:pt x="33122" y="12690"/>
                </a:lnTo>
                <a:lnTo>
                  <a:pt x="33368" y="12598"/>
                </a:lnTo>
                <a:lnTo>
                  <a:pt x="33583" y="12475"/>
                </a:lnTo>
                <a:lnTo>
                  <a:pt x="33798" y="12352"/>
                </a:lnTo>
                <a:lnTo>
                  <a:pt x="34013" y="12199"/>
                </a:lnTo>
                <a:lnTo>
                  <a:pt x="34198" y="12014"/>
                </a:lnTo>
                <a:lnTo>
                  <a:pt x="34382" y="11799"/>
                </a:lnTo>
                <a:lnTo>
                  <a:pt x="34536" y="11584"/>
                </a:lnTo>
                <a:lnTo>
                  <a:pt x="34659" y="11308"/>
                </a:lnTo>
                <a:lnTo>
                  <a:pt x="34751" y="11031"/>
                </a:lnTo>
                <a:lnTo>
                  <a:pt x="34843" y="10724"/>
                </a:lnTo>
                <a:lnTo>
                  <a:pt x="34874" y="10416"/>
                </a:lnTo>
                <a:lnTo>
                  <a:pt x="34904" y="10048"/>
                </a:lnTo>
                <a:lnTo>
                  <a:pt x="34874" y="9618"/>
                </a:lnTo>
                <a:lnTo>
                  <a:pt x="34843" y="9126"/>
                </a:lnTo>
                <a:lnTo>
                  <a:pt x="34751" y="8604"/>
                </a:lnTo>
                <a:lnTo>
                  <a:pt x="34628" y="8081"/>
                </a:lnTo>
                <a:lnTo>
                  <a:pt x="34505" y="7498"/>
                </a:lnTo>
                <a:lnTo>
                  <a:pt x="34321" y="6914"/>
                </a:lnTo>
                <a:lnTo>
                  <a:pt x="34136" y="6361"/>
                </a:lnTo>
                <a:lnTo>
                  <a:pt x="33952" y="5808"/>
                </a:lnTo>
                <a:lnTo>
                  <a:pt x="33737" y="5255"/>
                </a:lnTo>
                <a:lnTo>
                  <a:pt x="33491" y="4763"/>
                </a:lnTo>
                <a:lnTo>
                  <a:pt x="33245" y="4302"/>
                </a:lnTo>
                <a:lnTo>
                  <a:pt x="32969" y="3933"/>
                </a:lnTo>
                <a:lnTo>
                  <a:pt x="32723" y="3595"/>
                </a:lnTo>
                <a:lnTo>
                  <a:pt x="32446" y="3350"/>
                </a:lnTo>
                <a:lnTo>
                  <a:pt x="32324" y="3257"/>
                </a:lnTo>
                <a:lnTo>
                  <a:pt x="32170" y="3196"/>
                </a:lnTo>
                <a:lnTo>
                  <a:pt x="32047" y="3165"/>
                </a:lnTo>
                <a:lnTo>
                  <a:pt x="31893" y="3134"/>
                </a:lnTo>
                <a:lnTo>
                  <a:pt x="31770" y="3165"/>
                </a:lnTo>
                <a:lnTo>
                  <a:pt x="31617" y="3196"/>
                </a:lnTo>
                <a:lnTo>
                  <a:pt x="31494" y="3257"/>
                </a:lnTo>
                <a:lnTo>
                  <a:pt x="31340" y="3350"/>
                </a:lnTo>
                <a:lnTo>
                  <a:pt x="31095" y="3595"/>
                </a:lnTo>
                <a:lnTo>
                  <a:pt x="30818" y="3933"/>
                </a:lnTo>
                <a:lnTo>
                  <a:pt x="30572" y="4302"/>
                </a:lnTo>
                <a:lnTo>
                  <a:pt x="30326" y="4763"/>
                </a:lnTo>
                <a:lnTo>
                  <a:pt x="30081" y="5255"/>
                </a:lnTo>
                <a:lnTo>
                  <a:pt x="29865" y="5808"/>
                </a:lnTo>
                <a:lnTo>
                  <a:pt x="29650" y="6361"/>
                </a:lnTo>
                <a:lnTo>
                  <a:pt x="29466" y="6914"/>
                </a:lnTo>
                <a:lnTo>
                  <a:pt x="29312" y="7498"/>
                </a:lnTo>
                <a:lnTo>
                  <a:pt x="29159" y="8081"/>
                </a:lnTo>
                <a:lnTo>
                  <a:pt x="29067" y="8604"/>
                </a:lnTo>
                <a:lnTo>
                  <a:pt x="28974" y="9126"/>
                </a:lnTo>
                <a:lnTo>
                  <a:pt x="28913" y="9618"/>
                </a:lnTo>
                <a:lnTo>
                  <a:pt x="28913" y="10048"/>
                </a:lnTo>
                <a:lnTo>
                  <a:pt x="28913" y="10416"/>
                </a:lnTo>
                <a:lnTo>
                  <a:pt x="28974" y="10724"/>
                </a:lnTo>
                <a:lnTo>
                  <a:pt x="29036" y="11031"/>
                </a:lnTo>
                <a:lnTo>
                  <a:pt x="29159" y="11308"/>
                </a:lnTo>
                <a:lnTo>
                  <a:pt x="29282" y="11584"/>
                </a:lnTo>
                <a:lnTo>
                  <a:pt x="29435" y="11799"/>
                </a:lnTo>
                <a:lnTo>
                  <a:pt x="29589" y="12014"/>
                </a:lnTo>
                <a:lnTo>
                  <a:pt x="29773" y="12199"/>
                </a:lnTo>
                <a:lnTo>
                  <a:pt x="29988" y="12352"/>
                </a:lnTo>
                <a:lnTo>
                  <a:pt x="30203" y="12475"/>
                </a:lnTo>
                <a:lnTo>
                  <a:pt x="30449" y="12598"/>
                </a:lnTo>
                <a:lnTo>
                  <a:pt x="30695" y="12690"/>
                </a:lnTo>
                <a:lnTo>
                  <a:pt x="30941" y="12752"/>
                </a:lnTo>
                <a:lnTo>
                  <a:pt x="31187" y="12813"/>
                </a:lnTo>
                <a:lnTo>
                  <a:pt x="31709" y="12875"/>
                </a:lnTo>
                <a:lnTo>
                  <a:pt x="31709" y="15271"/>
                </a:lnTo>
                <a:lnTo>
                  <a:pt x="31402" y="15548"/>
                </a:lnTo>
                <a:lnTo>
                  <a:pt x="31187" y="15793"/>
                </a:lnTo>
                <a:lnTo>
                  <a:pt x="31002" y="16101"/>
                </a:lnTo>
                <a:lnTo>
                  <a:pt x="30879" y="16377"/>
                </a:lnTo>
                <a:lnTo>
                  <a:pt x="30818" y="16623"/>
                </a:lnTo>
                <a:lnTo>
                  <a:pt x="30757" y="16838"/>
                </a:lnTo>
                <a:lnTo>
                  <a:pt x="30726" y="17145"/>
                </a:lnTo>
                <a:lnTo>
                  <a:pt x="27868" y="17361"/>
                </a:lnTo>
                <a:lnTo>
                  <a:pt x="25195" y="17576"/>
                </a:lnTo>
                <a:lnTo>
                  <a:pt x="25195" y="15671"/>
                </a:lnTo>
                <a:lnTo>
                  <a:pt x="25717" y="15609"/>
                </a:lnTo>
                <a:lnTo>
                  <a:pt x="25963" y="15548"/>
                </a:lnTo>
                <a:lnTo>
                  <a:pt x="26209" y="15486"/>
                </a:lnTo>
                <a:lnTo>
                  <a:pt x="26455" y="15394"/>
                </a:lnTo>
                <a:lnTo>
                  <a:pt x="26701" y="15271"/>
                </a:lnTo>
                <a:lnTo>
                  <a:pt x="26916" y="15148"/>
                </a:lnTo>
                <a:lnTo>
                  <a:pt x="27100" y="14995"/>
                </a:lnTo>
                <a:lnTo>
                  <a:pt x="27315" y="14810"/>
                </a:lnTo>
                <a:lnTo>
                  <a:pt x="27469" y="14595"/>
                </a:lnTo>
                <a:lnTo>
                  <a:pt x="27622" y="14380"/>
                </a:lnTo>
                <a:lnTo>
                  <a:pt x="27745" y="14134"/>
                </a:lnTo>
                <a:lnTo>
                  <a:pt x="27838" y="13858"/>
                </a:lnTo>
                <a:lnTo>
                  <a:pt x="27930" y="13551"/>
                </a:lnTo>
                <a:lnTo>
                  <a:pt x="27991" y="13213"/>
                </a:lnTo>
                <a:lnTo>
                  <a:pt x="27991" y="12844"/>
                </a:lnTo>
                <a:lnTo>
                  <a:pt x="27960" y="12414"/>
                </a:lnTo>
                <a:lnTo>
                  <a:pt x="27930" y="11953"/>
                </a:lnTo>
                <a:lnTo>
                  <a:pt x="27838" y="11430"/>
                </a:lnTo>
                <a:lnTo>
                  <a:pt x="27715" y="10877"/>
                </a:lnTo>
                <a:lnTo>
                  <a:pt x="27592" y="10294"/>
                </a:lnTo>
                <a:lnTo>
                  <a:pt x="27438" y="9741"/>
                </a:lnTo>
                <a:lnTo>
                  <a:pt x="27254" y="9157"/>
                </a:lnTo>
                <a:lnTo>
                  <a:pt x="27039" y="8604"/>
                </a:lnTo>
                <a:lnTo>
                  <a:pt x="26824" y="8051"/>
                </a:lnTo>
                <a:lnTo>
                  <a:pt x="26578" y="7559"/>
                </a:lnTo>
                <a:lnTo>
                  <a:pt x="26332" y="7129"/>
                </a:lnTo>
                <a:lnTo>
                  <a:pt x="26086" y="6729"/>
                </a:lnTo>
                <a:lnTo>
                  <a:pt x="25810" y="6391"/>
                </a:lnTo>
                <a:lnTo>
                  <a:pt x="25533" y="6146"/>
                </a:lnTo>
                <a:lnTo>
                  <a:pt x="25410" y="6053"/>
                </a:lnTo>
                <a:lnTo>
                  <a:pt x="25257" y="5992"/>
                </a:lnTo>
                <a:lnTo>
                  <a:pt x="25134" y="5961"/>
                </a:lnTo>
                <a:lnTo>
                  <a:pt x="24980" y="5931"/>
                </a:lnTo>
                <a:lnTo>
                  <a:pt x="24857" y="5961"/>
                </a:lnTo>
                <a:lnTo>
                  <a:pt x="24734" y="5992"/>
                </a:lnTo>
                <a:lnTo>
                  <a:pt x="24581" y="6053"/>
                </a:lnTo>
                <a:lnTo>
                  <a:pt x="24458" y="6146"/>
                </a:lnTo>
                <a:lnTo>
                  <a:pt x="24181" y="6391"/>
                </a:lnTo>
                <a:lnTo>
                  <a:pt x="23905" y="6729"/>
                </a:lnTo>
                <a:lnTo>
                  <a:pt x="23659" y="7129"/>
                </a:lnTo>
                <a:lnTo>
                  <a:pt x="23413" y="7559"/>
                </a:lnTo>
                <a:lnTo>
                  <a:pt x="23167" y="8051"/>
                </a:lnTo>
                <a:lnTo>
                  <a:pt x="22952" y="8604"/>
                </a:lnTo>
                <a:lnTo>
                  <a:pt x="22737" y="9157"/>
                </a:lnTo>
                <a:lnTo>
                  <a:pt x="22553" y="9741"/>
                </a:lnTo>
                <a:lnTo>
                  <a:pt x="22399" y="10294"/>
                </a:lnTo>
                <a:lnTo>
                  <a:pt x="22245" y="10877"/>
                </a:lnTo>
                <a:lnTo>
                  <a:pt x="22153" y="11430"/>
                </a:lnTo>
                <a:lnTo>
                  <a:pt x="22061" y="11953"/>
                </a:lnTo>
                <a:lnTo>
                  <a:pt x="22000" y="12414"/>
                </a:lnTo>
                <a:lnTo>
                  <a:pt x="22000" y="12844"/>
                </a:lnTo>
                <a:lnTo>
                  <a:pt x="22000" y="13213"/>
                </a:lnTo>
                <a:lnTo>
                  <a:pt x="22061" y="13551"/>
                </a:lnTo>
                <a:lnTo>
                  <a:pt x="22123" y="13858"/>
                </a:lnTo>
                <a:lnTo>
                  <a:pt x="22245" y="14134"/>
                </a:lnTo>
                <a:lnTo>
                  <a:pt x="22368" y="14380"/>
                </a:lnTo>
                <a:lnTo>
                  <a:pt x="22522" y="14595"/>
                </a:lnTo>
                <a:lnTo>
                  <a:pt x="22676" y="14810"/>
                </a:lnTo>
                <a:lnTo>
                  <a:pt x="22891" y="14995"/>
                </a:lnTo>
                <a:lnTo>
                  <a:pt x="23075" y="15148"/>
                </a:lnTo>
                <a:lnTo>
                  <a:pt x="23290" y="15271"/>
                </a:lnTo>
                <a:lnTo>
                  <a:pt x="23536" y="15394"/>
                </a:lnTo>
                <a:lnTo>
                  <a:pt x="23782" y="15486"/>
                </a:lnTo>
                <a:lnTo>
                  <a:pt x="24028" y="15548"/>
                </a:lnTo>
                <a:lnTo>
                  <a:pt x="24273" y="15609"/>
                </a:lnTo>
                <a:lnTo>
                  <a:pt x="24796" y="15671"/>
                </a:lnTo>
                <a:lnTo>
                  <a:pt x="24796" y="17453"/>
                </a:lnTo>
                <a:lnTo>
                  <a:pt x="24673" y="17207"/>
                </a:lnTo>
                <a:lnTo>
                  <a:pt x="24519" y="16961"/>
                </a:lnTo>
                <a:lnTo>
                  <a:pt x="24273" y="16746"/>
                </a:lnTo>
                <a:lnTo>
                  <a:pt x="24028" y="16531"/>
                </a:lnTo>
                <a:lnTo>
                  <a:pt x="23690" y="16377"/>
                </a:lnTo>
                <a:lnTo>
                  <a:pt x="23259" y="16254"/>
                </a:lnTo>
                <a:lnTo>
                  <a:pt x="22799" y="16193"/>
                </a:lnTo>
                <a:lnTo>
                  <a:pt x="22215" y="16193"/>
                </a:lnTo>
                <a:lnTo>
                  <a:pt x="21846" y="16224"/>
                </a:lnTo>
                <a:lnTo>
                  <a:pt x="21508" y="16285"/>
                </a:lnTo>
                <a:lnTo>
                  <a:pt x="21201" y="16347"/>
                </a:lnTo>
                <a:lnTo>
                  <a:pt x="20924" y="16439"/>
                </a:lnTo>
                <a:lnTo>
                  <a:pt x="20678" y="16562"/>
                </a:lnTo>
                <a:lnTo>
                  <a:pt x="20463" y="16685"/>
                </a:lnTo>
                <a:lnTo>
                  <a:pt x="20279" y="16838"/>
                </a:lnTo>
                <a:lnTo>
                  <a:pt x="20095" y="16992"/>
                </a:lnTo>
                <a:lnTo>
                  <a:pt x="19941" y="17145"/>
                </a:lnTo>
                <a:lnTo>
                  <a:pt x="19818" y="17299"/>
                </a:lnTo>
                <a:lnTo>
                  <a:pt x="19634" y="17637"/>
                </a:lnTo>
                <a:lnTo>
                  <a:pt x="19511" y="17975"/>
                </a:lnTo>
                <a:lnTo>
                  <a:pt x="19449" y="18252"/>
                </a:lnTo>
                <a:lnTo>
                  <a:pt x="17452" y="18559"/>
                </a:lnTo>
                <a:lnTo>
                  <a:pt x="17452" y="16408"/>
                </a:lnTo>
                <a:lnTo>
                  <a:pt x="17729" y="16377"/>
                </a:lnTo>
                <a:lnTo>
                  <a:pt x="18005" y="16347"/>
                </a:lnTo>
                <a:lnTo>
                  <a:pt x="18282" y="16285"/>
                </a:lnTo>
                <a:lnTo>
                  <a:pt x="18558" y="16193"/>
                </a:lnTo>
                <a:lnTo>
                  <a:pt x="18835" y="16101"/>
                </a:lnTo>
                <a:lnTo>
                  <a:pt x="19081" y="15978"/>
                </a:lnTo>
                <a:lnTo>
                  <a:pt x="19327" y="15824"/>
                </a:lnTo>
                <a:lnTo>
                  <a:pt x="19542" y="15640"/>
                </a:lnTo>
                <a:lnTo>
                  <a:pt x="19757" y="15456"/>
                </a:lnTo>
                <a:lnTo>
                  <a:pt x="19941" y="15240"/>
                </a:lnTo>
                <a:lnTo>
                  <a:pt x="20095" y="14995"/>
                </a:lnTo>
                <a:lnTo>
                  <a:pt x="20248" y="14718"/>
                </a:lnTo>
                <a:lnTo>
                  <a:pt x="20371" y="14411"/>
                </a:lnTo>
                <a:lnTo>
                  <a:pt x="20433" y="14073"/>
                </a:lnTo>
                <a:lnTo>
                  <a:pt x="20494" y="13704"/>
                </a:lnTo>
                <a:lnTo>
                  <a:pt x="20525" y="13305"/>
                </a:lnTo>
                <a:lnTo>
                  <a:pt x="20494" y="12844"/>
                </a:lnTo>
                <a:lnTo>
                  <a:pt x="20433" y="12321"/>
                </a:lnTo>
                <a:lnTo>
                  <a:pt x="20340" y="11738"/>
                </a:lnTo>
                <a:lnTo>
                  <a:pt x="20218" y="11123"/>
                </a:lnTo>
                <a:lnTo>
                  <a:pt x="20064" y="10509"/>
                </a:lnTo>
                <a:lnTo>
                  <a:pt x="19880" y="9894"/>
                </a:lnTo>
                <a:lnTo>
                  <a:pt x="19695" y="9249"/>
                </a:lnTo>
                <a:lnTo>
                  <a:pt x="19480" y="8634"/>
                </a:lnTo>
                <a:lnTo>
                  <a:pt x="19234" y="8051"/>
                </a:lnTo>
                <a:lnTo>
                  <a:pt x="18958" y="7498"/>
                </a:lnTo>
                <a:lnTo>
                  <a:pt x="18681" y="7006"/>
                </a:lnTo>
                <a:lnTo>
                  <a:pt x="18405" y="6576"/>
                </a:lnTo>
                <a:lnTo>
                  <a:pt x="18128" y="6238"/>
                </a:lnTo>
                <a:lnTo>
                  <a:pt x="17821" y="5961"/>
                </a:lnTo>
                <a:lnTo>
                  <a:pt x="17667" y="5869"/>
                </a:lnTo>
                <a:lnTo>
                  <a:pt x="17514" y="5777"/>
                </a:lnTo>
                <a:lnTo>
                  <a:pt x="17360" y="5746"/>
                </a:lnTo>
                <a:lnTo>
                  <a:pt x="17237" y="5715"/>
                </a:lnTo>
                <a:lnTo>
                  <a:pt x="17084" y="5746"/>
                </a:lnTo>
                <a:lnTo>
                  <a:pt x="16930" y="5777"/>
                </a:lnTo>
                <a:lnTo>
                  <a:pt x="16776" y="5869"/>
                </a:lnTo>
                <a:lnTo>
                  <a:pt x="16623" y="5961"/>
                </a:lnTo>
                <a:lnTo>
                  <a:pt x="16315" y="6238"/>
                </a:lnTo>
                <a:lnTo>
                  <a:pt x="16039" y="6576"/>
                </a:lnTo>
                <a:lnTo>
                  <a:pt x="15762" y="7006"/>
                </a:lnTo>
                <a:lnTo>
                  <a:pt x="15486" y="7498"/>
                </a:lnTo>
                <a:lnTo>
                  <a:pt x="15240" y="8051"/>
                </a:lnTo>
                <a:lnTo>
                  <a:pt x="14994" y="8634"/>
                </a:lnTo>
                <a:lnTo>
                  <a:pt x="14748" y="9249"/>
                </a:lnTo>
                <a:lnTo>
                  <a:pt x="14564" y="9894"/>
                </a:lnTo>
                <a:lnTo>
                  <a:pt x="14380" y="10509"/>
                </a:lnTo>
                <a:lnTo>
                  <a:pt x="14226" y="11123"/>
                </a:lnTo>
                <a:lnTo>
                  <a:pt x="14103" y="11738"/>
                </a:lnTo>
                <a:lnTo>
                  <a:pt x="14011" y="12321"/>
                </a:lnTo>
                <a:lnTo>
                  <a:pt x="13950" y="12844"/>
                </a:lnTo>
                <a:lnTo>
                  <a:pt x="13950" y="13305"/>
                </a:lnTo>
                <a:lnTo>
                  <a:pt x="13950" y="13704"/>
                </a:lnTo>
                <a:lnTo>
                  <a:pt x="14011" y="14073"/>
                </a:lnTo>
                <a:lnTo>
                  <a:pt x="14103" y="14411"/>
                </a:lnTo>
                <a:lnTo>
                  <a:pt x="14195" y="14718"/>
                </a:lnTo>
                <a:lnTo>
                  <a:pt x="14349" y="14995"/>
                </a:lnTo>
                <a:lnTo>
                  <a:pt x="14503" y="15240"/>
                </a:lnTo>
                <a:lnTo>
                  <a:pt x="14687" y="15456"/>
                </a:lnTo>
                <a:lnTo>
                  <a:pt x="14902" y="15640"/>
                </a:lnTo>
                <a:lnTo>
                  <a:pt x="15117" y="15824"/>
                </a:lnTo>
                <a:lnTo>
                  <a:pt x="15363" y="15978"/>
                </a:lnTo>
                <a:lnTo>
                  <a:pt x="15609" y="16101"/>
                </a:lnTo>
                <a:lnTo>
                  <a:pt x="15885" y="16193"/>
                </a:lnTo>
                <a:lnTo>
                  <a:pt x="16162" y="16285"/>
                </a:lnTo>
                <a:lnTo>
                  <a:pt x="16438" y="16347"/>
                </a:lnTo>
                <a:lnTo>
                  <a:pt x="16715" y="16377"/>
                </a:lnTo>
                <a:lnTo>
                  <a:pt x="17022" y="16408"/>
                </a:lnTo>
                <a:lnTo>
                  <a:pt x="17022" y="18313"/>
                </a:lnTo>
                <a:lnTo>
                  <a:pt x="16838" y="18129"/>
                </a:lnTo>
                <a:lnTo>
                  <a:pt x="16653" y="17975"/>
                </a:lnTo>
                <a:lnTo>
                  <a:pt x="16438" y="17821"/>
                </a:lnTo>
                <a:lnTo>
                  <a:pt x="16193" y="17729"/>
                </a:lnTo>
                <a:lnTo>
                  <a:pt x="15885" y="17606"/>
                </a:lnTo>
                <a:lnTo>
                  <a:pt x="15547" y="17545"/>
                </a:lnTo>
                <a:lnTo>
                  <a:pt x="15148" y="17514"/>
                </a:lnTo>
                <a:lnTo>
                  <a:pt x="14718" y="17514"/>
                </a:lnTo>
                <a:lnTo>
                  <a:pt x="14349" y="17545"/>
                </a:lnTo>
                <a:lnTo>
                  <a:pt x="14011" y="17606"/>
                </a:lnTo>
                <a:lnTo>
                  <a:pt x="13704" y="17698"/>
                </a:lnTo>
                <a:lnTo>
                  <a:pt x="13427" y="17791"/>
                </a:lnTo>
                <a:lnTo>
                  <a:pt x="13181" y="17914"/>
                </a:lnTo>
                <a:lnTo>
                  <a:pt x="12966" y="18036"/>
                </a:lnTo>
                <a:lnTo>
                  <a:pt x="12782" y="18190"/>
                </a:lnTo>
                <a:lnTo>
                  <a:pt x="12598" y="18344"/>
                </a:lnTo>
                <a:lnTo>
                  <a:pt x="12444" y="18497"/>
                </a:lnTo>
                <a:lnTo>
                  <a:pt x="12352" y="18651"/>
                </a:lnTo>
                <a:lnTo>
                  <a:pt x="12137" y="18989"/>
                </a:lnTo>
                <a:lnTo>
                  <a:pt x="12014" y="19327"/>
                </a:lnTo>
                <a:lnTo>
                  <a:pt x="11952" y="19603"/>
                </a:lnTo>
                <a:lnTo>
                  <a:pt x="10201" y="20034"/>
                </a:lnTo>
                <a:lnTo>
                  <a:pt x="8603" y="20433"/>
                </a:lnTo>
                <a:lnTo>
                  <a:pt x="8603" y="13520"/>
                </a:lnTo>
                <a:lnTo>
                  <a:pt x="8603" y="12875"/>
                </a:lnTo>
                <a:lnTo>
                  <a:pt x="8573" y="12229"/>
                </a:lnTo>
                <a:lnTo>
                  <a:pt x="8419" y="10601"/>
                </a:lnTo>
                <a:lnTo>
                  <a:pt x="8450" y="10601"/>
                </a:lnTo>
                <a:lnTo>
                  <a:pt x="10754" y="14503"/>
                </a:lnTo>
                <a:lnTo>
                  <a:pt x="11092" y="14964"/>
                </a:lnTo>
                <a:lnTo>
                  <a:pt x="11430" y="15425"/>
                </a:lnTo>
                <a:lnTo>
                  <a:pt x="11860" y="15824"/>
                </a:lnTo>
                <a:lnTo>
                  <a:pt x="12290" y="16162"/>
                </a:lnTo>
                <a:lnTo>
                  <a:pt x="12198" y="15609"/>
                </a:lnTo>
                <a:lnTo>
                  <a:pt x="12045" y="15056"/>
                </a:lnTo>
                <a:lnTo>
                  <a:pt x="11829" y="14534"/>
                </a:lnTo>
                <a:lnTo>
                  <a:pt x="11553" y="14011"/>
                </a:lnTo>
                <a:lnTo>
                  <a:pt x="9126" y="9956"/>
                </a:lnTo>
                <a:lnTo>
                  <a:pt x="9187" y="9771"/>
                </a:lnTo>
                <a:lnTo>
                  <a:pt x="9187" y="9587"/>
                </a:lnTo>
                <a:lnTo>
                  <a:pt x="9187" y="9403"/>
                </a:lnTo>
                <a:lnTo>
                  <a:pt x="9126" y="9218"/>
                </a:lnTo>
                <a:lnTo>
                  <a:pt x="9033" y="9065"/>
                </a:lnTo>
                <a:lnTo>
                  <a:pt x="8941" y="8911"/>
                </a:lnTo>
                <a:lnTo>
                  <a:pt x="10385" y="4763"/>
                </a:lnTo>
                <a:lnTo>
                  <a:pt x="10539" y="4241"/>
                </a:lnTo>
                <a:lnTo>
                  <a:pt x="10631" y="3657"/>
                </a:lnTo>
                <a:lnTo>
                  <a:pt x="10693" y="3104"/>
                </a:lnTo>
                <a:lnTo>
                  <a:pt x="10662" y="2520"/>
                </a:lnTo>
                <a:lnTo>
                  <a:pt x="10293" y="2950"/>
                </a:lnTo>
                <a:lnTo>
                  <a:pt x="9986" y="3442"/>
                </a:lnTo>
                <a:lnTo>
                  <a:pt x="9709" y="3933"/>
                </a:lnTo>
                <a:lnTo>
                  <a:pt x="9494" y="4456"/>
                </a:lnTo>
                <a:lnTo>
                  <a:pt x="8050" y="8573"/>
                </a:lnTo>
                <a:lnTo>
                  <a:pt x="7927" y="8604"/>
                </a:lnTo>
                <a:lnTo>
                  <a:pt x="7774" y="8665"/>
                </a:lnTo>
                <a:lnTo>
                  <a:pt x="7651" y="8727"/>
                </a:lnTo>
                <a:lnTo>
                  <a:pt x="7528" y="8819"/>
                </a:lnTo>
                <a:lnTo>
                  <a:pt x="7405" y="8911"/>
                </a:lnTo>
                <a:lnTo>
                  <a:pt x="7343" y="9034"/>
                </a:lnTo>
                <a:lnTo>
                  <a:pt x="7251" y="9157"/>
                </a:lnTo>
                <a:lnTo>
                  <a:pt x="7190" y="9310"/>
                </a:lnTo>
                <a:lnTo>
                  <a:pt x="2796" y="10970"/>
                </a:lnTo>
                <a:lnTo>
                  <a:pt x="2274" y="11185"/>
                </a:lnTo>
                <a:lnTo>
                  <a:pt x="1782" y="11461"/>
                </a:lnTo>
                <a:lnTo>
                  <a:pt x="1321" y="11799"/>
                </a:lnTo>
                <a:lnTo>
                  <a:pt x="891" y="12168"/>
                </a:lnTo>
                <a:lnTo>
                  <a:pt x="1475" y="12168"/>
                </a:lnTo>
                <a:lnTo>
                  <a:pt x="2028" y="12106"/>
                </a:lnTo>
                <a:lnTo>
                  <a:pt x="2581" y="11983"/>
                </a:lnTo>
                <a:lnTo>
                  <a:pt x="3134" y="11830"/>
                </a:lnTo>
                <a:lnTo>
                  <a:pt x="7374" y="10232"/>
                </a:lnTo>
                <a:lnTo>
                  <a:pt x="7497" y="10355"/>
                </a:lnTo>
                <a:lnTo>
                  <a:pt x="7620" y="10447"/>
                </a:lnTo>
                <a:lnTo>
                  <a:pt x="7774" y="10539"/>
                </a:lnTo>
                <a:lnTo>
                  <a:pt x="7927" y="10601"/>
                </a:lnTo>
                <a:lnTo>
                  <a:pt x="7804" y="12229"/>
                </a:lnTo>
                <a:lnTo>
                  <a:pt x="7743" y="12875"/>
                </a:lnTo>
                <a:lnTo>
                  <a:pt x="7743" y="13520"/>
                </a:lnTo>
                <a:lnTo>
                  <a:pt x="7743" y="20679"/>
                </a:lnTo>
                <a:lnTo>
                  <a:pt x="5899" y="21232"/>
                </a:lnTo>
                <a:lnTo>
                  <a:pt x="4302" y="21754"/>
                </a:lnTo>
                <a:lnTo>
                  <a:pt x="2950" y="22246"/>
                </a:lnTo>
                <a:lnTo>
                  <a:pt x="1874" y="22676"/>
                </a:lnTo>
                <a:lnTo>
                  <a:pt x="1045" y="23045"/>
                </a:lnTo>
                <a:lnTo>
                  <a:pt x="461" y="23321"/>
                </a:lnTo>
                <a:lnTo>
                  <a:pt x="0" y="23536"/>
                </a:lnTo>
                <a:lnTo>
                  <a:pt x="71622" y="23536"/>
                </a:lnTo>
                <a:lnTo>
                  <a:pt x="71284" y="23352"/>
                </a:lnTo>
                <a:lnTo>
                  <a:pt x="70239" y="22860"/>
                </a:lnTo>
                <a:lnTo>
                  <a:pt x="69471" y="22522"/>
                </a:lnTo>
                <a:lnTo>
                  <a:pt x="68518" y="22123"/>
                </a:lnTo>
                <a:lnTo>
                  <a:pt x="67382" y="21693"/>
                </a:lnTo>
                <a:lnTo>
                  <a:pt x="66122" y="21232"/>
                </a:lnTo>
                <a:lnTo>
                  <a:pt x="66122" y="13182"/>
                </a:lnTo>
                <a:lnTo>
                  <a:pt x="66091" y="12537"/>
                </a:lnTo>
                <a:lnTo>
                  <a:pt x="66060" y="11891"/>
                </a:lnTo>
                <a:lnTo>
                  <a:pt x="65907" y="10232"/>
                </a:lnTo>
                <a:lnTo>
                  <a:pt x="65938" y="10232"/>
                </a:lnTo>
                <a:lnTo>
                  <a:pt x="68242" y="14165"/>
                </a:lnTo>
                <a:lnTo>
                  <a:pt x="68580" y="14626"/>
                </a:lnTo>
                <a:lnTo>
                  <a:pt x="68949" y="15056"/>
                </a:lnTo>
                <a:lnTo>
                  <a:pt x="69348" y="15456"/>
                </a:lnTo>
                <a:lnTo>
                  <a:pt x="69778" y="15824"/>
                </a:lnTo>
                <a:lnTo>
                  <a:pt x="69686" y="15271"/>
                </a:lnTo>
                <a:lnTo>
                  <a:pt x="69532" y="14718"/>
                </a:lnTo>
                <a:lnTo>
                  <a:pt x="69317" y="14196"/>
                </a:lnTo>
                <a:lnTo>
                  <a:pt x="69041" y="13673"/>
                </a:lnTo>
                <a:lnTo>
                  <a:pt x="66644" y="9618"/>
                </a:lnTo>
                <a:lnTo>
                  <a:pt x="66675" y="9433"/>
                </a:lnTo>
                <a:lnTo>
                  <a:pt x="66706" y="9249"/>
                </a:lnTo>
                <a:lnTo>
                  <a:pt x="66675" y="9065"/>
                </a:lnTo>
                <a:lnTo>
                  <a:pt x="66613" y="8880"/>
                </a:lnTo>
                <a:lnTo>
                  <a:pt x="66521" y="8696"/>
                </a:lnTo>
                <a:lnTo>
                  <a:pt x="66429" y="8573"/>
                </a:lnTo>
                <a:lnTo>
                  <a:pt x="67873" y="4425"/>
                </a:lnTo>
                <a:lnTo>
                  <a:pt x="68027" y="3872"/>
                </a:lnTo>
                <a:lnTo>
                  <a:pt x="68119" y="3319"/>
                </a:lnTo>
                <a:lnTo>
                  <a:pt x="68180" y="2735"/>
                </a:lnTo>
                <a:lnTo>
                  <a:pt x="68180" y="2182"/>
                </a:lnTo>
                <a:lnTo>
                  <a:pt x="67812" y="2612"/>
                </a:lnTo>
                <a:lnTo>
                  <a:pt x="67474" y="3104"/>
                </a:lnTo>
                <a:lnTo>
                  <a:pt x="67197" y="3595"/>
                </a:lnTo>
                <a:lnTo>
                  <a:pt x="66982" y="4118"/>
                </a:lnTo>
                <a:lnTo>
                  <a:pt x="65569" y="8235"/>
                </a:lnTo>
                <a:lnTo>
                  <a:pt x="65415" y="8266"/>
                </a:lnTo>
                <a:lnTo>
                  <a:pt x="65262" y="8327"/>
                </a:lnTo>
                <a:lnTo>
                  <a:pt x="65139" y="8389"/>
                </a:lnTo>
                <a:lnTo>
                  <a:pt x="65016" y="8481"/>
                </a:lnTo>
                <a:lnTo>
                  <a:pt x="64924" y="8573"/>
                </a:lnTo>
                <a:lnTo>
                  <a:pt x="64831" y="8696"/>
                </a:lnTo>
                <a:lnTo>
                  <a:pt x="64739" y="8819"/>
                </a:lnTo>
                <a:lnTo>
                  <a:pt x="64708" y="8942"/>
                </a:lnTo>
                <a:lnTo>
                  <a:pt x="60284" y="10601"/>
                </a:lnTo>
                <a:lnTo>
                  <a:pt x="59946" y="10754"/>
                </a:lnTo>
                <a:lnTo>
                  <a:pt x="59608" y="10908"/>
                </a:lnTo>
                <a:lnTo>
                  <a:pt x="59301" y="11123"/>
                </a:lnTo>
                <a:lnTo>
                  <a:pt x="58993" y="11308"/>
                </a:lnTo>
                <a:lnTo>
                  <a:pt x="58932" y="10877"/>
                </a:lnTo>
                <a:lnTo>
                  <a:pt x="58871" y="10386"/>
                </a:lnTo>
                <a:lnTo>
                  <a:pt x="58748" y="9894"/>
                </a:lnTo>
                <a:lnTo>
                  <a:pt x="58625" y="9341"/>
                </a:lnTo>
                <a:lnTo>
                  <a:pt x="58471" y="8819"/>
                </a:lnTo>
                <a:lnTo>
                  <a:pt x="58318" y="8296"/>
                </a:lnTo>
                <a:lnTo>
                  <a:pt x="58133" y="7774"/>
                </a:lnTo>
                <a:lnTo>
                  <a:pt x="57949" y="7252"/>
                </a:lnTo>
                <a:lnTo>
                  <a:pt x="57734" y="6791"/>
                </a:lnTo>
                <a:lnTo>
                  <a:pt x="57488" y="6330"/>
                </a:lnTo>
                <a:lnTo>
                  <a:pt x="57273" y="5931"/>
                </a:lnTo>
                <a:lnTo>
                  <a:pt x="57027" y="5593"/>
                </a:lnTo>
                <a:lnTo>
                  <a:pt x="56781" y="5316"/>
                </a:lnTo>
                <a:lnTo>
                  <a:pt x="56535" y="5101"/>
                </a:lnTo>
                <a:lnTo>
                  <a:pt x="56382" y="5009"/>
                </a:lnTo>
                <a:lnTo>
                  <a:pt x="56259" y="4947"/>
                </a:lnTo>
                <a:lnTo>
                  <a:pt x="56136" y="4917"/>
                </a:lnTo>
                <a:lnTo>
                  <a:pt x="56013" y="4917"/>
                </a:lnTo>
                <a:lnTo>
                  <a:pt x="55798" y="4947"/>
                </a:lnTo>
                <a:lnTo>
                  <a:pt x="55614" y="5039"/>
                </a:lnTo>
                <a:lnTo>
                  <a:pt x="55399" y="5162"/>
                </a:lnTo>
                <a:lnTo>
                  <a:pt x="55183" y="5377"/>
                </a:lnTo>
                <a:lnTo>
                  <a:pt x="54999" y="5623"/>
                </a:lnTo>
                <a:lnTo>
                  <a:pt x="54784" y="5900"/>
                </a:lnTo>
                <a:lnTo>
                  <a:pt x="54600" y="6207"/>
                </a:lnTo>
                <a:lnTo>
                  <a:pt x="54415" y="6545"/>
                </a:lnTo>
                <a:lnTo>
                  <a:pt x="54077" y="7344"/>
                </a:lnTo>
                <a:lnTo>
                  <a:pt x="53739" y="8173"/>
                </a:lnTo>
                <a:lnTo>
                  <a:pt x="53494" y="9034"/>
                </a:lnTo>
                <a:lnTo>
                  <a:pt x="53278" y="9894"/>
                </a:lnTo>
                <a:lnTo>
                  <a:pt x="53033" y="9157"/>
                </a:lnTo>
                <a:lnTo>
                  <a:pt x="52756" y="8419"/>
                </a:lnTo>
                <a:lnTo>
                  <a:pt x="52480" y="7743"/>
                </a:lnTo>
                <a:lnTo>
                  <a:pt x="52142" y="7129"/>
                </a:lnTo>
                <a:lnTo>
                  <a:pt x="51834" y="6637"/>
                </a:lnTo>
                <a:lnTo>
                  <a:pt x="51650" y="6422"/>
                </a:lnTo>
                <a:lnTo>
                  <a:pt x="51466" y="6238"/>
                </a:lnTo>
                <a:lnTo>
                  <a:pt x="51312" y="6084"/>
                </a:lnTo>
                <a:lnTo>
                  <a:pt x="51128" y="5961"/>
                </a:lnTo>
                <a:lnTo>
                  <a:pt x="50943" y="5900"/>
                </a:lnTo>
                <a:lnTo>
                  <a:pt x="50759" y="5869"/>
                </a:lnTo>
                <a:lnTo>
                  <a:pt x="50636" y="5900"/>
                </a:lnTo>
                <a:lnTo>
                  <a:pt x="50482" y="5931"/>
                </a:lnTo>
                <a:lnTo>
                  <a:pt x="50360" y="5992"/>
                </a:lnTo>
                <a:lnTo>
                  <a:pt x="50206" y="6084"/>
                </a:lnTo>
                <a:lnTo>
                  <a:pt x="49960" y="6330"/>
                </a:lnTo>
                <a:lnTo>
                  <a:pt x="49684" y="6668"/>
                </a:lnTo>
                <a:lnTo>
                  <a:pt x="49438" y="7067"/>
                </a:lnTo>
                <a:lnTo>
                  <a:pt x="49192" y="7498"/>
                </a:lnTo>
                <a:lnTo>
                  <a:pt x="48946" y="7989"/>
                </a:lnTo>
                <a:lnTo>
                  <a:pt x="48731" y="8542"/>
                </a:lnTo>
                <a:lnTo>
                  <a:pt x="48516" y="9095"/>
                </a:lnTo>
                <a:lnTo>
                  <a:pt x="48332" y="9679"/>
                </a:lnTo>
                <a:lnTo>
                  <a:pt x="48178" y="10232"/>
                </a:lnTo>
                <a:lnTo>
                  <a:pt x="48024" y="10816"/>
                </a:lnTo>
                <a:lnTo>
                  <a:pt x="47932" y="11369"/>
                </a:lnTo>
                <a:lnTo>
                  <a:pt x="47840" y="11891"/>
                </a:lnTo>
                <a:lnTo>
                  <a:pt x="47779" y="12352"/>
                </a:lnTo>
                <a:lnTo>
                  <a:pt x="47779" y="12782"/>
                </a:lnTo>
                <a:lnTo>
                  <a:pt x="47779" y="13151"/>
                </a:lnTo>
                <a:lnTo>
                  <a:pt x="47840" y="13489"/>
                </a:lnTo>
                <a:lnTo>
                  <a:pt x="47901" y="13796"/>
                </a:lnTo>
                <a:lnTo>
                  <a:pt x="48024" y="14073"/>
                </a:lnTo>
                <a:lnTo>
                  <a:pt x="48147" y="14319"/>
                </a:lnTo>
                <a:lnTo>
                  <a:pt x="48301" y="14534"/>
                </a:lnTo>
                <a:lnTo>
                  <a:pt x="48455" y="14749"/>
                </a:lnTo>
                <a:lnTo>
                  <a:pt x="48639" y="14933"/>
                </a:lnTo>
                <a:lnTo>
                  <a:pt x="48854" y="15087"/>
                </a:lnTo>
                <a:lnTo>
                  <a:pt x="49069" y="15210"/>
                </a:lnTo>
                <a:lnTo>
                  <a:pt x="49315" y="15333"/>
                </a:lnTo>
                <a:lnTo>
                  <a:pt x="49561" y="15425"/>
                </a:lnTo>
                <a:lnTo>
                  <a:pt x="49806" y="15486"/>
                </a:lnTo>
                <a:lnTo>
                  <a:pt x="50052" y="15548"/>
                </a:lnTo>
                <a:lnTo>
                  <a:pt x="50575" y="15609"/>
                </a:lnTo>
                <a:lnTo>
                  <a:pt x="50575" y="17268"/>
                </a:lnTo>
                <a:lnTo>
                  <a:pt x="50421" y="17483"/>
                </a:lnTo>
                <a:lnTo>
                  <a:pt x="50329" y="17668"/>
                </a:lnTo>
                <a:lnTo>
                  <a:pt x="48793" y="17483"/>
                </a:lnTo>
                <a:lnTo>
                  <a:pt x="47226" y="17330"/>
                </a:lnTo>
                <a:lnTo>
                  <a:pt x="45597" y="17207"/>
                </a:lnTo>
                <a:lnTo>
                  <a:pt x="43938" y="17084"/>
                </a:lnTo>
                <a:lnTo>
                  <a:pt x="43938" y="10017"/>
                </a:lnTo>
                <a:lnTo>
                  <a:pt x="43907" y="9433"/>
                </a:lnTo>
                <a:lnTo>
                  <a:pt x="43876" y="8849"/>
                </a:lnTo>
                <a:lnTo>
                  <a:pt x="43754" y="7344"/>
                </a:lnTo>
                <a:lnTo>
                  <a:pt x="45874" y="10908"/>
                </a:lnTo>
                <a:lnTo>
                  <a:pt x="46181" y="11338"/>
                </a:lnTo>
                <a:lnTo>
                  <a:pt x="46488" y="11738"/>
                </a:lnTo>
                <a:lnTo>
                  <a:pt x="46888" y="12106"/>
                </a:lnTo>
                <a:lnTo>
                  <a:pt x="47287" y="12444"/>
                </a:lnTo>
                <a:lnTo>
                  <a:pt x="47287" y="12444"/>
                </a:lnTo>
                <a:lnTo>
                  <a:pt x="47195" y="11922"/>
                </a:lnTo>
                <a:lnTo>
                  <a:pt x="47041" y="11430"/>
                </a:lnTo>
                <a:lnTo>
                  <a:pt x="46857" y="10939"/>
                </a:lnTo>
                <a:lnTo>
                  <a:pt x="46611" y="10478"/>
                </a:lnTo>
                <a:lnTo>
                  <a:pt x="44399" y="6760"/>
                </a:lnTo>
                <a:lnTo>
                  <a:pt x="44429" y="6606"/>
                </a:lnTo>
                <a:lnTo>
                  <a:pt x="44460" y="6453"/>
                </a:lnTo>
                <a:lnTo>
                  <a:pt x="44429" y="6268"/>
                </a:lnTo>
                <a:lnTo>
                  <a:pt x="44399" y="6084"/>
                </a:lnTo>
                <a:lnTo>
                  <a:pt x="44307" y="5931"/>
                </a:lnTo>
                <a:lnTo>
                  <a:pt x="44214" y="5808"/>
                </a:lnTo>
                <a:lnTo>
                  <a:pt x="45536" y="2028"/>
                </a:lnTo>
                <a:lnTo>
                  <a:pt x="45689" y="1537"/>
                </a:lnTo>
                <a:lnTo>
                  <a:pt x="45781" y="1014"/>
                </a:lnTo>
                <a:lnTo>
                  <a:pt x="45812" y="523"/>
                </a:lnTo>
                <a:lnTo>
                  <a:pt x="45812" y="0"/>
                </a:lnTo>
                <a:close/>
              </a:path>
            </a:pathLst>
          </a:cu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35" name="Google Shape;1035;p17"/>
          <p:cNvGrpSpPr/>
          <p:nvPr/>
        </p:nvGrpSpPr>
        <p:grpSpPr>
          <a:xfrm>
            <a:off x="1658871" y="1433868"/>
            <a:ext cx="8229600" cy="795403"/>
            <a:chOff x="1144566" y="1728591"/>
            <a:chExt cx="8229600" cy="795403"/>
          </a:xfrm>
        </p:grpSpPr>
        <p:sp>
          <p:nvSpPr>
            <p:cNvPr id="1036" name="Google Shape;1036;p17"/>
            <p:cNvSpPr/>
            <p:nvPr/>
          </p:nvSpPr>
          <p:spPr>
            <a:xfrm>
              <a:off x="1628384" y="1728591"/>
              <a:ext cx="7261965" cy="795403"/>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17"/>
            <p:cNvSpPr txBox="1"/>
            <p:nvPr/>
          </p:nvSpPr>
          <p:spPr>
            <a:xfrm>
              <a:off x="1144566" y="1764286"/>
              <a:ext cx="8229600" cy="48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Fira Sans"/>
                <a:buNone/>
              </a:pPr>
              <a:r>
                <a:rPr b="1" i="0" lang="en-NL" sz="3600" u="none" cap="none" strike="noStrike">
                  <a:solidFill>
                    <a:schemeClr val="dk1"/>
                  </a:solidFill>
                  <a:latin typeface="Fira Sans"/>
                  <a:ea typeface="Fira Sans"/>
                  <a:cs typeface="Fira Sans"/>
                  <a:sym typeface="Fira Sans"/>
                </a:rPr>
                <a:t>Thank you!</a:t>
              </a:r>
              <a:endParaRPr/>
            </a:p>
          </p:txBody>
        </p:sp>
      </p:grpSp>
      <p:grpSp>
        <p:nvGrpSpPr>
          <p:cNvPr id="1038" name="Google Shape;1038;p17"/>
          <p:cNvGrpSpPr/>
          <p:nvPr/>
        </p:nvGrpSpPr>
        <p:grpSpPr>
          <a:xfrm>
            <a:off x="1837367" y="3926910"/>
            <a:ext cx="2162338" cy="1288615"/>
            <a:chOff x="1197769" y="3276179"/>
            <a:chExt cx="2753223" cy="1867321"/>
          </a:xfrm>
        </p:grpSpPr>
        <p:sp>
          <p:nvSpPr>
            <p:cNvPr id="1039" name="Google Shape;1039;p17"/>
            <p:cNvSpPr/>
            <p:nvPr/>
          </p:nvSpPr>
          <p:spPr>
            <a:xfrm>
              <a:off x="1217924" y="3844804"/>
              <a:ext cx="2681960" cy="961283"/>
            </a:xfrm>
            <a:custGeom>
              <a:rect b="b" l="l" r="r" t="t"/>
              <a:pathLst>
                <a:path extrusionOk="0" h="21986" w="61344">
                  <a:moveTo>
                    <a:pt x="22447" y="1"/>
                  </a:moveTo>
                  <a:lnTo>
                    <a:pt x="20787" y="93"/>
                  </a:lnTo>
                  <a:lnTo>
                    <a:pt x="19065" y="216"/>
                  </a:lnTo>
                  <a:lnTo>
                    <a:pt x="18173" y="339"/>
                  </a:lnTo>
                  <a:lnTo>
                    <a:pt x="17281" y="431"/>
                  </a:lnTo>
                  <a:lnTo>
                    <a:pt x="16390" y="585"/>
                  </a:lnTo>
                  <a:lnTo>
                    <a:pt x="15498" y="739"/>
                  </a:lnTo>
                  <a:lnTo>
                    <a:pt x="14576" y="923"/>
                  </a:lnTo>
                  <a:lnTo>
                    <a:pt x="13622" y="1138"/>
                  </a:lnTo>
                  <a:lnTo>
                    <a:pt x="12700" y="1354"/>
                  </a:lnTo>
                  <a:lnTo>
                    <a:pt x="11747" y="1630"/>
                  </a:lnTo>
                  <a:lnTo>
                    <a:pt x="10824" y="1907"/>
                  </a:lnTo>
                  <a:lnTo>
                    <a:pt x="9871" y="2215"/>
                  </a:lnTo>
                  <a:lnTo>
                    <a:pt x="9441" y="2368"/>
                  </a:lnTo>
                  <a:lnTo>
                    <a:pt x="9010" y="2522"/>
                  </a:lnTo>
                  <a:lnTo>
                    <a:pt x="8610" y="2737"/>
                  </a:lnTo>
                  <a:lnTo>
                    <a:pt x="8211" y="2922"/>
                  </a:lnTo>
                  <a:lnTo>
                    <a:pt x="7811" y="3137"/>
                  </a:lnTo>
                  <a:lnTo>
                    <a:pt x="7442" y="3383"/>
                  </a:lnTo>
                  <a:lnTo>
                    <a:pt x="7073" y="3629"/>
                  </a:lnTo>
                  <a:lnTo>
                    <a:pt x="6704" y="3906"/>
                  </a:lnTo>
                  <a:lnTo>
                    <a:pt x="6366" y="4182"/>
                  </a:lnTo>
                  <a:lnTo>
                    <a:pt x="6028" y="4490"/>
                  </a:lnTo>
                  <a:lnTo>
                    <a:pt x="5720" y="4797"/>
                  </a:lnTo>
                  <a:lnTo>
                    <a:pt x="5413" y="5105"/>
                  </a:lnTo>
                  <a:lnTo>
                    <a:pt x="5105" y="5443"/>
                  </a:lnTo>
                  <a:lnTo>
                    <a:pt x="4828" y="5812"/>
                  </a:lnTo>
                  <a:lnTo>
                    <a:pt x="4552" y="6181"/>
                  </a:lnTo>
                  <a:lnTo>
                    <a:pt x="4306" y="6550"/>
                  </a:lnTo>
                  <a:lnTo>
                    <a:pt x="1077" y="11562"/>
                  </a:lnTo>
                  <a:lnTo>
                    <a:pt x="770" y="12054"/>
                  </a:lnTo>
                  <a:lnTo>
                    <a:pt x="524" y="12607"/>
                  </a:lnTo>
                  <a:lnTo>
                    <a:pt x="1" y="16697"/>
                  </a:lnTo>
                  <a:lnTo>
                    <a:pt x="1" y="18296"/>
                  </a:lnTo>
                  <a:lnTo>
                    <a:pt x="32" y="18757"/>
                  </a:lnTo>
                  <a:lnTo>
                    <a:pt x="62" y="19188"/>
                  </a:lnTo>
                  <a:lnTo>
                    <a:pt x="155" y="19618"/>
                  </a:lnTo>
                  <a:lnTo>
                    <a:pt x="247" y="20049"/>
                  </a:lnTo>
                  <a:lnTo>
                    <a:pt x="677" y="21986"/>
                  </a:lnTo>
                  <a:lnTo>
                    <a:pt x="61344" y="21986"/>
                  </a:lnTo>
                  <a:lnTo>
                    <a:pt x="61344" y="17927"/>
                  </a:lnTo>
                  <a:lnTo>
                    <a:pt x="61313" y="17650"/>
                  </a:lnTo>
                  <a:lnTo>
                    <a:pt x="58699" y="17650"/>
                  </a:lnTo>
                  <a:lnTo>
                    <a:pt x="58361" y="17619"/>
                  </a:lnTo>
                  <a:lnTo>
                    <a:pt x="58023" y="17527"/>
                  </a:lnTo>
                  <a:lnTo>
                    <a:pt x="57746" y="17373"/>
                  </a:lnTo>
                  <a:lnTo>
                    <a:pt x="57500" y="17158"/>
                  </a:lnTo>
                  <a:lnTo>
                    <a:pt x="57285" y="16912"/>
                  </a:lnTo>
                  <a:lnTo>
                    <a:pt x="57131" y="16636"/>
                  </a:lnTo>
                  <a:lnTo>
                    <a:pt x="57039" y="16328"/>
                  </a:lnTo>
                  <a:lnTo>
                    <a:pt x="57008" y="15990"/>
                  </a:lnTo>
                  <a:lnTo>
                    <a:pt x="57008" y="13161"/>
                  </a:lnTo>
                  <a:lnTo>
                    <a:pt x="57039" y="12884"/>
                  </a:lnTo>
                  <a:lnTo>
                    <a:pt x="57100" y="12607"/>
                  </a:lnTo>
                  <a:lnTo>
                    <a:pt x="56977" y="12577"/>
                  </a:lnTo>
                  <a:lnTo>
                    <a:pt x="47568" y="10670"/>
                  </a:lnTo>
                  <a:lnTo>
                    <a:pt x="47076" y="10547"/>
                  </a:lnTo>
                  <a:lnTo>
                    <a:pt x="46646" y="10363"/>
                  </a:lnTo>
                  <a:lnTo>
                    <a:pt x="46646" y="11716"/>
                  </a:lnTo>
                  <a:lnTo>
                    <a:pt x="46615" y="12054"/>
                  </a:lnTo>
                  <a:lnTo>
                    <a:pt x="46523" y="12361"/>
                  </a:lnTo>
                  <a:lnTo>
                    <a:pt x="46369" y="12638"/>
                  </a:lnTo>
                  <a:lnTo>
                    <a:pt x="46185" y="12884"/>
                  </a:lnTo>
                  <a:lnTo>
                    <a:pt x="45939" y="13069"/>
                  </a:lnTo>
                  <a:lnTo>
                    <a:pt x="45662" y="13222"/>
                  </a:lnTo>
                  <a:lnTo>
                    <a:pt x="45355" y="13345"/>
                  </a:lnTo>
                  <a:lnTo>
                    <a:pt x="45016" y="13376"/>
                  </a:lnTo>
                  <a:lnTo>
                    <a:pt x="43602" y="13376"/>
                  </a:lnTo>
                  <a:lnTo>
                    <a:pt x="43264" y="13345"/>
                  </a:lnTo>
                  <a:lnTo>
                    <a:pt x="42956" y="13222"/>
                  </a:lnTo>
                  <a:lnTo>
                    <a:pt x="42679" y="13069"/>
                  </a:lnTo>
                  <a:lnTo>
                    <a:pt x="42434" y="12884"/>
                  </a:lnTo>
                  <a:lnTo>
                    <a:pt x="42249" y="12638"/>
                  </a:lnTo>
                  <a:lnTo>
                    <a:pt x="42095" y="12361"/>
                  </a:lnTo>
                  <a:lnTo>
                    <a:pt x="42003" y="12054"/>
                  </a:lnTo>
                  <a:lnTo>
                    <a:pt x="41942" y="11716"/>
                  </a:lnTo>
                  <a:lnTo>
                    <a:pt x="41942" y="10301"/>
                  </a:lnTo>
                  <a:lnTo>
                    <a:pt x="42003" y="9963"/>
                  </a:lnTo>
                  <a:lnTo>
                    <a:pt x="42095" y="9656"/>
                  </a:lnTo>
                  <a:lnTo>
                    <a:pt x="42249" y="9379"/>
                  </a:lnTo>
                  <a:lnTo>
                    <a:pt x="42434" y="9164"/>
                  </a:lnTo>
                  <a:lnTo>
                    <a:pt x="42679" y="8948"/>
                  </a:lnTo>
                  <a:lnTo>
                    <a:pt x="42956" y="8795"/>
                  </a:lnTo>
                  <a:lnTo>
                    <a:pt x="43264" y="8702"/>
                  </a:lnTo>
                  <a:lnTo>
                    <a:pt x="43602" y="8672"/>
                  </a:lnTo>
                  <a:lnTo>
                    <a:pt x="44555" y="8672"/>
                  </a:lnTo>
                  <a:lnTo>
                    <a:pt x="38498" y="3444"/>
                  </a:lnTo>
                  <a:lnTo>
                    <a:pt x="37975" y="3045"/>
                  </a:lnTo>
                  <a:lnTo>
                    <a:pt x="37452" y="2676"/>
                  </a:lnTo>
                  <a:lnTo>
                    <a:pt x="36930" y="2338"/>
                  </a:lnTo>
                  <a:lnTo>
                    <a:pt x="36345" y="2030"/>
                  </a:lnTo>
                  <a:lnTo>
                    <a:pt x="35792" y="1753"/>
                  </a:lnTo>
                  <a:lnTo>
                    <a:pt x="35177" y="1507"/>
                  </a:lnTo>
                  <a:lnTo>
                    <a:pt x="34562" y="1323"/>
                  </a:lnTo>
                  <a:lnTo>
                    <a:pt x="33947" y="1138"/>
                  </a:lnTo>
                  <a:lnTo>
                    <a:pt x="33055" y="954"/>
                  </a:lnTo>
                  <a:lnTo>
                    <a:pt x="32041" y="769"/>
                  </a:lnTo>
                  <a:lnTo>
                    <a:pt x="30934" y="585"/>
                  </a:lnTo>
                  <a:lnTo>
                    <a:pt x="29734" y="400"/>
                  </a:lnTo>
                  <a:lnTo>
                    <a:pt x="28412" y="247"/>
                  </a:lnTo>
                  <a:lnTo>
                    <a:pt x="27029" y="124"/>
                  </a:lnTo>
                  <a:lnTo>
                    <a:pt x="25583" y="31"/>
                  </a:lnTo>
                  <a:lnTo>
                    <a:pt x="24046"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17"/>
            <p:cNvSpPr/>
            <p:nvPr/>
          </p:nvSpPr>
          <p:spPr>
            <a:xfrm>
              <a:off x="1217924" y="3874403"/>
              <a:ext cx="695061" cy="931683"/>
            </a:xfrm>
            <a:custGeom>
              <a:rect b="b" l="l" r="r" t="t"/>
              <a:pathLst>
                <a:path extrusionOk="0" h="21309" w="15898">
                  <a:moveTo>
                    <a:pt x="15898" y="0"/>
                  </a:moveTo>
                  <a:lnTo>
                    <a:pt x="14422" y="277"/>
                  </a:lnTo>
                  <a:lnTo>
                    <a:pt x="12915" y="615"/>
                  </a:lnTo>
                  <a:lnTo>
                    <a:pt x="11409" y="1046"/>
                  </a:lnTo>
                  <a:lnTo>
                    <a:pt x="9871" y="1538"/>
                  </a:lnTo>
                  <a:lnTo>
                    <a:pt x="9441" y="1691"/>
                  </a:lnTo>
                  <a:lnTo>
                    <a:pt x="9010" y="1845"/>
                  </a:lnTo>
                  <a:lnTo>
                    <a:pt x="8610" y="2060"/>
                  </a:lnTo>
                  <a:lnTo>
                    <a:pt x="8211" y="2245"/>
                  </a:lnTo>
                  <a:lnTo>
                    <a:pt x="7811" y="2460"/>
                  </a:lnTo>
                  <a:lnTo>
                    <a:pt x="7442" y="2706"/>
                  </a:lnTo>
                  <a:lnTo>
                    <a:pt x="7073" y="2952"/>
                  </a:lnTo>
                  <a:lnTo>
                    <a:pt x="6704" y="3229"/>
                  </a:lnTo>
                  <a:lnTo>
                    <a:pt x="6366" y="3505"/>
                  </a:lnTo>
                  <a:lnTo>
                    <a:pt x="6028" y="3813"/>
                  </a:lnTo>
                  <a:lnTo>
                    <a:pt x="5720" y="4120"/>
                  </a:lnTo>
                  <a:lnTo>
                    <a:pt x="5413" y="4428"/>
                  </a:lnTo>
                  <a:lnTo>
                    <a:pt x="5105" y="4766"/>
                  </a:lnTo>
                  <a:lnTo>
                    <a:pt x="4828" y="5135"/>
                  </a:lnTo>
                  <a:lnTo>
                    <a:pt x="4552" y="5504"/>
                  </a:lnTo>
                  <a:lnTo>
                    <a:pt x="4306" y="5873"/>
                  </a:lnTo>
                  <a:lnTo>
                    <a:pt x="1077" y="10885"/>
                  </a:lnTo>
                  <a:lnTo>
                    <a:pt x="770" y="11377"/>
                  </a:lnTo>
                  <a:lnTo>
                    <a:pt x="524" y="11930"/>
                  </a:lnTo>
                  <a:lnTo>
                    <a:pt x="1" y="16020"/>
                  </a:lnTo>
                  <a:lnTo>
                    <a:pt x="1" y="17619"/>
                  </a:lnTo>
                  <a:lnTo>
                    <a:pt x="32" y="18080"/>
                  </a:lnTo>
                  <a:lnTo>
                    <a:pt x="62" y="18511"/>
                  </a:lnTo>
                  <a:lnTo>
                    <a:pt x="155" y="18941"/>
                  </a:lnTo>
                  <a:lnTo>
                    <a:pt x="247" y="19372"/>
                  </a:lnTo>
                  <a:lnTo>
                    <a:pt x="677" y="21309"/>
                  </a:lnTo>
                  <a:lnTo>
                    <a:pt x="5105" y="21309"/>
                  </a:lnTo>
                  <a:lnTo>
                    <a:pt x="4675" y="19279"/>
                  </a:lnTo>
                  <a:lnTo>
                    <a:pt x="4582" y="18818"/>
                  </a:lnTo>
                  <a:lnTo>
                    <a:pt x="4521" y="18357"/>
                  </a:lnTo>
                  <a:lnTo>
                    <a:pt x="4459" y="17896"/>
                  </a:lnTo>
                  <a:lnTo>
                    <a:pt x="4459" y="17434"/>
                  </a:lnTo>
                  <a:lnTo>
                    <a:pt x="4459" y="16051"/>
                  </a:lnTo>
                  <a:lnTo>
                    <a:pt x="4490" y="15467"/>
                  </a:lnTo>
                  <a:lnTo>
                    <a:pt x="4859" y="12269"/>
                  </a:lnTo>
                  <a:lnTo>
                    <a:pt x="4951" y="11746"/>
                  </a:lnTo>
                  <a:lnTo>
                    <a:pt x="5074" y="11285"/>
                  </a:lnTo>
                  <a:lnTo>
                    <a:pt x="5259" y="10793"/>
                  </a:lnTo>
                  <a:lnTo>
                    <a:pt x="5505" y="10362"/>
                  </a:lnTo>
                  <a:lnTo>
                    <a:pt x="8733" y="5074"/>
                  </a:lnTo>
                  <a:lnTo>
                    <a:pt x="8979" y="4674"/>
                  </a:lnTo>
                  <a:lnTo>
                    <a:pt x="9256" y="4305"/>
                  </a:lnTo>
                  <a:lnTo>
                    <a:pt x="9533" y="3936"/>
                  </a:lnTo>
                  <a:lnTo>
                    <a:pt x="9840" y="3567"/>
                  </a:lnTo>
                  <a:lnTo>
                    <a:pt x="10148" y="3229"/>
                  </a:lnTo>
                  <a:lnTo>
                    <a:pt x="10455" y="2921"/>
                  </a:lnTo>
                  <a:lnTo>
                    <a:pt x="10794" y="2614"/>
                  </a:lnTo>
                  <a:lnTo>
                    <a:pt x="11163" y="2306"/>
                  </a:lnTo>
                  <a:lnTo>
                    <a:pt x="11501" y="2030"/>
                  </a:lnTo>
                  <a:lnTo>
                    <a:pt x="11870" y="1753"/>
                  </a:lnTo>
                  <a:lnTo>
                    <a:pt x="12269" y="1507"/>
                  </a:lnTo>
                  <a:lnTo>
                    <a:pt x="12638" y="1292"/>
                  </a:lnTo>
                  <a:lnTo>
                    <a:pt x="13038" y="1076"/>
                  </a:lnTo>
                  <a:lnTo>
                    <a:pt x="13438" y="861"/>
                  </a:lnTo>
                  <a:lnTo>
                    <a:pt x="13868" y="677"/>
                  </a:lnTo>
                  <a:lnTo>
                    <a:pt x="14299" y="523"/>
                  </a:lnTo>
                  <a:lnTo>
                    <a:pt x="15098" y="246"/>
                  </a:lnTo>
                  <a:lnTo>
                    <a:pt x="15898"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17"/>
            <p:cNvSpPr/>
            <p:nvPr/>
          </p:nvSpPr>
          <p:spPr>
            <a:xfrm>
              <a:off x="1197769" y="4788550"/>
              <a:ext cx="2753223" cy="145202"/>
            </a:xfrm>
            <a:custGeom>
              <a:rect b="b" l="l" r="r" t="t"/>
              <a:pathLst>
                <a:path extrusionOk="0" h="3321" w="62974">
                  <a:moveTo>
                    <a:pt x="1138" y="0"/>
                  </a:moveTo>
                  <a:lnTo>
                    <a:pt x="892" y="31"/>
                  </a:lnTo>
                  <a:lnTo>
                    <a:pt x="677" y="92"/>
                  </a:lnTo>
                  <a:lnTo>
                    <a:pt x="493" y="215"/>
                  </a:lnTo>
                  <a:lnTo>
                    <a:pt x="339" y="338"/>
                  </a:lnTo>
                  <a:lnTo>
                    <a:pt x="185" y="523"/>
                  </a:lnTo>
                  <a:lnTo>
                    <a:pt x="93" y="707"/>
                  </a:lnTo>
                  <a:lnTo>
                    <a:pt x="31" y="922"/>
                  </a:lnTo>
                  <a:lnTo>
                    <a:pt x="1" y="1138"/>
                  </a:lnTo>
                  <a:lnTo>
                    <a:pt x="1" y="2183"/>
                  </a:lnTo>
                  <a:lnTo>
                    <a:pt x="31" y="2398"/>
                  </a:lnTo>
                  <a:lnTo>
                    <a:pt x="93" y="2614"/>
                  </a:lnTo>
                  <a:lnTo>
                    <a:pt x="185" y="2798"/>
                  </a:lnTo>
                  <a:lnTo>
                    <a:pt x="339" y="2983"/>
                  </a:lnTo>
                  <a:lnTo>
                    <a:pt x="493" y="3106"/>
                  </a:lnTo>
                  <a:lnTo>
                    <a:pt x="677" y="3229"/>
                  </a:lnTo>
                  <a:lnTo>
                    <a:pt x="892" y="3290"/>
                  </a:lnTo>
                  <a:lnTo>
                    <a:pt x="1138" y="3321"/>
                  </a:lnTo>
                  <a:lnTo>
                    <a:pt x="61835" y="3321"/>
                  </a:lnTo>
                  <a:lnTo>
                    <a:pt x="62081" y="3290"/>
                  </a:lnTo>
                  <a:lnTo>
                    <a:pt x="62266" y="3229"/>
                  </a:lnTo>
                  <a:lnTo>
                    <a:pt x="62481" y="3106"/>
                  </a:lnTo>
                  <a:lnTo>
                    <a:pt x="62635" y="2983"/>
                  </a:lnTo>
                  <a:lnTo>
                    <a:pt x="62789" y="2798"/>
                  </a:lnTo>
                  <a:lnTo>
                    <a:pt x="62881" y="2614"/>
                  </a:lnTo>
                  <a:lnTo>
                    <a:pt x="62942" y="2398"/>
                  </a:lnTo>
                  <a:lnTo>
                    <a:pt x="62973" y="2183"/>
                  </a:lnTo>
                  <a:lnTo>
                    <a:pt x="62973" y="1138"/>
                  </a:lnTo>
                  <a:lnTo>
                    <a:pt x="62942" y="922"/>
                  </a:lnTo>
                  <a:lnTo>
                    <a:pt x="62881" y="707"/>
                  </a:lnTo>
                  <a:lnTo>
                    <a:pt x="62789" y="523"/>
                  </a:lnTo>
                  <a:lnTo>
                    <a:pt x="62635" y="338"/>
                  </a:lnTo>
                  <a:lnTo>
                    <a:pt x="62481" y="215"/>
                  </a:lnTo>
                  <a:lnTo>
                    <a:pt x="62266" y="92"/>
                  </a:lnTo>
                  <a:lnTo>
                    <a:pt x="62081" y="31"/>
                  </a:lnTo>
                  <a:lnTo>
                    <a:pt x="61835"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17"/>
            <p:cNvSpPr/>
            <p:nvPr/>
          </p:nvSpPr>
          <p:spPr>
            <a:xfrm>
              <a:off x="1197769" y="4788550"/>
              <a:ext cx="881920" cy="145202"/>
            </a:xfrm>
            <a:custGeom>
              <a:rect b="b" l="l" r="r" t="t"/>
              <a:pathLst>
                <a:path extrusionOk="0" h="3321" w="20172">
                  <a:moveTo>
                    <a:pt x="1138" y="0"/>
                  </a:moveTo>
                  <a:lnTo>
                    <a:pt x="892" y="31"/>
                  </a:lnTo>
                  <a:lnTo>
                    <a:pt x="677" y="92"/>
                  </a:lnTo>
                  <a:lnTo>
                    <a:pt x="493" y="215"/>
                  </a:lnTo>
                  <a:lnTo>
                    <a:pt x="339" y="338"/>
                  </a:lnTo>
                  <a:lnTo>
                    <a:pt x="185" y="523"/>
                  </a:lnTo>
                  <a:lnTo>
                    <a:pt x="93" y="707"/>
                  </a:lnTo>
                  <a:lnTo>
                    <a:pt x="31" y="922"/>
                  </a:lnTo>
                  <a:lnTo>
                    <a:pt x="1" y="1138"/>
                  </a:lnTo>
                  <a:lnTo>
                    <a:pt x="1" y="2183"/>
                  </a:lnTo>
                  <a:lnTo>
                    <a:pt x="31" y="2398"/>
                  </a:lnTo>
                  <a:lnTo>
                    <a:pt x="93" y="2614"/>
                  </a:lnTo>
                  <a:lnTo>
                    <a:pt x="185" y="2798"/>
                  </a:lnTo>
                  <a:lnTo>
                    <a:pt x="339" y="2983"/>
                  </a:lnTo>
                  <a:lnTo>
                    <a:pt x="493" y="3106"/>
                  </a:lnTo>
                  <a:lnTo>
                    <a:pt x="677" y="3229"/>
                  </a:lnTo>
                  <a:lnTo>
                    <a:pt x="892" y="3290"/>
                  </a:lnTo>
                  <a:lnTo>
                    <a:pt x="1138" y="3321"/>
                  </a:lnTo>
                  <a:lnTo>
                    <a:pt x="20172" y="3321"/>
                  </a:lnTo>
                  <a:lnTo>
                    <a:pt x="19956" y="3290"/>
                  </a:lnTo>
                  <a:lnTo>
                    <a:pt x="19741" y="3229"/>
                  </a:lnTo>
                  <a:lnTo>
                    <a:pt x="19557" y="3106"/>
                  </a:lnTo>
                  <a:lnTo>
                    <a:pt x="19372" y="2983"/>
                  </a:lnTo>
                  <a:lnTo>
                    <a:pt x="19249" y="2798"/>
                  </a:lnTo>
                  <a:lnTo>
                    <a:pt x="19126" y="2614"/>
                  </a:lnTo>
                  <a:lnTo>
                    <a:pt x="19065" y="2398"/>
                  </a:lnTo>
                  <a:lnTo>
                    <a:pt x="19034" y="2183"/>
                  </a:lnTo>
                  <a:lnTo>
                    <a:pt x="19034" y="1138"/>
                  </a:lnTo>
                  <a:lnTo>
                    <a:pt x="19065" y="922"/>
                  </a:lnTo>
                  <a:lnTo>
                    <a:pt x="19126" y="707"/>
                  </a:lnTo>
                  <a:lnTo>
                    <a:pt x="19249" y="523"/>
                  </a:lnTo>
                  <a:lnTo>
                    <a:pt x="19372" y="338"/>
                  </a:lnTo>
                  <a:lnTo>
                    <a:pt x="19557" y="215"/>
                  </a:lnTo>
                  <a:lnTo>
                    <a:pt x="19741" y="92"/>
                  </a:lnTo>
                  <a:lnTo>
                    <a:pt x="19956" y="31"/>
                  </a:lnTo>
                  <a:lnTo>
                    <a:pt x="20172"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17"/>
            <p:cNvSpPr/>
            <p:nvPr/>
          </p:nvSpPr>
          <p:spPr>
            <a:xfrm>
              <a:off x="3704864" y="4395986"/>
              <a:ext cx="193592" cy="227226"/>
            </a:xfrm>
            <a:custGeom>
              <a:rect b="b" l="l" r="r" t="t"/>
              <a:pathLst>
                <a:path extrusionOk="0" h="5197" w="4428">
                  <a:moveTo>
                    <a:pt x="154" y="0"/>
                  </a:moveTo>
                  <a:lnTo>
                    <a:pt x="92" y="154"/>
                  </a:lnTo>
                  <a:lnTo>
                    <a:pt x="31" y="339"/>
                  </a:lnTo>
                  <a:lnTo>
                    <a:pt x="0" y="523"/>
                  </a:lnTo>
                  <a:lnTo>
                    <a:pt x="0" y="708"/>
                  </a:lnTo>
                  <a:lnTo>
                    <a:pt x="0" y="3506"/>
                  </a:lnTo>
                  <a:lnTo>
                    <a:pt x="31" y="3844"/>
                  </a:lnTo>
                  <a:lnTo>
                    <a:pt x="123" y="4152"/>
                  </a:lnTo>
                  <a:lnTo>
                    <a:pt x="277" y="4428"/>
                  </a:lnTo>
                  <a:lnTo>
                    <a:pt x="492" y="4674"/>
                  </a:lnTo>
                  <a:lnTo>
                    <a:pt x="738" y="4889"/>
                  </a:lnTo>
                  <a:lnTo>
                    <a:pt x="1015" y="5043"/>
                  </a:lnTo>
                  <a:lnTo>
                    <a:pt x="1322" y="5135"/>
                  </a:lnTo>
                  <a:lnTo>
                    <a:pt x="1661" y="5197"/>
                  </a:lnTo>
                  <a:lnTo>
                    <a:pt x="4428" y="5197"/>
                  </a:lnTo>
                  <a:lnTo>
                    <a:pt x="4397" y="4705"/>
                  </a:lnTo>
                  <a:lnTo>
                    <a:pt x="4336" y="4275"/>
                  </a:lnTo>
                  <a:lnTo>
                    <a:pt x="4243" y="3813"/>
                  </a:lnTo>
                  <a:lnTo>
                    <a:pt x="4090" y="3383"/>
                  </a:lnTo>
                  <a:lnTo>
                    <a:pt x="3905" y="2983"/>
                  </a:lnTo>
                  <a:lnTo>
                    <a:pt x="3721" y="2583"/>
                  </a:lnTo>
                  <a:lnTo>
                    <a:pt x="3475" y="2214"/>
                  </a:lnTo>
                  <a:lnTo>
                    <a:pt x="3198" y="1845"/>
                  </a:lnTo>
                  <a:lnTo>
                    <a:pt x="2891" y="1507"/>
                  </a:lnTo>
                  <a:lnTo>
                    <a:pt x="2583" y="1200"/>
                  </a:lnTo>
                  <a:lnTo>
                    <a:pt x="2214" y="923"/>
                  </a:lnTo>
                  <a:lnTo>
                    <a:pt x="1845" y="677"/>
                  </a:lnTo>
                  <a:lnTo>
                    <a:pt x="1445" y="462"/>
                  </a:lnTo>
                  <a:lnTo>
                    <a:pt x="1046" y="277"/>
                  </a:lnTo>
                  <a:lnTo>
                    <a:pt x="584" y="123"/>
                  </a:lnTo>
                  <a:lnTo>
                    <a:pt x="154" y="0"/>
                  </a:lnTo>
                  <a:close/>
                </a:path>
              </a:pathLst>
            </a:custGeom>
            <a:solidFill>
              <a:srgbClr val="FFD30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17"/>
            <p:cNvSpPr/>
            <p:nvPr/>
          </p:nvSpPr>
          <p:spPr>
            <a:xfrm>
              <a:off x="2517856" y="4511582"/>
              <a:ext cx="134483" cy="83423"/>
            </a:xfrm>
            <a:custGeom>
              <a:rect b="b" l="l" r="r" t="t"/>
              <a:pathLst>
                <a:path extrusionOk="0" h="1908" w="3076">
                  <a:moveTo>
                    <a:pt x="923" y="1"/>
                  </a:moveTo>
                  <a:lnTo>
                    <a:pt x="738" y="32"/>
                  </a:lnTo>
                  <a:lnTo>
                    <a:pt x="554" y="62"/>
                  </a:lnTo>
                  <a:lnTo>
                    <a:pt x="400" y="155"/>
                  </a:lnTo>
                  <a:lnTo>
                    <a:pt x="277" y="278"/>
                  </a:lnTo>
                  <a:lnTo>
                    <a:pt x="154" y="431"/>
                  </a:lnTo>
                  <a:lnTo>
                    <a:pt x="62" y="585"/>
                  </a:lnTo>
                  <a:lnTo>
                    <a:pt x="0" y="770"/>
                  </a:lnTo>
                  <a:lnTo>
                    <a:pt x="0" y="954"/>
                  </a:lnTo>
                  <a:lnTo>
                    <a:pt x="0" y="1139"/>
                  </a:lnTo>
                  <a:lnTo>
                    <a:pt x="62" y="1323"/>
                  </a:lnTo>
                  <a:lnTo>
                    <a:pt x="154" y="1477"/>
                  </a:lnTo>
                  <a:lnTo>
                    <a:pt x="277" y="1631"/>
                  </a:lnTo>
                  <a:lnTo>
                    <a:pt x="400" y="1723"/>
                  </a:lnTo>
                  <a:lnTo>
                    <a:pt x="554" y="1815"/>
                  </a:lnTo>
                  <a:lnTo>
                    <a:pt x="738" y="1876"/>
                  </a:lnTo>
                  <a:lnTo>
                    <a:pt x="923" y="1907"/>
                  </a:lnTo>
                  <a:lnTo>
                    <a:pt x="2122" y="1907"/>
                  </a:lnTo>
                  <a:lnTo>
                    <a:pt x="2307" y="1876"/>
                  </a:lnTo>
                  <a:lnTo>
                    <a:pt x="2491" y="1815"/>
                  </a:lnTo>
                  <a:lnTo>
                    <a:pt x="2645" y="1723"/>
                  </a:lnTo>
                  <a:lnTo>
                    <a:pt x="2799" y="1631"/>
                  </a:lnTo>
                  <a:lnTo>
                    <a:pt x="2922" y="1477"/>
                  </a:lnTo>
                  <a:lnTo>
                    <a:pt x="3014" y="1323"/>
                  </a:lnTo>
                  <a:lnTo>
                    <a:pt x="3045" y="1139"/>
                  </a:lnTo>
                  <a:lnTo>
                    <a:pt x="3075" y="954"/>
                  </a:lnTo>
                  <a:lnTo>
                    <a:pt x="3045" y="770"/>
                  </a:lnTo>
                  <a:lnTo>
                    <a:pt x="3014" y="585"/>
                  </a:lnTo>
                  <a:lnTo>
                    <a:pt x="2922" y="431"/>
                  </a:lnTo>
                  <a:lnTo>
                    <a:pt x="2799" y="278"/>
                  </a:lnTo>
                  <a:lnTo>
                    <a:pt x="2645" y="155"/>
                  </a:lnTo>
                  <a:lnTo>
                    <a:pt x="2491" y="62"/>
                  </a:lnTo>
                  <a:lnTo>
                    <a:pt x="2307" y="32"/>
                  </a:lnTo>
                  <a:lnTo>
                    <a:pt x="2122"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17"/>
            <p:cNvSpPr/>
            <p:nvPr/>
          </p:nvSpPr>
          <p:spPr>
            <a:xfrm>
              <a:off x="1996292" y="4511582"/>
              <a:ext cx="135794" cy="83423"/>
            </a:xfrm>
            <a:custGeom>
              <a:rect b="b" l="l" r="r" t="t"/>
              <a:pathLst>
                <a:path extrusionOk="0" h="1908" w="3106">
                  <a:moveTo>
                    <a:pt x="953" y="1"/>
                  </a:moveTo>
                  <a:lnTo>
                    <a:pt x="769" y="32"/>
                  </a:lnTo>
                  <a:lnTo>
                    <a:pt x="584" y="62"/>
                  </a:lnTo>
                  <a:lnTo>
                    <a:pt x="431" y="155"/>
                  </a:lnTo>
                  <a:lnTo>
                    <a:pt x="277" y="278"/>
                  </a:lnTo>
                  <a:lnTo>
                    <a:pt x="185" y="431"/>
                  </a:lnTo>
                  <a:lnTo>
                    <a:pt x="92" y="585"/>
                  </a:lnTo>
                  <a:lnTo>
                    <a:pt x="31" y="770"/>
                  </a:lnTo>
                  <a:lnTo>
                    <a:pt x="0" y="954"/>
                  </a:lnTo>
                  <a:lnTo>
                    <a:pt x="31" y="1139"/>
                  </a:lnTo>
                  <a:lnTo>
                    <a:pt x="92" y="1323"/>
                  </a:lnTo>
                  <a:lnTo>
                    <a:pt x="185" y="1477"/>
                  </a:lnTo>
                  <a:lnTo>
                    <a:pt x="277" y="1631"/>
                  </a:lnTo>
                  <a:lnTo>
                    <a:pt x="431" y="1723"/>
                  </a:lnTo>
                  <a:lnTo>
                    <a:pt x="584" y="1815"/>
                  </a:lnTo>
                  <a:lnTo>
                    <a:pt x="769" y="1876"/>
                  </a:lnTo>
                  <a:lnTo>
                    <a:pt x="953" y="1907"/>
                  </a:lnTo>
                  <a:lnTo>
                    <a:pt x="2153" y="1907"/>
                  </a:lnTo>
                  <a:lnTo>
                    <a:pt x="2337" y="1876"/>
                  </a:lnTo>
                  <a:lnTo>
                    <a:pt x="2522" y="1815"/>
                  </a:lnTo>
                  <a:lnTo>
                    <a:pt x="2675" y="1723"/>
                  </a:lnTo>
                  <a:lnTo>
                    <a:pt x="2829" y="1631"/>
                  </a:lnTo>
                  <a:lnTo>
                    <a:pt x="2952" y="1477"/>
                  </a:lnTo>
                  <a:lnTo>
                    <a:pt x="3013" y="1323"/>
                  </a:lnTo>
                  <a:lnTo>
                    <a:pt x="3075" y="1139"/>
                  </a:lnTo>
                  <a:lnTo>
                    <a:pt x="3106" y="954"/>
                  </a:lnTo>
                  <a:lnTo>
                    <a:pt x="3075" y="770"/>
                  </a:lnTo>
                  <a:lnTo>
                    <a:pt x="3013" y="585"/>
                  </a:lnTo>
                  <a:lnTo>
                    <a:pt x="2952" y="431"/>
                  </a:lnTo>
                  <a:lnTo>
                    <a:pt x="2829" y="278"/>
                  </a:lnTo>
                  <a:lnTo>
                    <a:pt x="2675" y="155"/>
                  </a:lnTo>
                  <a:lnTo>
                    <a:pt x="2522" y="62"/>
                  </a:lnTo>
                  <a:lnTo>
                    <a:pt x="2337" y="32"/>
                  </a:lnTo>
                  <a:lnTo>
                    <a:pt x="2153"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17"/>
            <p:cNvSpPr/>
            <p:nvPr/>
          </p:nvSpPr>
          <p:spPr>
            <a:xfrm>
              <a:off x="1217924" y="4395986"/>
              <a:ext cx="154638" cy="178869"/>
            </a:xfrm>
            <a:custGeom>
              <a:rect b="b" l="l" r="r" t="t"/>
              <a:pathLst>
                <a:path extrusionOk="0" h="4091" w="3537">
                  <a:moveTo>
                    <a:pt x="524" y="0"/>
                  </a:moveTo>
                  <a:lnTo>
                    <a:pt x="308" y="615"/>
                  </a:lnTo>
                  <a:lnTo>
                    <a:pt x="155" y="1261"/>
                  </a:lnTo>
                  <a:lnTo>
                    <a:pt x="32" y="1907"/>
                  </a:lnTo>
                  <a:lnTo>
                    <a:pt x="1" y="2553"/>
                  </a:lnTo>
                  <a:lnTo>
                    <a:pt x="1" y="4090"/>
                  </a:lnTo>
                  <a:lnTo>
                    <a:pt x="1907" y="4090"/>
                  </a:lnTo>
                  <a:lnTo>
                    <a:pt x="2246" y="4059"/>
                  </a:lnTo>
                  <a:lnTo>
                    <a:pt x="2553" y="3967"/>
                  </a:lnTo>
                  <a:lnTo>
                    <a:pt x="2830" y="3813"/>
                  </a:lnTo>
                  <a:lnTo>
                    <a:pt x="3076" y="3629"/>
                  </a:lnTo>
                  <a:lnTo>
                    <a:pt x="3260" y="3383"/>
                  </a:lnTo>
                  <a:lnTo>
                    <a:pt x="3414" y="3106"/>
                  </a:lnTo>
                  <a:lnTo>
                    <a:pt x="3506" y="2799"/>
                  </a:lnTo>
                  <a:lnTo>
                    <a:pt x="3537" y="2460"/>
                  </a:lnTo>
                  <a:lnTo>
                    <a:pt x="3537" y="1630"/>
                  </a:lnTo>
                  <a:lnTo>
                    <a:pt x="3506" y="1292"/>
                  </a:lnTo>
                  <a:lnTo>
                    <a:pt x="3414" y="984"/>
                  </a:lnTo>
                  <a:lnTo>
                    <a:pt x="3260" y="708"/>
                  </a:lnTo>
                  <a:lnTo>
                    <a:pt x="3076" y="462"/>
                  </a:lnTo>
                  <a:lnTo>
                    <a:pt x="2830" y="277"/>
                  </a:lnTo>
                  <a:lnTo>
                    <a:pt x="2553" y="123"/>
                  </a:lnTo>
                  <a:lnTo>
                    <a:pt x="2246" y="31"/>
                  </a:lnTo>
                  <a:lnTo>
                    <a:pt x="1907" y="0"/>
                  </a:lnTo>
                  <a:close/>
                </a:path>
              </a:pathLst>
            </a:custGeom>
            <a:solidFill>
              <a:srgbClr val="FFD30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17"/>
            <p:cNvSpPr/>
            <p:nvPr/>
          </p:nvSpPr>
          <p:spPr>
            <a:xfrm>
              <a:off x="1527146" y="3992666"/>
              <a:ext cx="1536583" cy="403384"/>
            </a:xfrm>
            <a:custGeom>
              <a:rect b="b" l="l" r="r" t="t"/>
              <a:pathLst>
                <a:path extrusionOk="0" h="9226" w="35146">
                  <a:moveTo>
                    <a:pt x="16881" y="1"/>
                  </a:moveTo>
                  <a:lnTo>
                    <a:pt x="15405" y="32"/>
                  </a:lnTo>
                  <a:lnTo>
                    <a:pt x="13867" y="93"/>
                  </a:lnTo>
                  <a:lnTo>
                    <a:pt x="12299" y="216"/>
                  </a:lnTo>
                  <a:lnTo>
                    <a:pt x="10670" y="431"/>
                  </a:lnTo>
                  <a:lnTo>
                    <a:pt x="9009" y="708"/>
                  </a:lnTo>
                  <a:lnTo>
                    <a:pt x="8179" y="862"/>
                  </a:lnTo>
                  <a:lnTo>
                    <a:pt x="7318" y="1077"/>
                  </a:lnTo>
                  <a:lnTo>
                    <a:pt x="6488" y="1262"/>
                  </a:lnTo>
                  <a:lnTo>
                    <a:pt x="5627" y="1508"/>
                  </a:lnTo>
                  <a:lnTo>
                    <a:pt x="4735" y="1754"/>
                  </a:lnTo>
                  <a:lnTo>
                    <a:pt x="3874" y="2061"/>
                  </a:lnTo>
                  <a:lnTo>
                    <a:pt x="3290" y="2276"/>
                  </a:lnTo>
                  <a:lnTo>
                    <a:pt x="2767" y="2553"/>
                  </a:lnTo>
                  <a:lnTo>
                    <a:pt x="2214" y="2861"/>
                  </a:lnTo>
                  <a:lnTo>
                    <a:pt x="1722" y="3199"/>
                  </a:lnTo>
                  <a:lnTo>
                    <a:pt x="1261" y="3599"/>
                  </a:lnTo>
                  <a:lnTo>
                    <a:pt x="830" y="4029"/>
                  </a:lnTo>
                  <a:lnTo>
                    <a:pt x="431" y="4521"/>
                  </a:lnTo>
                  <a:lnTo>
                    <a:pt x="92" y="5013"/>
                  </a:lnTo>
                  <a:lnTo>
                    <a:pt x="0" y="5197"/>
                  </a:lnTo>
                  <a:lnTo>
                    <a:pt x="0" y="5382"/>
                  </a:lnTo>
                  <a:lnTo>
                    <a:pt x="62" y="5536"/>
                  </a:lnTo>
                  <a:lnTo>
                    <a:pt x="185" y="5689"/>
                  </a:lnTo>
                  <a:lnTo>
                    <a:pt x="4090" y="9102"/>
                  </a:lnTo>
                  <a:lnTo>
                    <a:pt x="4243" y="9195"/>
                  </a:lnTo>
                  <a:lnTo>
                    <a:pt x="4428" y="9225"/>
                  </a:lnTo>
                  <a:lnTo>
                    <a:pt x="35145" y="9225"/>
                  </a:lnTo>
                  <a:lnTo>
                    <a:pt x="35022" y="9010"/>
                  </a:lnTo>
                  <a:lnTo>
                    <a:pt x="34961" y="8795"/>
                  </a:lnTo>
                  <a:lnTo>
                    <a:pt x="34899" y="8580"/>
                  </a:lnTo>
                  <a:lnTo>
                    <a:pt x="34899" y="8334"/>
                  </a:lnTo>
                  <a:lnTo>
                    <a:pt x="34899" y="7565"/>
                  </a:lnTo>
                  <a:lnTo>
                    <a:pt x="29211" y="2645"/>
                  </a:lnTo>
                  <a:lnTo>
                    <a:pt x="28873" y="2369"/>
                  </a:lnTo>
                  <a:lnTo>
                    <a:pt x="28504" y="2123"/>
                  </a:lnTo>
                  <a:lnTo>
                    <a:pt x="28135" y="1877"/>
                  </a:lnTo>
                  <a:lnTo>
                    <a:pt x="27735" y="1692"/>
                  </a:lnTo>
                  <a:lnTo>
                    <a:pt x="27335" y="1508"/>
                  </a:lnTo>
                  <a:lnTo>
                    <a:pt x="26935" y="1323"/>
                  </a:lnTo>
                  <a:lnTo>
                    <a:pt x="26536" y="1200"/>
                  </a:lnTo>
                  <a:lnTo>
                    <a:pt x="26105" y="1077"/>
                  </a:lnTo>
                  <a:lnTo>
                    <a:pt x="25244" y="893"/>
                  </a:lnTo>
                  <a:lnTo>
                    <a:pt x="24291" y="708"/>
                  </a:lnTo>
                  <a:lnTo>
                    <a:pt x="23246" y="524"/>
                  </a:lnTo>
                  <a:lnTo>
                    <a:pt x="22139" y="370"/>
                  </a:lnTo>
                  <a:lnTo>
                    <a:pt x="20909" y="247"/>
                  </a:lnTo>
                  <a:lnTo>
                    <a:pt x="19648" y="124"/>
                  </a:lnTo>
                  <a:lnTo>
                    <a:pt x="18295" y="62"/>
                  </a:lnTo>
                  <a:lnTo>
                    <a:pt x="1688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17"/>
            <p:cNvSpPr/>
            <p:nvPr/>
          </p:nvSpPr>
          <p:spPr>
            <a:xfrm>
              <a:off x="3046154" y="4218525"/>
              <a:ext cx="216458" cy="216514"/>
            </a:xfrm>
            <a:custGeom>
              <a:rect b="b" l="l" r="r" t="t"/>
              <a:pathLst>
                <a:path extrusionOk="0" h="4952" w="4951">
                  <a:moveTo>
                    <a:pt x="1784" y="1"/>
                  </a:moveTo>
                  <a:lnTo>
                    <a:pt x="1415" y="31"/>
                  </a:lnTo>
                  <a:lnTo>
                    <a:pt x="1077" y="124"/>
                  </a:lnTo>
                  <a:lnTo>
                    <a:pt x="800" y="308"/>
                  </a:lnTo>
                  <a:lnTo>
                    <a:pt x="523" y="523"/>
                  </a:lnTo>
                  <a:lnTo>
                    <a:pt x="308" y="769"/>
                  </a:lnTo>
                  <a:lnTo>
                    <a:pt x="154" y="1077"/>
                  </a:lnTo>
                  <a:lnTo>
                    <a:pt x="62" y="1415"/>
                  </a:lnTo>
                  <a:lnTo>
                    <a:pt x="1" y="1753"/>
                  </a:lnTo>
                  <a:lnTo>
                    <a:pt x="1" y="3168"/>
                  </a:lnTo>
                  <a:lnTo>
                    <a:pt x="62" y="3537"/>
                  </a:lnTo>
                  <a:lnTo>
                    <a:pt x="154" y="3875"/>
                  </a:lnTo>
                  <a:lnTo>
                    <a:pt x="308" y="4152"/>
                  </a:lnTo>
                  <a:lnTo>
                    <a:pt x="523" y="4428"/>
                  </a:lnTo>
                  <a:lnTo>
                    <a:pt x="800" y="4644"/>
                  </a:lnTo>
                  <a:lnTo>
                    <a:pt x="1077" y="4797"/>
                  </a:lnTo>
                  <a:lnTo>
                    <a:pt x="1415" y="4920"/>
                  </a:lnTo>
                  <a:lnTo>
                    <a:pt x="1784" y="4951"/>
                  </a:lnTo>
                  <a:lnTo>
                    <a:pt x="3198" y="4951"/>
                  </a:lnTo>
                  <a:lnTo>
                    <a:pt x="3567" y="4920"/>
                  </a:lnTo>
                  <a:lnTo>
                    <a:pt x="3875" y="4797"/>
                  </a:lnTo>
                  <a:lnTo>
                    <a:pt x="4182" y="4644"/>
                  </a:lnTo>
                  <a:lnTo>
                    <a:pt x="4459" y="4428"/>
                  </a:lnTo>
                  <a:lnTo>
                    <a:pt x="4674" y="4152"/>
                  </a:lnTo>
                  <a:lnTo>
                    <a:pt x="4828" y="3875"/>
                  </a:lnTo>
                  <a:lnTo>
                    <a:pt x="4920" y="3537"/>
                  </a:lnTo>
                  <a:lnTo>
                    <a:pt x="4951" y="3168"/>
                  </a:lnTo>
                  <a:lnTo>
                    <a:pt x="4951" y="1753"/>
                  </a:lnTo>
                  <a:lnTo>
                    <a:pt x="4920" y="1415"/>
                  </a:lnTo>
                  <a:lnTo>
                    <a:pt x="4828" y="1077"/>
                  </a:lnTo>
                  <a:lnTo>
                    <a:pt x="4674" y="769"/>
                  </a:lnTo>
                  <a:lnTo>
                    <a:pt x="4459" y="523"/>
                  </a:lnTo>
                  <a:lnTo>
                    <a:pt x="4182" y="308"/>
                  </a:lnTo>
                  <a:lnTo>
                    <a:pt x="3875" y="124"/>
                  </a:lnTo>
                  <a:lnTo>
                    <a:pt x="3567" y="31"/>
                  </a:lnTo>
                  <a:lnTo>
                    <a:pt x="3198"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17"/>
            <p:cNvSpPr/>
            <p:nvPr/>
          </p:nvSpPr>
          <p:spPr>
            <a:xfrm>
              <a:off x="3046154" y="4218525"/>
              <a:ext cx="162726" cy="216514"/>
            </a:xfrm>
            <a:custGeom>
              <a:rect b="b" l="l" r="r" t="t"/>
              <a:pathLst>
                <a:path extrusionOk="0" h="4952" w="3722">
                  <a:moveTo>
                    <a:pt x="1784" y="1"/>
                  </a:moveTo>
                  <a:lnTo>
                    <a:pt x="1415" y="31"/>
                  </a:lnTo>
                  <a:lnTo>
                    <a:pt x="1077" y="124"/>
                  </a:lnTo>
                  <a:lnTo>
                    <a:pt x="800" y="308"/>
                  </a:lnTo>
                  <a:lnTo>
                    <a:pt x="523" y="523"/>
                  </a:lnTo>
                  <a:lnTo>
                    <a:pt x="308" y="769"/>
                  </a:lnTo>
                  <a:lnTo>
                    <a:pt x="154" y="1077"/>
                  </a:lnTo>
                  <a:lnTo>
                    <a:pt x="62" y="1415"/>
                  </a:lnTo>
                  <a:lnTo>
                    <a:pt x="1" y="1753"/>
                  </a:lnTo>
                  <a:lnTo>
                    <a:pt x="1" y="3168"/>
                  </a:lnTo>
                  <a:lnTo>
                    <a:pt x="62" y="3537"/>
                  </a:lnTo>
                  <a:lnTo>
                    <a:pt x="154" y="3875"/>
                  </a:lnTo>
                  <a:lnTo>
                    <a:pt x="308" y="4152"/>
                  </a:lnTo>
                  <a:lnTo>
                    <a:pt x="523" y="4428"/>
                  </a:lnTo>
                  <a:lnTo>
                    <a:pt x="800" y="4644"/>
                  </a:lnTo>
                  <a:lnTo>
                    <a:pt x="1077" y="4797"/>
                  </a:lnTo>
                  <a:lnTo>
                    <a:pt x="1415" y="4920"/>
                  </a:lnTo>
                  <a:lnTo>
                    <a:pt x="1784" y="4951"/>
                  </a:lnTo>
                  <a:lnTo>
                    <a:pt x="3198" y="4951"/>
                  </a:lnTo>
                  <a:lnTo>
                    <a:pt x="3475" y="4920"/>
                  </a:lnTo>
                  <a:lnTo>
                    <a:pt x="3721" y="4859"/>
                  </a:lnTo>
                  <a:lnTo>
                    <a:pt x="3475" y="4767"/>
                  </a:lnTo>
                  <a:lnTo>
                    <a:pt x="3229" y="4613"/>
                  </a:lnTo>
                  <a:lnTo>
                    <a:pt x="3014" y="4428"/>
                  </a:lnTo>
                  <a:lnTo>
                    <a:pt x="2829" y="4244"/>
                  </a:lnTo>
                  <a:lnTo>
                    <a:pt x="2676" y="3998"/>
                  </a:lnTo>
                  <a:lnTo>
                    <a:pt x="2583" y="3752"/>
                  </a:lnTo>
                  <a:lnTo>
                    <a:pt x="2522" y="3475"/>
                  </a:lnTo>
                  <a:lnTo>
                    <a:pt x="2491" y="3168"/>
                  </a:lnTo>
                  <a:lnTo>
                    <a:pt x="2491" y="1753"/>
                  </a:lnTo>
                  <a:lnTo>
                    <a:pt x="2522" y="1477"/>
                  </a:lnTo>
                  <a:lnTo>
                    <a:pt x="2583" y="1200"/>
                  </a:lnTo>
                  <a:lnTo>
                    <a:pt x="2676" y="923"/>
                  </a:lnTo>
                  <a:lnTo>
                    <a:pt x="2829" y="708"/>
                  </a:lnTo>
                  <a:lnTo>
                    <a:pt x="3014" y="493"/>
                  </a:lnTo>
                  <a:lnTo>
                    <a:pt x="3229" y="308"/>
                  </a:lnTo>
                  <a:lnTo>
                    <a:pt x="3475" y="185"/>
                  </a:lnTo>
                  <a:lnTo>
                    <a:pt x="3721" y="62"/>
                  </a:lnTo>
                  <a:lnTo>
                    <a:pt x="3475" y="1"/>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17"/>
            <p:cNvSpPr/>
            <p:nvPr/>
          </p:nvSpPr>
          <p:spPr>
            <a:xfrm>
              <a:off x="1344315" y="4574801"/>
              <a:ext cx="568666" cy="568699"/>
            </a:xfrm>
            <a:custGeom>
              <a:rect b="b" l="l" r="r" t="t"/>
              <a:pathLst>
                <a:path extrusionOk="0" h="13007" w="13007">
                  <a:moveTo>
                    <a:pt x="6488" y="0"/>
                  </a:moveTo>
                  <a:lnTo>
                    <a:pt x="5842" y="31"/>
                  </a:lnTo>
                  <a:lnTo>
                    <a:pt x="5197" y="154"/>
                  </a:lnTo>
                  <a:lnTo>
                    <a:pt x="4582" y="307"/>
                  </a:lnTo>
                  <a:lnTo>
                    <a:pt x="3967" y="523"/>
                  </a:lnTo>
                  <a:lnTo>
                    <a:pt x="3413" y="799"/>
                  </a:lnTo>
                  <a:lnTo>
                    <a:pt x="2860" y="1107"/>
                  </a:lnTo>
                  <a:lnTo>
                    <a:pt x="2368" y="1507"/>
                  </a:lnTo>
                  <a:lnTo>
                    <a:pt x="1907" y="1906"/>
                  </a:lnTo>
                  <a:lnTo>
                    <a:pt x="1476" y="2368"/>
                  </a:lnTo>
                  <a:lnTo>
                    <a:pt x="1107" y="2890"/>
                  </a:lnTo>
                  <a:lnTo>
                    <a:pt x="800" y="3413"/>
                  </a:lnTo>
                  <a:lnTo>
                    <a:pt x="523" y="3967"/>
                  </a:lnTo>
                  <a:lnTo>
                    <a:pt x="308" y="4582"/>
                  </a:lnTo>
                  <a:lnTo>
                    <a:pt x="123" y="5196"/>
                  </a:lnTo>
                  <a:lnTo>
                    <a:pt x="31" y="5842"/>
                  </a:lnTo>
                  <a:lnTo>
                    <a:pt x="0" y="6519"/>
                  </a:lnTo>
                  <a:lnTo>
                    <a:pt x="31" y="7164"/>
                  </a:lnTo>
                  <a:lnTo>
                    <a:pt x="123" y="7810"/>
                  </a:lnTo>
                  <a:lnTo>
                    <a:pt x="308" y="8456"/>
                  </a:lnTo>
                  <a:lnTo>
                    <a:pt x="523" y="9040"/>
                  </a:lnTo>
                  <a:lnTo>
                    <a:pt x="800" y="9593"/>
                  </a:lnTo>
                  <a:lnTo>
                    <a:pt x="1107" y="10147"/>
                  </a:lnTo>
                  <a:lnTo>
                    <a:pt x="1476" y="10639"/>
                  </a:lnTo>
                  <a:lnTo>
                    <a:pt x="1907" y="11100"/>
                  </a:lnTo>
                  <a:lnTo>
                    <a:pt x="2368" y="11531"/>
                  </a:lnTo>
                  <a:lnTo>
                    <a:pt x="2860" y="11900"/>
                  </a:lnTo>
                  <a:lnTo>
                    <a:pt x="3413" y="12238"/>
                  </a:lnTo>
                  <a:lnTo>
                    <a:pt x="3967" y="12484"/>
                  </a:lnTo>
                  <a:lnTo>
                    <a:pt x="4582" y="12730"/>
                  </a:lnTo>
                  <a:lnTo>
                    <a:pt x="5197" y="12884"/>
                  </a:lnTo>
                  <a:lnTo>
                    <a:pt x="5842" y="12976"/>
                  </a:lnTo>
                  <a:lnTo>
                    <a:pt x="6488" y="13007"/>
                  </a:lnTo>
                  <a:lnTo>
                    <a:pt x="7165" y="12976"/>
                  </a:lnTo>
                  <a:lnTo>
                    <a:pt x="7810" y="12884"/>
                  </a:lnTo>
                  <a:lnTo>
                    <a:pt x="8425" y="12730"/>
                  </a:lnTo>
                  <a:lnTo>
                    <a:pt x="9040" y="12484"/>
                  </a:lnTo>
                  <a:lnTo>
                    <a:pt x="9594" y="12238"/>
                  </a:lnTo>
                  <a:lnTo>
                    <a:pt x="10147" y="11900"/>
                  </a:lnTo>
                  <a:lnTo>
                    <a:pt x="10639" y="11531"/>
                  </a:lnTo>
                  <a:lnTo>
                    <a:pt x="11100" y="11100"/>
                  </a:lnTo>
                  <a:lnTo>
                    <a:pt x="11531" y="10639"/>
                  </a:lnTo>
                  <a:lnTo>
                    <a:pt x="11900" y="10147"/>
                  </a:lnTo>
                  <a:lnTo>
                    <a:pt x="12207" y="9593"/>
                  </a:lnTo>
                  <a:lnTo>
                    <a:pt x="12484" y="9040"/>
                  </a:lnTo>
                  <a:lnTo>
                    <a:pt x="12699" y="8456"/>
                  </a:lnTo>
                  <a:lnTo>
                    <a:pt x="12884" y="7810"/>
                  </a:lnTo>
                  <a:lnTo>
                    <a:pt x="12976" y="7164"/>
                  </a:lnTo>
                  <a:lnTo>
                    <a:pt x="13007" y="6519"/>
                  </a:lnTo>
                  <a:lnTo>
                    <a:pt x="12976" y="5842"/>
                  </a:lnTo>
                  <a:lnTo>
                    <a:pt x="12884" y="5196"/>
                  </a:lnTo>
                  <a:lnTo>
                    <a:pt x="12699" y="4582"/>
                  </a:lnTo>
                  <a:lnTo>
                    <a:pt x="12484" y="3967"/>
                  </a:lnTo>
                  <a:lnTo>
                    <a:pt x="12207" y="3413"/>
                  </a:lnTo>
                  <a:lnTo>
                    <a:pt x="11900" y="2890"/>
                  </a:lnTo>
                  <a:lnTo>
                    <a:pt x="11531" y="2368"/>
                  </a:lnTo>
                  <a:lnTo>
                    <a:pt x="11100" y="1906"/>
                  </a:lnTo>
                  <a:lnTo>
                    <a:pt x="10639" y="1507"/>
                  </a:lnTo>
                  <a:lnTo>
                    <a:pt x="10147" y="1107"/>
                  </a:lnTo>
                  <a:lnTo>
                    <a:pt x="9594" y="799"/>
                  </a:lnTo>
                  <a:lnTo>
                    <a:pt x="9040" y="523"/>
                  </a:lnTo>
                  <a:lnTo>
                    <a:pt x="8425" y="307"/>
                  </a:lnTo>
                  <a:lnTo>
                    <a:pt x="7810" y="154"/>
                  </a:lnTo>
                  <a:lnTo>
                    <a:pt x="7165" y="31"/>
                  </a:lnTo>
                  <a:lnTo>
                    <a:pt x="6488" y="0"/>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17"/>
            <p:cNvSpPr/>
            <p:nvPr/>
          </p:nvSpPr>
          <p:spPr>
            <a:xfrm>
              <a:off x="1344315" y="4574801"/>
              <a:ext cx="360297" cy="568699"/>
            </a:xfrm>
            <a:custGeom>
              <a:rect b="b" l="l" r="r" t="t"/>
              <a:pathLst>
                <a:path extrusionOk="0" h="13007" w="8241">
                  <a:moveTo>
                    <a:pt x="6488" y="0"/>
                  </a:moveTo>
                  <a:lnTo>
                    <a:pt x="5842" y="31"/>
                  </a:lnTo>
                  <a:lnTo>
                    <a:pt x="5197" y="154"/>
                  </a:lnTo>
                  <a:lnTo>
                    <a:pt x="4582" y="307"/>
                  </a:lnTo>
                  <a:lnTo>
                    <a:pt x="3967" y="523"/>
                  </a:lnTo>
                  <a:lnTo>
                    <a:pt x="3413" y="799"/>
                  </a:lnTo>
                  <a:lnTo>
                    <a:pt x="2860" y="1107"/>
                  </a:lnTo>
                  <a:lnTo>
                    <a:pt x="2368" y="1507"/>
                  </a:lnTo>
                  <a:lnTo>
                    <a:pt x="1907" y="1906"/>
                  </a:lnTo>
                  <a:lnTo>
                    <a:pt x="1476" y="2368"/>
                  </a:lnTo>
                  <a:lnTo>
                    <a:pt x="1107" y="2890"/>
                  </a:lnTo>
                  <a:lnTo>
                    <a:pt x="800" y="3413"/>
                  </a:lnTo>
                  <a:lnTo>
                    <a:pt x="523" y="3967"/>
                  </a:lnTo>
                  <a:lnTo>
                    <a:pt x="308" y="4582"/>
                  </a:lnTo>
                  <a:lnTo>
                    <a:pt x="123" y="5196"/>
                  </a:lnTo>
                  <a:lnTo>
                    <a:pt x="31" y="5842"/>
                  </a:lnTo>
                  <a:lnTo>
                    <a:pt x="0" y="6519"/>
                  </a:lnTo>
                  <a:lnTo>
                    <a:pt x="31" y="7164"/>
                  </a:lnTo>
                  <a:lnTo>
                    <a:pt x="123" y="7810"/>
                  </a:lnTo>
                  <a:lnTo>
                    <a:pt x="308" y="8456"/>
                  </a:lnTo>
                  <a:lnTo>
                    <a:pt x="523" y="9040"/>
                  </a:lnTo>
                  <a:lnTo>
                    <a:pt x="800" y="9593"/>
                  </a:lnTo>
                  <a:lnTo>
                    <a:pt x="1107" y="10147"/>
                  </a:lnTo>
                  <a:lnTo>
                    <a:pt x="1476" y="10639"/>
                  </a:lnTo>
                  <a:lnTo>
                    <a:pt x="1907" y="11100"/>
                  </a:lnTo>
                  <a:lnTo>
                    <a:pt x="2368" y="11531"/>
                  </a:lnTo>
                  <a:lnTo>
                    <a:pt x="2860" y="11900"/>
                  </a:lnTo>
                  <a:lnTo>
                    <a:pt x="3413" y="12238"/>
                  </a:lnTo>
                  <a:lnTo>
                    <a:pt x="3967" y="12484"/>
                  </a:lnTo>
                  <a:lnTo>
                    <a:pt x="4582" y="12730"/>
                  </a:lnTo>
                  <a:lnTo>
                    <a:pt x="5197" y="12884"/>
                  </a:lnTo>
                  <a:lnTo>
                    <a:pt x="5842" y="12976"/>
                  </a:lnTo>
                  <a:lnTo>
                    <a:pt x="6488" y="13007"/>
                  </a:lnTo>
                  <a:lnTo>
                    <a:pt x="6949" y="13007"/>
                  </a:lnTo>
                  <a:lnTo>
                    <a:pt x="7411" y="12945"/>
                  </a:lnTo>
                  <a:lnTo>
                    <a:pt x="7841" y="12884"/>
                  </a:lnTo>
                  <a:lnTo>
                    <a:pt x="8241" y="12761"/>
                  </a:lnTo>
                  <a:lnTo>
                    <a:pt x="7749" y="12607"/>
                  </a:lnTo>
                  <a:lnTo>
                    <a:pt x="7257" y="12392"/>
                  </a:lnTo>
                  <a:lnTo>
                    <a:pt x="6796" y="12176"/>
                  </a:lnTo>
                  <a:lnTo>
                    <a:pt x="6365" y="11900"/>
                  </a:lnTo>
                  <a:lnTo>
                    <a:pt x="5935" y="11592"/>
                  </a:lnTo>
                  <a:lnTo>
                    <a:pt x="5535" y="11223"/>
                  </a:lnTo>
                  <a:lnTo>
                    <a:pt x="5197" y="10854"/>
                  </a:lnTo>
                  <a:lnTo>
                    <a:pt x="4858" y="10485"/>
                  </a:lnTo>
                  <a:lnTo>
                    <a:pt x="4551" y="10055"/>
                  </a:lnTo>
                  <a:lnTo>
                    <a:pt x="4274" y="9593"/>
                  </a:lnTo>
                  <a:lnTo>
                    <a:pt x="4059" y="9132"/>
                  </a:lnTo>
                  <a:lnTo>
                    <a:pt x="3875" y="8640"/>
                  </a:lnTo>
                  <a:lnTo>
                    <a:pt x="3721" y="8118"/>
                  </a:lnTo>
                  <a:lnTo>
                    <a:pt x="3598" y="7595"/>
                  </a:lnTo>
                  <a:lnTo>
                    <a:pt x="3536" y="7072"/>
                  </a:lnTo>
                  <a:lnTo>
                    <a:pt x="3506" y="6519"/>
                  </a:lnTo>
                  <a:lnTo>
                    <a:pt x="3536" y="5965"/>
                  </a:lnTo>
                  <a:lnTo>
                    <a:pt x="3598" y="5412"/>
                  </a:lnTo>
                  <a:lnTo>
                    <a:pt x="3721" y="4889"/>
                  </a:lnTo>
                  <a:lnTo>
                    <a:pt x="3875" y="4366"/>
                  </a:lnTo>
                  <a:lnTo>
                    <a:pt x="4059" y="3905"/>
                  </a:lnTo>
                  <a:lnTo>
                    <a:pt x="4274" y="3413"/>
                  </a:lnTo>
                  <a:lnTo>
                    <a:pt x="4551" y="2983"/>
                  </a:lnTo>
                  <a:lnTo>
                    <a:pt x="4858" y="2552"/>
                  </a:lnTo>
                  <a:lnTo>
                    <a:pt x="5197" y="2152"/>
                  </a:lnTo>
                  <a:lnTo>
                    <a:pt x="5535" y="1783"/>
                  </a:lnTo>
                  <a:lnTo>
                    <a:pt x="5935" y="1445"/>
                  </a:lnTo>
                  <a:lnTo>
                    <a:pt x="6365" y="1138"/>
                  </a:lnTo>
                  <a:lnTo>
                    <a:pt x="6796" y="861"/>
                  </a:lnTo>
                  <a:lnTo>
                    <a:pt x="7257" y="615"/>
                  </a:lnTo>
                  <a:lnTo>
                    <a:pt x="7749" y="400"/>
                  </a:lnTo>
                  <a:lnTo>
                    <a:pt x="8241" y="246"/>
                  </a:lnTo>
                  <a:lnTo>
                    <a:pt x="7841" y="154"/>
                  </a:lnTo>
                  <a:lnTo>
                    <a:pt x="7411" y="62"/>
                  </a:lnTo>
                  <a:lnTo>
                    <a:pt x="6949" y="31"/>
                  </a:lnTo>
                  <a:lnTo>
                    <a:pt x="6488" y="0"/>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17"/>
            <p:cNvSpPr/>
            <p:nvPr/>
          </p:nvSpPr>
          <p:spPr>
            <a:xfrm>
              <a:off x="1486794" y="4717286"/>
              <a:ext cx="283699" cy="283715"/>
            </a:xfrm>
            <a:custGeom>
              <a:rect b="b" l="l" r="r" t="t"/>
              <a:pathLst>
                <a:path extrusionOk="0" h="6489" w="6489">
                  <a:moveTo>
                    <a:pt x="3229" y="0"/>
                  </a:moveTo>
                  <a:lnTo>
                    <a:pt x="2922" y="31"/>
                  </a:lnTo>
                  <a:lnTo>
                    <a:pt x="2583" y="62"/>
                  </a:lnTo>
                  <a:lnTo>
                    <a:pt x="2276" y="154"/>
                  </a:lnTo>
                  <a:lnTo>
                    <a:pt x="1968" y="246"/>
                  </a:lnTo>
                  <a:lnTo>
                    <a:pt x="1692" y="400"/>
                  </a:lnTo>
                  <a:lnTo>
                    <a:pt x="1415" y="554"/>
                  </a:lnTo>
                  <a:lnTo>
                    <a:pt x="1169" y="738"/>
                  </a:lnTo>
                  <a:lnTo>
                    <a:pt x="954" y="954"/>
                  </a:lnTo>
                  <a:lnTo>
                    <a:pt x="739" y="1169"/>
                  </a:lnTo>
                  <a:lnTo>
                    <a:pt x="554" y="1446"/>
                  </a:lnTo>
                  <a:lnTo>
                    <a:pt x="400" y="1691"/>
                  </a:lnTo>
                  <a:lnTo>
                    <a:pt x="247" y="1999"/>
                  </a:lnTo>
                  <a:lnTo>
                    <a:pt x="154" y="2276"/>
                  </a:lnTo>
                  <a:lnTo>
                    <a:pt x="62" y="2583"/>
                  </a:lnTo>
                  <a:lnTo>
                    <a:pt x="1" y="2921"/>
                  </a:lnTo>
                  <a:lnTo>
                    <a:pt x="1" y="3260"/>
                  </a:lnTo>
                  <a:lnTo>
                    <a:pt x="1" y="3598"/>
                  </a:lnTo>
                  <a:lnTo>
                    <a:pt x="62" y="3905"/>
                  </a:lnTo>
                  <a:lnTo>
                    <a:pt x="154" y="4213"/>
                  </a:lnTo>
                  <a:lnTo>
                    <a:pt x="247" y="4520"/>
                  </a:lnTo>
                  <a:lnTo>
                    <a:pt x="400" y="4797"/>
                  </a:lnTo>
                  <a:lnTo>
                    <a:pt x="554" y="5074"/>
                  </a:lnTo>
                  <a:lnTo>
                    <a:pt x="739" y="5320"/>
                  </a:lnTo>
                  <a:lnTo>
                    <a:pt x="954" y="5535"/>
                  </a:lnTo>
                  <a:lnTo>
                    <a:pt x="1169" y="5750"/>
                  </a:lnTo>
                  <a:lnTo>
                    <a:pt x="1415" y="5935"/>
                  </a:lnTo>
                  <a:lnTo>
                    <a:pt x="1692" y="6119"/>
                  </a:lnTo>
                  <a:lnTo>
                    <a:pt x="1968" y="6242"/>
                  </a:lnTo>
                  <a:lnTo>
                    <a:pt x="2276" y="6365"/>
                  </a:lnTo>
                  <a:lnTo>
                    <a:pt x="2583" y="6427"/>
                  </a:lnTo>
                  <a:lnTo>
                    <a:pt x="2922" y="6488"/>
                  </a:lnTo>
                  <a:lnTo>
                    <a:pt x="3567" y="6488"/>
                  </a:lnTo>
                  <a:lnTo>
                    <a:pt x="3906" y="6427"/>
                  </a:lnTo>
                  <a:lnTo>
                    <a:pt x="4213" y="6365"/>
                  </a:lnTo>
                  <a:lnTo>
                    <a:pt x="4521" y="6242"/>
                  </a:lnTo>
                  <a:lnTo>
                    <a:pt x="4797" y="6119"/>
                  </a:lnTo>
                  <a:lnTo>
                    <a:pt x="5074" y="5935"/>
                  </a:lnTo>
                  <a:lnTo>
                    <a:pt x="5320" y="5750"/>
                  </a:lnTo>
                  <a:lnTo>
                    <a:pt x="5535" y="5535"/>
                  </a:lnTo>
                  <a:lnTo>
                    <a:pt x="5751" y="5320"/>
                  </a:lnTo>
                  <a:lnTo>
                    <a:pt x="5935" y="5074"/>
                  </a:lnTo>
                  <a:lnTo>
                    <a:pt x="6089" y="4797"/>
                  </a:lnTo>
                  <a:lnTo>
                    <a:pt x="6242" y="4520"/>
                  </a:lnTo>
                  <a:lnTo>
                    <a:pt x="6335" y="4213"/>
                  </a:lnTo>
                  <a:lnTo>
                    <a:pt x="6427" y="3905"/>
                  </a:lnTo>
                  <a:lnTo>
                    <a:pt x="6488" y="3598"/>
                  </a:lnTo>
                  <a:lnTo>
                    <a:pt x="6488" y="3260"/>
                  </a:lnTo>
                  <a:lnTo>
                    <a:pt x="6488" y="2921"/>
                  </a:lnTo>
                  <a:lnTo>
                    <a:pt x="6427" y="2583"/>
                  </a:lnTo>
                  <a:lnTo>
                    <a:pt x="6335" y="2276"/>
                  </a:lnTo>
                  <a:lnTo>
                    <a:pt x="6242" y="1999"/>
                  </a:lnTo>
                  <a:lnTo>
                    <a:pt x="6089" y="1691"/>
                  </a:lnTo>
                  <a:lnTo>
                    <a:pt x="5935" y="1446"/>
                  </a:lnTo>
                  <a:lnTo>
                    <a:pt x="5751" y="1169"/>
                  </a:lnTo>
                  <a:lnTo>
                    <a:pt x="5535" y="954"/>
                  </a:lnTo>
                  <a:lnTo>
                    <a:pt x="5320" y="738"/>
                  </a:lnTo>
                  <a:lnTo>
                    <a:pt x="5074" y="554"/>
                  </a:lnTo>
                  <a:lnTo>
                    <a:pt x="4797" y="400"/>
                  </a:lnTo>
                  <a:lnTo>
                    <a:pt x="4521" y="246"/>
                  </a:lnTo>
                  <a:lnTo>
                    <a:pt x="4213" y="154"/>
                  </a:lnTo>
                  <a:lnTo>
                    <a:pt x="3906" y="62"/>
                  </a:lnTo>
                  <a:lnTo>
                    <a:pt x="3567" y="31"/>
                  </a:lnTo>
                  <a:lnTo>
                    <a:pt x="3229"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17"/>
            <p:cNvSpPr/>
            <p:nvPr/>
          </p:nvSpPr>
          <p:spPr>
            <a:xfrm>
              <a:off x="1486794" y="4717286"/>
              <a:ext cx="217813" cy="283715"/>
            </a:xfrm>
            <a:custGeom>
              <a:rect b="b" l="l" r="r" t="t"/>
              <a:pathLst>
                <a:path extrusionOk="0" h="6489" w="4982">
                  <a:moveTo>
                    <a:pt x="3229" y="0"/>
                  </a:moveTo>
                  <a:lnTo>
                    <a:pt x="2922" y="31"/>
                  </a:lnTo>
                  <a:lnTo>
                    <a:pt x="2583" y="62"/>
                  </a:lnTo>
                  <a:lnTo>
                    <a:pt x="2276" y="154"/>
                  </a:lnTo>
                  <a:lnTo>
                    <a:pt x="1968" y="246"/>
                  </a:lnTo>
                  <a:lnTo>
                    <a:pt x="1692" y="400"/>
                  </a:lnTo>
                  <a:lnTo>
                    <a:pt x="1415" y="554"/>
                  </a:lnTo>
                  <a:lnTo>
                    <a:pt x="1169" y="738"/>
                  </a:lnTo>
                  <a:lnTo>
                    <a:pt x="954" y="954"/>
                  </a:lnTo>
                  <a:lnTo>
                    <a:pt x="739" y="1169"/>
                  </a:lnTo>
                  <a:lnTo>
                    <a:pt x="554" y="1446"/>
                  </a:lnTo>
                  <a:lnTo>
                    <a:pt x="400" y="1691"/>
                  </a:lnTo>
                  <a:lnTo>
                    <a:pt x="247" y="1999"/>
                  </a:lnTo>
                  <a:lnTo>
                    <a:pt x="154" y="2276"/>
                  </a:lnTo>
                  <a:lnTo>
                    <a:pt x="62" y="2583"/>
                  </a:lnTo>
                  <a:lnTo>
                    <a:pt x="1" y="2921"/>
                  </a:lnTo>
                  <a:lnTo>
                    <a:pt x="1" y="3260"/>
                  </a:lnTo>
                  <a:lnTo>
                    <a:pt x="1" y="3598"/>
                  </a:lnTo>
                  <a:lnTo>
                    <a:pt x="62" y="3905"/>
                  </a:lnTo>
                  <a:lnTo>
                    <a:pt x="154" y="4213"/>
                  </a:lnTo>
                  <a:lnTo>
                    <a:pt x="247" y="4520"/>
                  </a:lnTo>
                  <a:lnTo>
                    <a:pt x="400" y="4797"/>
                  </a:lnTo>
                  <a:lnTo>
                    <a:pt x="554" y="5074"/>
                  </a:lnTo>
                  <a:lnTo>
                    <a:pt x="739" y="5320"/>
                  </a:lnTo>
                  <a:lnTo>
                    <a:pt x="954" y="5535"/>
                  </a:lnTo>
                  <a:lnTo>
                    <a:pt x="1169" y="5750"/>
                  </a:lnTo>
                  <a:lnTo>
                    <a:pt x="1415" y="5935"/>
                  </a:lnTo>
                  <a:lnTo>
                    <a:pt x="1692" y="6119"/>
                  </a:lnTo>
                  <a:lnTo>
                    <a:pt x="1968" y="6242"/>
                  </a:lnTo>
                  <a:lnTo>
                    <a:pt x="2276" y="6365"/>
                  </a:lnTo>
                  <a:lnTo>
                    <a:pt x="2583" y="6427"/>
                  </a:lnTo>
                  <a:lnTo>
                    <a:pt x="2922" y="6488"/>
                  </a:lnTo>
                  <a:lnTo>
                    <a:pt x="3229" y="6488"/>
                  </a:lnTo>
                  <a:lnTo>
                    <a:pt x="3721" y="6457"/>
                  </a:lnTo>
                  <a:lnTo>
                    <a:pt x="4182" y="6365"/>
                  </a:lnTo>
                  <a:lnTo>
                    <a:pt x="4613" y="6212"/>
                  </a:lnTo>
                  <a:lnTo>
                    <a:pt x="4982" y="5996"/>
                  </a:lnTo>
                  <a:lnTo>
                    <a:pt x="4674" y="5750"/>
                  </a:lnTo>
                  <a:lnTo>
                    <a:pt x="4367" y="5474"/>
                  </a:lnTo>
                  <a:lnTo>
                    <a:pt x="4121" y="5166"/>
                  </a:lnTo>
                  <a:lnTo>
                    <a:pt x="3906" y="4828"/>
                  </a:lnTo>
                  <a:lnTo>
                    <a:pt x="3721" y="4459"/>
                  </a:lnTo>
                  <a:lnTo>
                    <a:pt x="3598" y="4090"/>
                  </a:lnTo>
                  <a:lnTo>
                    <a:pt x="3537" y="3659"/>
                  </a:lnTo>
                  <a:lnTo>
                    <a:pt x="3506" y="3260"/>
                  </a:lnTo>
                  <a:lnTo>
                    <a:pt x="3537" y="2829"/>
                  </a:lnTo>
                  <a:lnTo>
                    <a:pt x="3598" y="2429"/>
                  </a:lnTo>
                  <a:lnTo>
                    <a:pt x="3721" y="2030"/>
                  </a:lnTo>
                  <a:lnTo>
                    <a:pt x="3906" y="1661"/>
                  </a:lnTo>
                  <a:lnTo>
                    <a:pt x="4121" y="1323"/>
                  </a:lnTo>
                  <a:lnTo>
                    <a:pt x="4367" y="1015"/>
                  </a:lnTo>
                  <a:lnTo>
                    <a:pt x="4674" y="738"/>
                  </a:lnTo>
                  <a:lnTo>
                    <a:pt x="4982" y="523"/>
                  </a:lnTo>
                  <a:lnTo>
                    <a:pt x="4613" y="308"/>
                  </a:lnTo>
                  <a:lnTo>
                    <a:pt x="4182" y="123"/>
                  </a:lnTo>
                  <a:lnTo>
                    <a:pt x="3721" y="31"/>
                  </a:lnTo>
                  <a:lnTo>
                    <a:pt x="3229"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17"/>
            <p:cNvSpPr/>
            <p:nvPr/>
          </p:nvSpPr>
          <p:spPr>
            <a:xfrm>
              <a:off x="3120082" y="4574801"/>
              <a:ext cx="568710" cy="568699"/>
            </a:xfrm>
            <a:custGeom>
              <a:rect b="b" l="l" r="r" t="t"/>
              <a:pathLst>
                <a:path extrusionOk="0" h="13007" w="13008">
                  <a:moveTo>
                    <a:pt x="6489" y="0"/>
                  </a:moveTo>
                  <a:lnTo>
                    <a:pt x="5843" y="31"/>
                  </a:lnTo>
                  <a:lnTo>
                    <a:pt x="5197" y="154"/>
                  </a:lnTo>
                  <a:lnTo>
                    <a:pt x="4551" y="307"/>
                  </a:lnTo>
                  <a:lnTo>
                    <a:pt x="3967" y="523"/>
                  </a:lnTo>
                  <a:lnTo>
                    <a:pt x="3383" y="799"/>
                  </a:lnTo>
                  <a:lnTo>
                    <a:pt x="2860" y="1107"/>
                  </a:lnTo>
                  <a:lnTo>
                    <a:pt x="2368" y="1507"/>
                  </a:lnTo>
                  <a:lnTo>
                    <a:pt x="1907" y="1906"/>
                  </a:lnTo>
                  <a:lnTo>
                    <a:pt x="1477" y="2368"/>
                  </a:lnTo>
                  <a:lnTo>
                    <a:pt x="1108" y="2890"/>
                  </a:lnTo>
                  <a:lnTo>
                    <a:pt x="769" y="3413"/>
                  </a:lnTo>
                  <a:lnTo>
                    <a:pt x="493" y="3967"/>
                  </a:lnTo>
                  <a:lnTo>
                    <a:pt x="277" y="4582"/>
                  </a:lnTo>
                  <a:lnTo>
                    <a:pt x="124" y="5196"/>
                  </a:lnTo>
                  <a:lnTo>
                    <a:pt x="31" y="5842"/>
                  </a:lnTo>
                  <a:lnTo>
                    <a:pt x="1" y="6519"/>
                  </a:lnTo>
                  <a:lnTo>
                    <a:pt x="31" y="7164"/>
                  </a:lnTo>
                  <a:lnTo>
                    <a:pt x="124" y="7810"/>
                  </a:lnTo>
                  <a:lnTo>
                    <a:pt x="277" y="8456"/>
                  </a:lnTo>
                  <a:lnTo>
                    <a:pt x="493" y="9040"/>
                  </a:lnTo>
                  <a:lnTo>
                    <a:pt x="769" y="9593"/>
                  </a:lnTo>
                  <a:lnTo>
                    <a:pt x="1108" y="10147"/>
                  </a:lnTo>
                  <a:lnTo>
                    <a:pt x="1477" y="10639"/>
                  </a:lnTo>
                  <a:lnTo>
                    <a:pt x="1907" y="11100"/>
                  </a:lnTo>
                  <a:lnTo>
                    <a:pt x="2368" y="11531"/>
                  </a:lnTo>
                  <a:lnTo>
                    <a:pt x="2860" y="11900"/>
                  </a:lnTo>
                  <a:lnTo>
                    <a:pt x="3383" y="12238"/>
                  </a:lnTo>
                  <a:lnTo>
                    <a:pt x="3967" y="12484"/>
                  </a:lnTo>
                  <a:lnTo>
                    <a:pt x="4551" y="12730"/>
                  </a:lnTo>
                  <a:lnTo>
                    <a:pt x="5197" y="12884"/>
                  </a:lnTo>
                  <a:lnTo>
                    <a:pt x="5843" y="12976"/>
                  </a:lnTo>
                  <a:lnTo>
                    <a:pt x="6489" y="13007"/>
                  </a:lnTo>
                  <a:lnTo>
                    <a:pt x="7165" y="12976"/>
                  </a:lnTo>
                  <a:lnTo>
                    <a:pt x="7811" y="12884"/>
                  </a:lnTo>
                  <a:lnTo>
                    <a:pt x="8426" y="12730"/>
                  </a:lnTo>
                  <a:lnTo>
                    <a:pt x="9010" y="12484"/>
                  </a:lnTo>
                  <a:lnTo>
                    <a:pt x="9594" y="12238"/>
                  </a:lnTo>
                  <a:lnTo>
                    <a:pt x="10117" y="11900"/>
                  </a:lnTo>
                  <a:lnTo>
                    <a:pt x="10640" y="11531"/>
                  </a:lnTo>
                  <a:lnTo>
                    <a:pt x="11101" y="11100"/>
                  </a:lnTo>
                  <a:lnTo>
                    <a:pt x="11501" y="10639"/>
                  </a:lnTo>
                  <a:lnTo>
                    <a:pt x="11870" y="10147"/>
                  </a:lnTo>
                  <a:lnTo>
                    <a:pt x="12208" y="9593"/>
                  </a:lnTo>
                  <a:lnTo>
                    <a:pt x="12484" y="9040"/>
                  </a:lnTo>
                  <a:lnTo>
                    <a:pt x="12700" y="8456"/>
                  </a:lnTo>
                  <a:lnTo>
                    <a:pt x="12853" y="7810"/>
                  </a:lnTo>
                  <a:lnTo>
                    <a:pt x="12946" y="7164"/>
                  </a:lnTo>
                  <a:lnTo>
                    <a:pt x="13007" y="6519"/>
                  </a:lnTo>
                  <a:lnTo>
                    <a:pt x="12946" y="5842"/>
                  </a:lnTo>
                  <a:lnTo>
                    <a:pt x="12853" y="5196"/>
                  </a:lnTo>
                  <a:lnTo>
                    <a:pt x="12700" y="4582"/>
                  </a:lnTo>
                  <a:lnTo>
                    <a:pt x="12484" y="3967"/>
                  </a:lnTo>
                  <a:lnTo>
                    <a:pt x="12208" y="3413"/>
                  </a:lnTo>
                  <a:lnTo>
                    <a:pt x="11870" y="2890"/>
                  </a:lnTo>
                  <a:lnTo>
                    <a:pt x="11501" y="2368"/>
                  </a:lnTo>
                  <a:lnTo>
                    <a:pt x="11101" y="1906"/>
                  </a:lnTo>
                  <a:lnTo>
                    <a:pt x="10640" y="1507"/>
                  </a:lnTo>
                  <a:lnTo>
                    <a:pt x="10117" y="1107"/>
                  </a:lnTo>
                  <a:lnTo>
                    <a:pt x="9594" y="799"/>
                  </a:lnTo>
                  <a:lnTo>
                    <a:pt x="9010" y="523"/>
                  </a:lnTo>
                  <a:lnTo>
                    <a:pt x="8426" y="307"/>
                  </a:lnTo>
                  <a:lnTo>
                    <a:pt x="7811" y="154"/>
                  </a:lnTo>
                  <a:lnTo>
                    <a:pt x="7165" y="31"/>
                  </a:lnTo>
                  <a:lnTo>
                    <a:pt x="6489" y="0"/>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17"/>
            <p:cNvSpPr/>
            <p:nvPr/>
          </p:nvSpPr>
          <p:spPr>
            <a:xfrm>
              <a:off x="3120082" y="4574801"/>
              <a:ext cx="360340" cy="568699"/>
            </a:xfrm>
            <a:custGeom>
              <a:rect b="b" l="l" r="r" t="t"/>
              <a:pathLst>
                <a:path extrusionOk="0" h="13007" w="8242">
                  <a:moveTo>
                    <a:pt x="6489" y="0"/>
                  </a:moveTo>
                  <a:lnTo>
                    <a:pt x="5843" y="31"/>
                  </a:lnTo>
                  <a:lnTo>
                    <a:pt x="5197" y="154"/>
                  </a:lnTo>
                  <a:lnTo>
                    <a:pt x="4551" y="307"/>
                  </a:lnTo>
                  <a:lnTo>
                    <a:pt x="3967" y="523"/>
                  </a:lnTo>
                  <a:lnTo>
                    <a:pt x="3383" y="799"/>
                  </a:lnTo>
                  <a:lnTo>
                    <a:pt x="2860" y="1107"/>
                  </a:lnTo>
                  <a:lnTo>
                    <a:pt x="2368" y="1507"/>
                  </a:lnTo>
                  <a:lnTo>
                    <a:pt x="1907" y="1906"/>
                  </a:lnTo>
                  <a:lnTo>
                    <a:pt x="1477" y="2368"/>
                  </a:lnTo>
                  <a:lnTo>
                    <a:pt x="1108" y="2890"/>
                  </a:lnTo>
                  <a:lnTo>
                    <a:pt x="769" y="3413"/>
                  </a:lnTo>
                  <a:lnTo>
                    <a:pt x="493" y="3967"/>
                  </a:lnTo>
                  <a:lnTo>
                    <a:pt x="277" y="4582"/>
                  </a:lnTo>
                  <a:lnTo>
                    <a:pt x="124" y="5196"/>
                  </a:lnTo>
                  <a:lnTo>
                    <a:pt x="31" y="5842"/>
                  </a:lnTo>
                  <a:lnTo>
                    <a:pt x="1" y="6519"/>
                  </a:lnTo>
                  <a:lnTo>
                    <a:pt x="31" y="7164"/>
                  </a:lnTo>
                  <a:lnTo>
                    <a:pt x="124" y="7810"/>
                  </a:lnTo>
                  <a:lnTo>
                    <a:pt x="277" y="8456"/>
                  </a:lnTo>
                  <a:lnTo>
                    <a:pt x="493" y="9040"/>
                  </a:lnTo>
                  <a:lnTo>
                    <a:pt x="769" y="9593"/>
                  </a:lnTo>
                  <a:lnTo>
                    <a:pt x="1108" y="10147"/>
                  </a:lnTo>
                  <a:lnTo>
                    <a:pt x="1477" y="10639"/>
                  </a:lnTo>
                  <a:lnTo>
                    <a:pt x="1907" y="11100"/>
                  </a:lnTo>
                  <a:lnTo>
                    <a:pt x="2368" y="11531"/>
                  </a:lnTo>
                  <a:lnTo>
                    <a:pt x="2860" y="11900"/>
                  </a:lnTo>
                  <a:lnTo>
                    <a:pt x="3383" y="12238"/>
                  </a:lnTo>
                  <a:lnTo>
                    <a:pt x="3967" y="12484"/>
                  </a:lnTo>
                  <a:lnTo>
                    <a:pt x="4551" y="12730"/>
                  </a:lnTo>
                  <a:lnTo>
                    <a:pt x="5197" y="12884"/>
                  </a:lnTo>
                  <a:lnTo>
                    <a:pt x="5843" y="12976"/>
                  </a:lnTo>
                  <a:lnTo>
                    <a:pt x="6489" y="13007"/>
                  </a:lnTo>
                  <a:lnTo>
                    <a:pt x="6950" y="13007"/>
                  </a:lnTo>
                  <a:lnTo>
                    <a:pt x="7380" y="12945"/>
                  </a:lnTo>
                  <a:lnTo>
                    <a:pt x="7811" y="12884"/>
                  </a:lnTo>
                  <a:lnTo>
                    <a:pt x="8241" y="12761"/>
                  </a:lnTo>
                  <a:lnTo>
                    <a:pt x="7749" y="12607"/>
                  </a:lnTo>
                  <a:lnTo>
                    <a:pt x="7257" y="12392"/>
                  </a:lnTo>
                  <a:lnTo>
                    <a:pt x="6796" y="12176"/>
                  </a:lnTo>
                  <a:lnTo>
                    <a:pt x="6335" y="11900"/>
                  </a:lnTo>
                  <a:lnTo>
                    <a:pt x="5935" y="11592"/>
                  </a:lnTo>
                  <a:lnTo>
                    <a:pt x="5535" y="11223"/>
                  </a:lnTo>
                  <a:lnTo>
                    <a:pt x="5166" y="10854"/>
                  </a:lnTo>
                  <a:lnTo>
                    <a:pt x="4859" y="10485"/>
                  </a:lnTo>
                  <a:lnTo>
                    <a:pt x="4551" y="10055"/>
                  </a:lnTo>
                  <a:lnTo>
                    <a:pt x="4275" y="9593"/>
                  </a:lnTo>
                  <a:lnTo>
                    <a:pt x="4059" y="9132"/>
                  </a:lnTo>
                  <a:lnTo>
                    <a:pt x="3844" y="8640"/>
                  </a:lnTo>
                  <a:lnTo>
                    <a:pt x="3690" y="8118"/>
                  </a:lnTo>
                  <a:lnTo>
                    <a:pt x="3598" y="7595"/>
                  </a:lnTo>
                  <a:lnTo>
                    <a:pt x="3506" y="7072"/>
                  </a:lnTo>
                  <a:lnTo>
                    <a:pt x="3506" y="6519"/>
                  </a:lnTo>
                  <a:lnTo>
                    <a:pt x="3506" y="5965"/>
                  </a:lnTo>
                  <a:lnTo>
                    <a:pt x="3598" y="5412"/>
                  </a:lnTo>
                  <a:lnTo>
                    <a:pt x="3690" y="4889"/>
                  </a:lnTo>
                  <a:lnTo>
                    <a:pt x="3844" y="4366"/>
                  </a:lnTo>
                  <a:lnTo>
                    <a:pt x="4059" y="3905"/>
                  </a:lnTo>
                  <a:lnTo>
                    <a:pt x="4275" y="3413"/>
                  </a:lnTo>
                  <a:lnTo>
                    <a:pt x="4551" y="2983"/>
                  </a:lnTo>
                  <a:lnTo>
                    <a:pt x="4859" y="2552"/>
                  </a:lnTo>
                  <a:lnTo>
                    <a:pt x="5166" y="2152"/>
                  </a:lnTo>
                  <a:lnTo>
                    <a:pt x="5535" y="1783"/>
                  </a:lnTo>
                  <a:lnTo>
                    <a:pt x="5935" y="1445"/>
                  </a:lnTo>
                  <a:lnTo>
                    <a:pt x="6335" y="1138"/>
                  </a:lnTo>
                  <a:lnTo>
                    <a:pt x="6796" y="861"/>
                  </a:lnTo>
                  <a:lnTo>
                    <a:pt x="7257" y="615"/>
                  </a:lnTo>
                  <a:lnTo>
                    <a:pt x="7749" y="400"/>
                  </a:lnTo>
                  <a:lnTo>
                    <a:pt x="8241" y="246"/>
                  </a:lnTo>
                  <a:lnTo>
                    <a:pt x="7811" y="154"/>
                  </a:lnTo>
                  <a:lnTo>
                    <a:pt x="7380" y="62"/>
                  </a:lnTo>
                  <a:lnTo>
                    <a:pt x="6950" y="31"/>
                  </a:lnTo>
                  <a:lnTo>
                    <a:pt x="6489" y="0"/>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17"/>
            <p:cNvSpPr/>
            <p:nvPr/>
          </p:nvSpPr>
          <p:spPr>
            <a:xfrm>
              <a:off x="3261250" y="4717286"/>
              <a:ext cx="285011" cy="283715"/>
            </a:xfrm>
            <a:custGeom>
              <a:rect b="b" l="l" r="r" t="t"/>
              <a:pathLst>
                <a:path extrusionOk="0" h="6489" w="6519">
                  <a:moveTo>
                    <a:pt x="3260" y="0"/>
                  </a:moveTo>
                  <a:lnTo>
                    <a:pt x="2921" y="31"/>
                  </a:lnTo>
                  <a:lnTo>
                    <a:pt x="2614" y="62"/>
                  </a:lnTo>
                  <a:lnTo>
                    <a:pt x="2306" y="154"/>
                  </a:lnTo>
                  <a:lnTo>
                    <a:pt x="1999" y="246"/>
                  </a:lnTo>
                  <a:lnTo>
                    <a:pt x="1722" y="400"/>
                  </a:lnTo>
                  <a:lnTo>
                    <a:pt x="1445" y="554"/>
                  </a:lnTo>
                  <a:lnTo>
                    <a:pt x="1199" y="738"/>
                  </a:lnTo>
                  <a:lnTo>
                    <a:pt x="953" y="954"/>
                  </a:lnTo>
                  <a:lnTo>
                    <a:pt x="769" y="1169"/>
                  </a:lnTo>
                  <a:lnTo>
                    <a:pt x="584" y="1446"/>
                  </a:lnTo>
                  <a:lnTo>
                    <a:pt x="400" y="1691"/>
                  </a:lnTo>
                  <a:lnTo>
                    <a:pt x="277" y="1999"/>
                  </a:lnTo>
                  <a:lnTo>
                    <a:pt x="154" y="2276"/>
                  </a:lnTo>
                  <a:lnTo>
                    <a:pt x="93" y="2583"/>
                  </a:lnTo>
                  <a:lnTo>
                    <a:pt x="31" y="2921"/>
                  </a:lnTo>
                  <a:lnTo>
                    <a:pt x="0" y="3260"/>
                  </a:lnTo>
                  <a:lnTo>
                    <a:pt x="31" y="3598"/>
                  </a:lnTo>
                  <a:lnTo>
                    <a:pt x="93" y="3905"/>
                  </a:lnTo>
                  <a:lnTo>
                    <a:pt x="154" y="4213"/>
                  </a:lnTo>
                  <a:lnTo>
                    <a:pt x="277" y="4520"/>
                  </a:lnTo>
                  <a:lnTo>
                    <a:pt x="400" y="4797"/>
                  </a:lnTo>
                  <a:lnTo>
                    <a:pt x="584" y="5074"/>
                  </a:lnTo>
                  <a:lnTo>
                    <a:pt x="769" y="5320"/>
                  </a:lnTo>
                  <a:lnTo>
                    <a:pt x="953" y="5535"/>
                  </a:lnTo>
                  <a:lnTo>
                    <a:pt x="1199" y="5750"/>
                  </a:lnTo>
                  <a:lnTo>
                    <a:pt x="1445" y="5935"/>
                  </a:lnTo>
                  <a:lnTo>
                    <a:pt x="1722" y="6119"/>
                  </a:lnTo>
                  <a:lnTo>
                    <a:pt x="1999" y="6242"/>
                  </a:lnTo>
                  <a:lnTo>
                    <a:pt x="2306" y="6365"/>
                  </a:lnTo>
                  <a:lnTo>
                    <a:pt x="2614" y="6427"/>
                  </a:lnTo>
                  <a:lnTo>
                    <a:pt x="2921" y="6488"/>
                  </a:lnTo>
                  <a:lnTo>
                    <a:pt x="3598" y="6488"/>
                  </a:lnTo>
                  <a:lnTo>
                    <a:pt x="3905" y="6427"/>
                  </a:lnTo>
                  <a:lnTo>
                    <a:pt x="4244" y="6365"/>
                  </a:lnTo>
                  <a:lnTo>
                    <a:pt x="4520" y="6242"/>
                  </a:lnTo>
                  <a:lnTo>
                    <a:pt x="4828" y="6119"/>
                  </a:lnTo>
                  <a:lnTo>
                    <a:pt x="5074" y="5935"/>
                  </a:lnTo>
                  <a:lnTo>
                    <a:pt x="5320" y="5750"/>
                  </a:lnTo>
                  <a:lnTo>
                    <a:pt x="5566" y="5535"/>
                  </a:lnTo>
                  <a:lnTo>
                    <a:pt x="5781" y="5320"/>
                  </a:lnTo>
                  <a:lnTo>
                    <a:pt x="5965" y="5074"/>
                  </a:lnTo>
                  <a:lnTo>
                    <a:pt x="6119" y="4797"/>
                  </a:lnTo>
                  <a:lnTo>
                    <a:pt x="6273" y="4520"/>
                  </a:lnTo>
                  <a:lnTo>
                    <a:pt x="6365" y="4213"/>
                  </a:lnTo>
                  <a:lnTo>
                    <a:pt x="6457" y="3905"/>
                  </a:lnTo>
                  <a:lnTo>
                    <a:pt x="6488" y="3598"/>
                  </a:lnTo>
                  <a:lnTo>
                    <a:pt x="6519" y="3260"/>
                  </a:lnTo>
                  <a:lnTo>
                    <a:pt x="6488" y="2921"/>
                  </a:lnTo>
                  <a:lnTo>
                    <a:pt x="6457" y="2583"/>
                  </a:lnTo>
                  <a:lnTo>
                    <a:pt x="6365" y="2276"/>
                  </a:lnTo>
                  <a:lnTo>
                    <a:pt x="6273" y="1999"/>
                  </a:lnTo>
                  <a:lnTo>
                    <a:pt x="6119" y="1691"/>
                  </a:lnTo>
                  <a:lnTo>
                    <a:pt x="5965" y="1446"/>
                  </a:lnTo>
                  <a:lnTo>
                    <a:pt x="5781" y="1169"/>
                  </a:lnTo>
                  <a:lnTo>
                    <a:pt x="5566" y="954"/>
                  </a:lnTo>
                  <a:lnTo>
                    <a:pt x="5320" y="738"/>
                  </a:lnTo>
                  <a:lnTo>
                    <a:pt x="5074" y="554"/>
                  </a:lnTo>
                  <a:lnTo>
                    <a:pt x="4828" y="400"/>
                  </a:lnTo>
                  <a:lnTo>
                    <a:pt x="4520" y="246"/>
                  </a:lnTo>
                  <a:lnTo>
                    <a:pt x="4244" y="154"/>
                  </a:lnTo>
                  <a:lnTo>
                    <a:pt x="3905" y="62"/>
                  </a:lnTo>
                  <a:lnTo>
                    <a:pt x="3598" y="31"/>
                  </a:lnTo>
                  <a:lnTo>
                    <a:pt x="3260"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17"/>
            <p:cNvSpPr/>
            <p:nvPr/>
          </p:nvSpPr>
          <p:spPr>
            <a:xfrm>
              <a:off x="3261250" y="4717286"/>
              <a:ext cx="219168" cy="283715"/>
            </a:xfrm>
            <a:custGeom>
              <a:rect b="b" l="l" r="r" t="t"/>
              <a:pathLst>
                <a:path extrusionOk="0" h="6489" w="5013">
                  <a:moveTo>
                    <a:pt x="3260" y="0"/>
                  </a:moveTo>
                  <a:lnTo>
                    <a:pt x="2921" y="31"/>
                  </a:lnTo>
                  <a:lnTo>
                    <a:pt x="2614" y="62"/>
                  </a:lnTo>
                  <a:lnTo>
                    <a:pt x="2306" y="154"/>
                  </a:lnTo>
                  <a:lnTo>
                    <a:pt x="1999" y="246"/>
                  </a:lnTo>
                  <a:lnTo>
                    <a:pt x="1722" y="400"/>
                  </a:lnTo>
                  <a:lnTo>
                    <a:pt x="1445" y="554"/>
                  </a:lnTo>
                  <a:lnTo>
                    <a:pt x="1199" y="738"/>
                  </a:lnTo>
                  <a:lnTo>
                    <a:pt x="953" y="954"/>
                  </a:lnTo>
                  <a:lnTo>
                    <a:pt x="769" y="1169"/>
                  </a:lnTo>
                  <a:lnTo>
                    <a:pt x="584" y="1446"/>
                  </a:lnTo>
                  <a:lnTo>
                    <a:pt x="400" y="1691"/>
                  </a:lnTo>
                  <a:lnTo>
                    <a:pt x="277" y="1999"/>
                  </a:lnTo>
                  <a:lnTo>
                    <a:pt x="154" y="2276"/>
                  </a:lnTo>
                  <a:lnTo>
                    <a:pt x="93" y="2583"/>
                  </a:lnTo>
                  <a:lnTo>
                    <a:pt x="31" y="2921"/>
                  </a:lnTo>
                  <a:lnTo>
                    <a:pt x="0" y="3260"/>
                  </a:lnTo>
                  <a:lnTo>
                    <a:pt x="31" y="3598"/>
                  </a:lnTo>
                  <a:lnTo>
                    <a:pt x="93" y="3905"/>
                  </a:lnTo>
                  <a:lnTo>
                    <a:pt x="154" y="4213"/>
                  </a:lnTo>
                  <a:lnTo>
                    <a:pt x="277" y="4520"/>
                  </a:lnTo>
                  <a:lnTo>
                    <a:pt x="400" y="4797"/>
                  </a:lnTo>
                  <a:lnTo>
                    <a:pt x="584" y="5074"/>
                  </a:lnTo>
                  <a:lnTo>
                    <a:pt x="769" y="5320"/>
                  </a:lnTo>
                  <a:lnTo>
                    <a:pt x="953" y="5535"/>
                  </a:lnTo>
                  <a:lnTo>
                    <a:pt x="1199" y="5750"/>
                  </a:lnTo>
                  <a:lnTo>
                    <a:pt x="1445" y="5935"/>
                  </a:lnTo>
                  <a:lnTo>
                    <a:pt x="1722" y="6119"/>
                  </a:lnTo>
                  <a:lnTo>
                    <a:pt x="1999" y="6242"/>
                  </a:lnTo>
                  <a:lnTo>
                    <a:pt x="2306" y="6365"/>
                  </a:lnTo>
                  <a:lnTo>
                    <a:pt x="2614" y="6427"/>
                  </a:lnTo>
                  <a:lnTo>
                    <a:pt x="2921" y="6488"/>
                  </a:lnTo>
                  <a:lnTo>
                    <a:pt x="3260" y="6488"/>
                  </a:lnTo>
                  <a:lnTo>
                    <a:pt x="3752" y="6457"/>
                  </a:lnTo>
                  <a:lnTo>
                    <a:pt x="4182" y="6365"/>
                  </a:lnTo>
                  <a:lnTo>
                    <a:pt x="4612" y="6212"/>
                  </a:lnTo>
                  <a:lnTo>
                    <a:pt x="5012" y="5996"/>
                  </a:lnTo>
                  <a:lnTo>
                    <a:pt x="4705" y="5750"/>
                  </a:lnTo>
                  <a:lnTo>
                    <a:pt x="4397" y="5474"/>
                  </a:lnTo>
                  <a:lnTo>
                    <a:pt x="4151" y="5166"/>
                  </a:lnTo>
                  <a:lnTo>
                    <a:pt x="3936" y="4828"/>
                  </a:lnTo>
                  <a:lnTo>
                    <a:pt x="3752" y="4459"/>
                  </a:lnTo>
                  <a:lnTo>
                    <a:pt x="3629" y="4090"/>
                  </a:lnTo>
                  <a:lnTo>
                    <a:pt x="3536" y="3659"/>
                  </a:lnTo>
                  <a:lnTo>
                    <a:pt x="3506" y="3260"/>
                  </a:lnTo>
                  <a:lnTo>
                    <a:pt x="3536" y="2829"/>
                  </a:lnTo>
                  <a:lnTo>
                    <a:pt x="3629" y="2429"/>
                  </a:lnTo>
                  <a:lnTo>
                    <a:pt x="3752" y="2030"/>
                  </a:lnTo>
                  <a:lnTo>
                    <a:pt x="3936" y="1661"/>
                  </a:lnTo>
                  <a:lnTo>
                    <a:pt x="4151" y="1323"/>
                  </a:lnTo>
                  <a:lnTo>
                    <a:pt x="4397" y="1015"/>
                  </a:lnTo>
                  <a:lnTo>
                    <a:pt x="4705" y="738"/>
                  </a:lnTo>
                  <a:lnTo>
                    <a:pt x="5012" y="523"/>
                  </a:lnTo>
                  <a:lnTo>
                    <a:pt x="4612" y="308"/>
                  </a:lnTo>
                  <a:lnTo>
                    <a:pt x="4182" y="123"/>
                  </a:lnTo>
                  <a:lnTo>
                    <a:pt x="3752" y="31"/>
                  </a:lnTo>
                  <a:lnTo>
                    <a:pt x="3260"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17"/>
            <p:cNvSpPr/>
            <p:nvPr/>
          </p:nvSpPr>
          <p:spPr>
            <a:xfrm>
              <a:off x="1226012" y="3276179"/>
              <a:ext cx="947762" cy="947816"/>
            </a:xfrm>
            <a:custGeom>
              <a:rect b="b" l="l" r="r" t="t"/>
              <a:pathLst>
                <a:path extrusionOk="0" h="21678" w="21678">
                  <a:moveTo>
                    <a:pt x="10855" y="0"/>
                  </a:moveTo>
                  <a:lnTo>
                    <a:pt x="10301" y="31"/>
                  </a:lnTo>
                  <a:lnTo>
                    <a:pt x="9748" y="62"/>
                  </a:lnTo>
                  <a:lnTo>
                    <a:pt x="9194" y="123"/>
                  </a:lnTo>
                  <a:lnTo>
                    <a:pt x="8671" y="215"/>
                  </a:lnTo>
                  <a:lnTo>
                    <a:pt x="8149" y="338"/>
                  </a:lnTo>
                  <a:lnTo>
                    <a:pt x="7626" y="492"/>
                  </a:lnTo>
                  <a:lnTo>
                    <a:pt x="7103" y="646"/>
                  </a:lnTo>
                  <a:lnTo>
                    <a:pt x="6611" y="861"/>
                  </a:lnTo>
                  <a:lnTo>
                    <a:pt x="6150" y="1076"/>
                  </a:lnTo>
                  <a:lnTo>
                    <a:pt x="5689" y="1322"/>
                  </a:lnTo>
                  <a:lnTo>
                    <a:pt x="5228" y="1568"/>
                  </a:lnTo>
                  <a:lnTo>
                    <a:pt x="4797" y="1845"/>
                  </a:lnTo>
                  <a:lnTo>
                    <a:pt x="4367" y="2152"/>
                  </a:lnTo>
                  <a:lnTo>
                    <a:pt x="3936" y="2491"/>
                  </a:lnTo>
                  <a:lnTo>
                    <a:pt x="3567" y="2829"/>
                  </a:lnTo>
                  <a:lnTo>
                    <a:pt x="3168" y="3167"/>
                  </a:lnTo>
                  <a:lnTo>
                    <a:pt x="2829" y="3567"/>
                  </a:lnTo>
                  <a:lnTo>
                    <a:pt x="2491" y="3936"/>
                  </a:lnTo>
                  <a:lnTo>
                    <a:pt x="2153" y="4366"/>
                  </a:lnTo>
                  <a:lnTo>
                    <a:pt x="1845" y="4766"/>
                  </a:lnTo>
                  <a:lnTo>
                    <a:pt x="1569" y="5227"/>
                  </a:lnTo>
                  <a:lnTo>
                    <a:pt x="1323" y="5689"/>
                  </a:lnTo>
                  <a:lnTo>
                    <a:pt x="1077" y="6150"/>
                  </a:lnTo>
                  <a:lnTo>
                    <a:pt x="861" y="6611"/>
                  </a:lnTo>
                  <a:lnTo>
                    <a:pt x="677" y="7103"/>
                  </a:lnTo>
                  <a:lnTo>
                    <a:pt x="492" y="7626"/>
                  </a:lnTo>
                  <a:lnTo>
                    <a:pt x="339" y="8118"/>
                  </a:lnTo>
                  <a:lnTo>
                    <a:pt x="216" y="8640"/>
                  </a:lnTo>
                  <a:lnTo>
                    <a:pt x="123" y="9194"/>
                  </a:lnTo>
                  <a:lnTo>
                    <a:pt x="62" y="9717"/>
                  </a:lnTo>
                  <a:lnTo>
                    <a:pt x="31" y="10270"/>
                  </a:lnTo>
                  <a:lnTo>
                    <a:pt x="0" y="10854"/>
                  </a:lnTo>
                  <a:lnTo>
                    <a:pt x="31" y="11408"/>
                  </a:lnTo>
                  <a:lnTo>
                    <a:pt x="62" y="11961"/>
                  </a:lnTo>
                  <a:lnTo>
                    <a:pt x="123" y="12484"/>
                  </a:lnTo>
                  <a:lnTo>
                    <a:pt x="216" y="13037"/>
                  </a:lnTo>
                  <a:lnTo>
                    <a:pt x="339" y="13560"/>
                  </a:lnTo>
                  <a:lnTo>
                    <a:pt x="492" y="14052"/>
                  </a:lnTo>
                  <a:lnTo>
                    <a:pt x="677" y="14575"/>
                  </a:lnTo>
                  <a:lnTo>
                    <a:pt x="861" y="15067"/>
                  </a:lnTo>
                  <a:lnTo>
                    <a:pt x="1077" y="15528"/>
                  </a:lnTo>
                  <a:lnTo>
                    <a:pt x="1323" y="15989"/>
                  </a:lnTo>
                  <a:lnTo>
                    <a:pt x="1569" y="16450"/>
                  </a:lnTo>
                  <a:lnTo>
                    <a:pt x="1845" y="16912"/>
                  </a:lnTo>
                  <a:lnTo>
                    <a:pt x="2153" y="17311"/>
                  </a:lnTo>
                  <a:lnTo>
                    <a:pt x="2491" y="17742"/>
                  </a:lnTo>
                  <a:lnTo>
                    <a:pt x="2829" y="18111"/>
                  </a:lnTo>
                  <a:lnTo>
                    <a:pt x="3168" y="18511"/>
                  </a:lnTo>
                  <a:lnTo>
                    <a:pt x="3567" y="18849"/>
                  </a:lnTo>
                  <a:lnTo>
                    <a:pt x="3936" y="19187"/>
                  </a:lnTo>
                  <a:lnTo>
                    <a:pt x="4367" y="19525"/>
                  </a:lnTo>
                  <a:lnTo>
                    <a:pt x="4797" y="19833"/>
                  </a:lnTo>
                  <a:lnTo>
                    <a:pt x="5228" y="20110"/>
                  </a:lnTo>
                  <a:lnTo>
                    <a:pt x="5689" y="20356"/>
                  </a:lnTo>
                  <a:lnTo>
                    <a:pt x="6150" y="20602"/>
                  </a:lnTo>
                  <a:lnTo>
                    <a:pt x="6611" y="20817"/>
                  </a:lnTo>
                  <a:lnTo>
                    <a:pt x="7103" y="21032"/>
                  </a:lnTo>
                  <a:lnTo>
                    <a:pt x="7626" y="21186"/>
                  </a:lnTo>
                  <a:lnTo>
                    <a:pt x="8149" y="21339"/>
                  </a:lnTo>
                  <a:lnTo>
                    <a:pt x="8671" y="21462"/>
                  </a:lnTo>
                  <a:lnTo>
                    <a:pt x="9194" y="21555"/>
                  </a:lnTo>
                  <a:lnTo>
                    <a:pt x="9748" y="21616"/>
                  </a:lnTo>
                  <a:lnTo>
                    <a:pt x="10301" y="21647"/>
                  </a:lnTo>
                  <a:lnTo>
                    <a:pt x="10855" y="21678"/>
                  </a:lnTo>
                  <a:lnTo>
                    <a:pt x="11408" y="21647"/>
                  </a:lnTo>
                  <a:lnTo>
                    <a:pt x="11961" y="21616"/>
                  </a:lnTo>
                  <a:lnTo>
                    <a:pt x="12484" y="21555"/>
                  </a:lnTo>
                  <a:lnTo>
                    <a:pt x="13038" y="21462"/>
                  </a:lnTo>
                  <a:lnTo>
                    <a:pt x="13560" y="21339"/>
                  </a:lnTo>
                  <a:lnTo>
                    <a:pt x="14052" y="21186"/>
                  </a:lnTo>
                  <a:lnTo>
                    <a:pt x="14575" y="21032"/>
                  </a:lnTo>
                  <a:lnTo>
                    <a:pt x="15067" y="20817"/>
                  </a:lnTo>
                  <a:lnTo>
                    <a:pt x="15528" y="20602"/>
                  </a:lnTo>
                  <a:lnTo>
                    <a:pt x="16020" y="20356"/>
                  </a:lnTo>
                  <a:lnTo>
                    <a:pt x="16451" y="20110"/>
                  </a:lnTo>
                  <a:lnTo>
                    <a:pt x="16912" y="19833"/>
                  </a:lnTo>
                  <a:lnTo>
                    <a:pt x="17342" y="19525"/>
                  </a:lnTo>
                  <a:lnTo>
                    <a:pt x="17742" y="19187"/>
                  </a:lnTo>
                  <a:lnTo>
                    <a:pt x="18142" y="18849"/>
                  </a:lnTo>
                  <a:lnTo>
                    <a:pt x="18511" y="18511"/>
                  </a:lnTo>
                  <a:lnTo>
                    <a:pt x="18880" y="18111"/>
                  </a:lnTo>
                  <a:lnTo>
                    <a:pt x="19218" y="17742"/>
                  </a:lnTo>
                  <a:lnTo>
                    <a:pt x="19526" y="17311"/>
                  </a:lnTo>
                  <a:lnTo>
                    <a:pt x="19833" y="16912"/>
                  </a:lnTo>
                  <a:lnTo>
                    <a:pt x="20110" y="16450"/>
                  </a:lnTo>
                  <a:lnTo>
                    <a:pt x="20387" y="15989"/>
                  </a:lnTo>
                  <a:lnTo>
                    <a:pt x="20602" y="15528"/>
                  </a:lnTo>
                  <a:lnTo>
                    <a:pt x="20817" y="15067"/>
                  </a:lnTo>
                  <a:lnTo>
                    <a:pt x="21032" y="14575"/>
                  </a:lnTo>
                  <a:lnTo>
                    <a:pt x="21186" y="14052"/>
                  </a:lnTo>
                  <a:lnTo>
                    <a:pt x="21340" y="13560"/>
                  </a:lnTo>
                  <a:lnTo>
                    <a:pt x="21463" y="13037"/>
                  </a:lnTo>
                  <a:lnTo>
                    <a:pt x="21555" y="12484"/>
                  </a:lnTo>
                  <a:lnTo>
                    <a:pt x="21616" y="11961"/>
                  </a:lnTo>
                  <a:lnTo>
                    <a:pt x="21678" y="11408"/>
                  </a:lnTo>
                  <a:lnTo>
                    <a:pt x="21678" y="10854"/>
                  </a:lnTo>
                  <a:lnTo>
                    <a:pt x="21678" y="10270"/>
                  </a:lnTo>
                  <a:lnTo>
                    <a:pt x="21616" y="9717"/>
                  </a:lnTo>
                  <a:lnTo>
                    <a:pt x="21555" y="9194"/>
                  </a:lnTo>
                  <a:lnTo>
                    <a:pt x="21463" y="8640"/>
                  </a:lnTo>
                  <a:lnTo>
                    <a:pt x="21340" y="8118"/>
                  </a:lnTo>
                  <a:lnTo>
                    <a:pt x="21186" y="7626"/>
                  </a:lnTo>
                  <a:lnTo>
                    <a:pt x="21032" y="7103"/>
                  </a:lnTo>
                  <a:lnTo>
                    <a:pt x="20817" y="6611"/>
                  </a:lnTo>
                  <a:lnTo>
                    <a:pt x="20602" y="6150"/>
                  </a:lnTo>
                  <a:lnTo>
                    <a:pt x="20387" y="5689"/>
                  </a:lnTo>
                  <a:lnTo>
                    <a:pt x="20110" y="5227"/>
                  </a:lnTo>
                  <a:lnTo>
                    <a:pt x="19833" y="4766"/>
                  </a:lnTo>
                  <a:lnTo>
                    <a:pt x="19526" y="4366"/>
                  </a:lnTo>
                  <a:lnTo>
                    <a:pt x="19218" y="3936"/>
                  </a:lnTo>
                  <a:lnTo>
                    <a:pt x="18880" y="3567"/>
                  </a:lnTo>
                  <a:lnTo>
                    <a:pt x="18511" y="3167"/>
                  </a:lnTo>
                  <a:lnTo>
                    <a:pt x="18142" y="2829"/>
                  </a:lnTo>
                  <a:lnTo>
                    <a:pt x="17742" y="2491"/>
                  </a:lnTo>
                  <a:lnTo>
                    <a:pt x="17342" y="2152"/>
                  </a:lnTo>
                  <a:lnTo>
                    <a:pt x="16912" y="1845"/>
                  </a:lnTo>
                  <a:lnTo>
                    <a:pt x="16451" y="1568"/>
                  </a:lnTo>
                  <a:lnTo>
                    <a:pt x="16020" y="1322"/>
                  </a:lnTo>
                  <a:lnTo>
                    <a:pt x="15528" y="1076"/>
                  </a:lnTo>
                  <a:lnTo>
                    <a:pt x="15067" y="861"/>
                  </a:lnTo>
                  <a:lnTo>
                    <a:pt x="14575" y="646"/>
                  </a:lnTo>
                  <a:lnTo>
                    <a:pt x="14052" y="492"/>
                  </a:lnTo>
                  <a:lnTo>
                    <a:pt x="13560" y="338"/>
                  </a:lnTo>
                  <a:lnTo>
                    <a:pt x="13038" y="215"/>
                  </a:lnTo>
                  <a:lnTo>
                    <a:pt x="12484" y="123"/>
                  </a:lnTo>
                  <a:lnTo>
                    <a:pt x="11961" y="62"/>
                  </a:lnTo>
                  <a:lnTo>
                    <a:pt x="11408" y="31"/>
                  </a:lnTo>
                  <a:lnTo>
                    <a:pt x="1085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17"/>
            <p:cNvSpPr/>
            <p:nvPr/>
          </p:nvSpPr>
          <p:spPr>
            <a:xfrm>
              <a:off x="1658871" y="3899936"/>
              <a:ext cx="83374" cy="324027"/>
            </a:xfrm>
            <a:custGeom>
              <a:rect b="b" l="l" r="r" t="t"/>
              <a:pathLst>
                <a:path extrusionOk="0" h="7411" w="1907">
                  <a:moveTo>
                    <a:pt x="954" y="0"/>
                  </a:moveTo>
                  <a:lnTo>
                    <a:pt x="738" y="31"/>
                  </a:lnTo>
                  <a:lnTo>
                    <a:pt x="585" y="93"/>
                  </a:lnTo>
                  <a:lnTo>
                    <a:pt x="400" y="154"/>
                  </a:lnTo>
                  <a:lnTo>
                    <a:pt x="277" y="277"/>
                  </a:lnTo>
                  <a:lnTo>
                    <a:pt x="154" y="431"/>
                  </a:lnTo>
                  <a:lnTo>
                    <a:pt x="62" y="585"/>
                  </a:lnTo>
                  <a:lnTo>
                    <a:pt x="0" y="769"/>
                  </a:lnTo>
                  <a:lnTo>
                    <a:pt x="0" y="954"/>
                  </a:lnTo>
                  <a:lnTo>
                    <a:pt x="0" y="7380"/>
                  </a:lnTo>
                  <a:lnTo>
                    <a:pt x="462" y="7411"/>
                  </a:lnTo>
                  <a:lnTo>
                    <a:pt x="1415" y="7411"/>
                  </a:lnTo>
                  <a:lnTo>
                    <a:pt x="1907" y="7380"/>
                  </a:lnTo>
                  <a:lnTo>
                    <a:pt x="1907" y="954"/>
                  </a:lnTo>
                  <a:lnTo>
                    <a:pt x="1876" y="769"/>
                  </a:lnTo>
                  <a:lnTo>
                    <a:pt x="1815" y="585"/>
                  </a:lnTo>
                  <a:lnTo>
                    <a:pt x="1722" y="431"/>
                  </a:lnTo>
                  <a:lnTo>
                    <a:pt x="1630" y="277"/>
                  </a:lnTo>
                  <a:lnTo>
                    <a:pt x="1476" y="154"/>
                  </a:lnTo>
                  <a:lnTo>
                    <a:pt x="1323" y="93"/>
                  </a:lnTo>
                  <a:lnTo>
                    <a:pt x="1138"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17"/>
            <p:cNvSpPr/>
            <p:nvPr/>
          </p:nvSpPr>
          <p:spPr>
            <a:xfrm>
              <a:off x="1767730" y="3484550"/>
              <a:ext cx="83418" cy="242004"/>
            </a:xfrm>
            <a:custGeom>
              <a:rect b="b" l="l" r="r" t="t"/>
              <a:pathLst>
                <a:path extrusionOk="0" h="5535" w="1908">
                  <a:moveTo>
                    <a:pt x="954" y="0"/>
                  </a:moveTo>
                  <a:lnTo>
                    <a:pt x="770" y="31"/>
                  </a:lnTo>
                  <a:lnTo>
                    <a:pt x="585" y="92"/>
                  </a:lnTo>
                  <a:lnTo>
                    <a:pt x="431" y="185"/>
                  </a:lnTo>
                  <a:lnTo>
                    <a:pt x="278" y="277"/>
                  </a:lnTo>
                  <a:lnTo>
                    <a:pt x="155" y="431"/>
                  </a:lnTo>
                  <a:lnTo>
                    <a:pt x="62" y="584"/>
                  </a:lnTo>
                  <a:lnTo>
                    <a:pt x="32" y="769"/>
                  </a:lnTo>
                  <a:lnTo>
                    <a:pt x="1" y="953"/>
                  </a:lnTo>
                  <a:lnTo>
                    <a:pt x="1" y="4582"/>
                  </a:lnTo>
                  <a:lnTo>
                    <a:pt x="32" y="4766"/>
                  </a:lnTo>
                  <a:lnTo>
                    <a:pt x="62" y="4951"/>
                  </a:lnTo>
                  <a:lnTo>
                    <a:pt x="155" y="5104"/>
                  </a:lnTo>
                  <a:lnTo>
                    <a:pt x="278" y="5258"/>
                  </a:lnTo>
                  <a:lnTo>
                    <a:pt x="431" y="5381"/>
                  </a:lnTo>
                  <a:lnTo>
                    <a:pt x="585" y="5473"/>
                  </a:lnTo>
                  <a:lnTo>
                    <a:pt x="770" y="5504"/>
                  </a:lnTo>
                  <a:lnTo>
                    <a:pt x="954" y="5535"/>
                  </a:lnTo>
                  <a:lnTo>
                    <a:pt x="1139" y="5504"/>
                  </a:lnTo>
                  <a:lnTo>
                    <a:pt x="1323" y="5473"/>
                  </a:lnTo>
                  <a:lnTo>
                    <a:pt x="1477" y="5381"/>
                  </a:lnTo>
                  <a:lnTo>
                    <a:pt x="1631" y="5258"/>
                  </a:lnTo>
                  <a:lnTo>
                    <a:pt x="1723" y="5104"/>
                  </a:lnTo>
                  <a:lnTo>
                    <a:pt x="1815" y="4951"/>
                  </a:lnTo>
                  <a:lnTo>
                    <a:pt x="1877" y="4766"/>
                  </a:lnTo>
                  <a:lnTo>
                    <a:pt x="1907" y="4582"/>
                  </a:lnTo>
                  <a:lnTo>
                    <a:pt x="1907" y="953"/>
                  </a:lnTo>
                  <a:lnTo>
                    <a:pt x="1877" y="769"/>
                  </a:lnTo>
                  <a:lnTo>
                    <a:pt x="1815" y="584"/>
                  </a:lnTo>
                  <a:lnTo>
                    <a:pt x="1723" y="431"/>
                  </a:lnTo>
                  <a:lnTo>
                    <a:pt x="1631" y="277"/>
                  </a:lnTo>
                  <a:lnTo>
                    <a:pt x="1477" y="185"/>
                  </a:lnTo>
                  <a:lnTo>
                    <a:pt x="1323" y="92"/>
                  </a:lnTo>
                  <a:lnTo>
                    <a:pt x="1139"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17"/>
            <p:cNvSpPr/>
            <p:nvPr/>
          </p:nvSpPr>
          <p:spPr>
            <a:xfrm>
              <a:off x="1549967" y="3484550"/>
              <a:ext cx="82062" cy="242004"/>
            </a:xfrm>
            <a:custGeom>
              <a:rect b="b" l="l" r="r" t="t"/>
              <a:pathLst>
                <a:path extrusionOk="0" h="5535" w="1877">
                  <a:moveTo>
                    <a:pt x="954" y="0"/>
                  </a:moveTo>
                  <a:lnTo>
                    <a:pt x="739" y="31"/>
                  </a:lnTo>
                  <a:lnTo>
                    <a:pt x="554" y="92"/>
                  </a:lnTo>
                  <a:lnTo>
                    <a:pt x="400" y="185"/>
                  </a:lnTo>
                  <a:lnTo>
                    <a:pt x="277" y="277"/>
                  </a:lnTo>
                  <a:lnTo>
                    <a:pt x="154" y="431"/>
                  </a:lnTo>
                  <a:lnTo>
                    <a:pt x="62" y="584"/>
                  </a:lnTo>
                  <a:lnTo>
                    <a:pt x="1" y="769"/>
                  </a:lnTo>
                  <a:lnTo>
                    <a:pt x="1" y="953"/>
                  </a:lnTo>
                  <a:lnTo>
                    <a:pt x="1" y="4582"/>
                  </a:lnTo>
                  <a:lnTo>
                    <a:pt x="1" y="4766"/>
                  </a:lnTo>
                  <a:lnTo>
                    <a:pt x="62" y="4951"/>
                  </a:lnTo>
                  <a:lnTo>
                    <a:pt x="154" y="5104"/>
                  </a:lnTo>
                  <a:lnTo>
                    <a:pt x="277" y="5258"/>
                  </a:lnTo>
                  <a:lnTo>
                    <a:pt x="400" y="5381"/>
                  </a:lnTo>
                  <a:lnTo>
                    <a:pt x="554" y="5473"/>
                  </a:lnTo>
                  <a:lnTo>
                    <a:pt x="739" y="5504"/>
                  </a:lnTo>
                  <a:lnTo>
                    <a:pt x="954" y="5535"/>
                  </a:lnTo>
                  <a:lnTo>
                    <a:pt x="1138" y="5504"/>
                  </a:lnTo>
                  <a:lnTo>
                    <a:pt x="1323" y="5473"/>
                  </a:lnTo>
                  <a:lnTo>
                    <a:pt x="1477" y="5381"/>
                  </a:lnTo>
                  <a:lnTo>
                    <a:pt x="1600" y="5258"/>
                  </a:lnTo>
                  <a:lnTo>
                    <a:pt x="1723" y="5104"/>
                  </a:lnTo>
                  <a:lnTo>
                    <a:pt x="1815" y="4951"/>
                  </a:lnTo>
                  <a:lnTo>
                    <a:pt x="1876" y="4766"/>
                  </a:lnTo>
                  <a:lnTo>
                    <a:pt x="1876" y="4582"/>
                  </a:lnTo>
                  <a:lnTo>
                    <a:pt x="1876" y="953"/>
                  </a:lnTo>
                  <a:lnTo>
                    <a:pt x="1876" y="769"/>
                  </a:lnTo>
                  <a:lnTo>
                    <a:pt x="1815" y="584"/>
                  </a:lnTo>
                  <a:lnTo>
                    <a:pt x="1723" y="431"/>
                  </a:lnTo>
                  <a:lnTo>
                    <a:pt x="1600" y="277"/>
                  </a:lnTo>
                  <a:lnTo>
                    <a:pt x="1477" y="185"/>
                  </a:lnTo>
                  <a:lnTo>
                    <a:pt x="1323" y="92"/>
                  </a:lnTo>
                  <a:lnTo>
                    <a:pt x="1138"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17"/>
            <p:cNvSpPr/>
            <p:nvPr/>
          </p:nvSpPr>
          <p:spPr>
            <a:xfrm>
              <a:off x="1506948" y="3672722"/>
              <a:ext cx="385873" cy="320005"/>
            </a:xfrm>
            <a:custGeom>
              <a:rect b="b" l="l" r="r" t="t"/>
              <a:pathLst>
                <a:path extrusionOk="0" h="7319" w="8826">
                  <a:moveTo>
                    <a:pt x="1138" y="1"/>
                  </a:moveTo>
                  <a:lnTo>
                    <a:pt x="893" y="32"/>
                  </a:lnTo>
                  <a:lnTo>
                    <a:pt x="708" y="93"/>
                  </a:lnTo>
                  <a:lnTo>
                    <a:pt x="493" y="185"/>
                  </a:lnTo>
                  <a:lnTo>
                    <a:pt x="339" y="339"/>
                  </a:lnTo>
                  <a:lnTo>
                    <a:pt x="185" y="493"/>
                  </a:lnTo>
                  <a:lnTo>
                    <a:pt x="93" y="677"/>
                  </a:lnTo>
                  <a:lnTo>
                    <a:pt x="32" y="893"/>
                  </a:lnTo>
                  <a:lnTo>
                    <a:pt x="1" y="1139"/>
                  </a:lnTo>
                  <a:lnTo>
                    <a:pt x="1" y="3814"/>
                  </a:lnTo>
                  <a:lnTo>
                    <a:pt x="32" y="4183"/>
                  </a:lnTo>
                  <a:lnTo>
                    <a:pt x="62" y="4521"/>
                  </a:lnTo>
                  <a:lnTo>
                    <a:pt x="155" y="4859"/>
                  </a:lnTo>
                  <a:lnTo>
                    <a:pt x="278" y="5197"/>
                  </a:lnTo>
                  <a:lnTo>
                    <a:pt x="431" y="5505"/>
                  </a:lnTo>
                  <a:lnTo>
                    <a:pt x="616" y="5782"/>
                  </a:lnTo>
                  <a:lnTo>
                    <a:pt x="800" y="6058"/>
                  </a:lnTo>
                  <a:lnTo>
                    <a:pt x="1046" y="6304"/>
                  </a:lnTo>
                  <a:lnTo>
                    <a:pt x="1292" y="6520"/>
                  </a:lnTo>
                  <a:lnTo>
                    <a:pt x="1569" y="6735"/>
                  </a:lnTo>
                  <a:lnTo>
                    <a:pt x="1846" y="6919"/>
                  </a:lnTo>
                  <a:lnTo>
                    <a:pt x="2153" y="7042"/>
                  </a:lnTo>
                  <a:lnTo>
                    <a:pt x="2461" y="7165"/>
                  </a:lnTo>
                  <a:lnTo>
                    <a:pt x="2799" y="7257"/>
                  </a:lnTo>
                  <a:lnTo>
                    <a:pt x="3168" y="7319"/>
                  </a:lnTo>
                  <a:lnTo>
                    <a:pt x="5689" y="7319"/>
                  </a:lnTo>
                  <a:lnTo>
                    <a:pt x="6027" y="7257"/>
                  </a:lnTo>
                  <a:lnTo>
                    <a:pt x="6366" y="7165"/>
                  </a:lnTo>
                  <a:lnTo>
                    <a:pt x="6673" y="7042"/>
                  </a:lnTo>
                  <a:lnTo>
                    <a:pt x="6981" y="6919"/>
                  </a:lnTo>
                  <a:lnTo>
                    <a:pt x="7288" y="6735"/>
                  </a:lnTo>
                  <a:lnTo>
                    <a:pt x="7565" y="6520"/>
                  </a:lnTo>
                  <a:lnTo>
                    <a:pt x="7811" y="6304"/>
                  </a:lnTo>
                  <a:lnTo>
                    <a:pt x="8026" y="6058"/>
                  </a:lnTo>
                  <a:lnTo>
                    <a:pt x="8241" y="5782"/>
                  </a:lnTo>
                  <a:lnTo>
                    <a:pt x="8395" y="5505"/>
                  </a:lnTo>
                  <a:lnTo>
                    <a:pt x="8549" y="5197"/>
                  </a:lnTo>
                  <a:lnTo>
                    <a:pt x="8672" y="4859"/>
                  </a:lnTo>
                  <a:lnTo>
                    <a:pt x="8764" y="4521"/>
                  </a:lnTo>
                  <a:lnTo>
                    <a:pt x="8826" y="4183"/>
                  </a:lnTo>
                  <a:lnTo>
                    <a:pt x="8826" y="3814"/>
                  </a:lnTo>
                  <a:lnTo>
                    <a:pt x="8826" y="1139"/>
                  </a:lnTo>
                  <a:lnTo>
                    <a:pt x="8826" y="893"/>
                  </a:lnTo>
                  <a:lnTo>
                    <a:pt x="8733" y="677"/>
                  </a:lnTo>
                  <a:lnTo>
                    <a:pt x="8641" y="493"/>
                  </a:lnTo>
                  <a:lnTo>
                    <a:pt x="8487" y="339"/>
                  </a:lnTo>
                  <a:lnTo>
                    <a:pt x="8334" y="185"/>
                  </a:lnTo>
                  <a:lnTo>
                    <a:pt x="8149" y="93"/>
                  </a:lnTo>
                  <a:lnTo>
                    <a:pt x="7934" y="32"/>
                  </a:lnTo>
                  <a:lnTo>
                    <a:pt x="7719" y="1"/>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17"/>
            <p:cNvSpPr/>
            <p:nvPr/>
          </p:nvSpPr>
          <p:spPr>
            <a:xfrm>
              <a:off x="1506948" y="3672722"/>
              <a:ext cx="259522" cy="320005"/>
            </a:xfrm>
            <a:custGeom>
              <a:rect b="b" l="l" r="r" t="t"/>
              <a:pathLst>
                <a:path extrusionOk="0" h="7319" w="5936">
                  <a:moveTo>
                    <a:pt x="1138" y="1"/>
                  </a:moveTo>
                  <a:lnTo>
                    <a:pt x="893" y="32"/>
                  </a:lnTo>
                  <a:lnTo>
                    <a:pt x="708" y="93"/>
                  </a:lnTo>
                  <a:lnTo>
                    <a:pt x="493" y="185"/>
                  </a:lnTo>
                  <a:lnTo>
                    <a:pt x="339" y="339"/>
                  </a:lnTo>
                  <a:lnTo>
                    <a:pt x="185" y="493"/>
                  </a:lnTo>
                  <a:lnTo>
                    <a:pt x="93" y="677"/>
                  </a:lnTo>
                  <a:lnTo>
                    <a:pt x="32" y="893"/>
                  </a:lnTo>
                  <a:lnTo>
                    <a:pt x="1" y="1139"/>
                  </a:lnTo>
                  <a:lnTo>
                    <a:pt x="1" y="3814"/>
                  </a:lnTo>
                  <a:lnTo>
                    <a:pt x="32" y="4183"/>
                  </a:lnTo>
                  <a:lnTo>
                    <a:pt x="62" y="4521"/>
                  </a:lnTo>
                  <a:lnTo>
                    <a:pt x="155" y="4859"/>
                  </a:lnTo>
                  <a:lnTo>
                    <a:pt x="278" y="5197"/>
                  </a:lnTo>
                  <a:lnTo>
                    <a:pt x="431" y="5505"/>
                  </a:lnTo>
                  <a:lnTo>
                    <a:pt x="616" y="5782"/>
                  </a:lnTo>
                  <a:lnTo>
                    <a:pt x="800" y="6058"/>
                  </a:lnTo>
                  <a:lnTo>
                    <a:pt x="1046" y="6304"/>
                  </a:lnTo>
                  <a:lnTo>
                    <a:pt x="1292" y="6520"/>
                  </a:lnTo>
                  <a:lnTo>
                    <a:pt x="1569" y="6735"/>
                  </a:lnTo>
                  <a:lnTo>
                    <a:pt x="1846" y="6919"/>
                  </a:lnTo>
                  <a:lnTo>
                    <a:pt x="2153" y="7042"/>
                  </a:lnTo>
                  <a:lnTo>
                    <a:pt x="2461" y="7165"/>
                  </a:lnTo>
                  <a:lnTo>
                    <a:pt x="2799" y="7257"/>
                  </a:lnTo>
                  <a:lnTo>
                    <a:pt x="3168" y="7319"/>
                  </a:lnTo>
                  <a:lnTo>
                    <a:pt x="5628" y="7319"/>
                  </a:lnTo>
                  <a:lnTo>
                    <a:pt x="5935" y="7288"/>
                  </a:lnTo>
                  <a:lnTo>
                    <a:pt x="5628" y="7227"/>
                  </a:lnTo>
                  <a:lnTo>
                    <a:pt x="5320" y="7134"/>
                  </a:lnTo>
                  <a:lnTo>
                    <a:pt x="5044" y="7011"/>
                  </a:lnTo>
                  <a:lnTo>
                    <a:pt x="4767" y="6858"/>
                  </a:lnTo>
                  <a:lnTo>
                    <a:pt x="4521" y="6704"/>
                  </a:lnTo>
                  <a:lnTo>
                    <a:pt x="4275" y="6520"/>
                  </a:lnTo>
                  <a:lnTo>
                    <a:pt x="4060" y="6304"/>
                  </a:lnTo>
                  <a:lnTo>
                    <a:pt x="3844" y="6089"/>
                  </a:lnTo>
                  <a:lnTo>
                    <a:pt x="3660" y="5843"/>
                  </a:lnTo>
                  <a:lnTo>
                    <a:pt x="3506" y="5597"/>
                  </a:lnTo>
                  <a:lnTo>
                    <a:pt x="3352" y="5320"/>
                  </a:lnTo>
                  <a:lnTo>
                    <a:pt x="3229" y="5044"/>
                  </a:lnTo>
                  <a:lnTo>
                    <a:pt x="3137" y="4767"/>
                  </a:lnTo>
                  <a:lnTo>
                    <a:pt x="3076" y="4459"/>
                  </a:lnTo>
                  <a:lnTo>
                    <a:pt x="3045" y="4152"/>
                  </a:lnTo>
                  <a:lnTo>
                    <a:pt x="3014" y="3814"/>
                  </a:lnTo>
                  <a:lnTo>
                    <a:pt x="3014" y="1139"/>
                  </a:lnTo>
                  <a:lnTo>
                    <a:pt x="3045" y="893"/>
                  </a:lnTo>
                  <a:lnTo>
                    <a:pt x="3106" y="677"/>
                  </a:lnTo>
                  <a:lnTo>
                    <a:pt x="3199" y="493"/>
                  </a:lnTo>
                  <a:lnTo>
                    <a:pt x="3352" y="339"/>
                  </a:lnTo>
                  <a:lnTo>
                    <a:pt x="3506" y="185"/>
                  </a:lnTo>
                  <a:lnTo>
                    <a:pt x="3721" y="93"/>
                  </a:lnTo>
                  <a:lnTo>
                    <a:pt x="3906" y="32"/>
                  </a:lnTo>
                  <a:lnTo>
                    <a:pt x="4152" y="1"/>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17"/>
            <p:cNvSpPr/>
            <p:nvPr/>
          </p:nvSpPr>
          <p:spPr>
            <a:xfrm>
              <a:off x="1650783" y="3773540"/>
              <a:ext cx="99550" cy="82067"/>
            </a:xfrm>
            <a:custGeom>
              <a:rect b="b" l="l" r="r" t="t"/>
              <a:pathLst>
                <a:path extrusionOk="0" h="1877" w="2277">
                  <a:moveTo>
                    <a:pt x="739" y="1"/>
                  </a:moveTo>
                  <a:lnTo>
                    <a:pt x="585" y="62"/>
                  </a:lnTo>
                  <a:lnTo>
                    <a:pt x="401" y="155"/>
                  </a:lnTo>
                  <a:lnTo>
                    <a:pt x="278" y="278"/>
                  </a:lnTo>
                  <a:lnTo>
                    <a:pt x="155" y="401"/>
                  </a:lnTo>
                  <a:lnTo>
                    <a:pt x="62" y="554"/>
                  </a:lnTo>
                  <a:lnTo>
                    <a:pt x="1" y="739"/>
                  </a:lnTo>
                  <a:lnTo>
                    <a:pt x="1" y="923"/>
                  </a:lnTo>
                  <a:lnTo>
                    <a:pt x="1" y="1139"/>
                  </a:lnTo>
                  <a:lnTo>
                    <a:pt x="62" y="1292"/>
                  </a:lnTo>
                  <a:lnTo>
                    <a:pt x="155" y="1477"/>
                  </a:lnTo>
                  <a:lnTo>
                    <a:pt x="278" y="1600"/>
                  </a:lnTo>
                  <a:lnTo>
                    <a:pt x="401" y="1723"/>
                  </a:lnTo>
                  <a:lnTo>
                    <a:pt x="585" y="1815"/>
                  </a:lnTo>
                  <a:lnTo>
                    <a:pt x="739" y="1877"/>
                  </a:lnTo>
                  <a:lnTo>
                    <a:pt x="1508" y="1877"/>
                  </a:lnTo>
                  <a:lnTo>
                    <a:pt x="1692" y="1815"/>
                  </a:lnTo>
                  <a:lnTo>
                    <a:pt x="1846" y="1723"/>
                  </a:lnTo>
                  <a:lnTo>
                    <a:pt x="2000" y="1600"/>
                  </a:lnTo>
                  <a:lnTo>
                    <a:pt x="2092" y="1477"/>
                  </a:lnTo>
                  <a:lnTo>
                    <a:pt x="2184" y="1292"/>
                  </a:lnTo>
                  <a:lnTo>
                    <a:pt x="2245" y="1139"/>
                  </a:lnTo>
                  <a:lnTo>
                    <a:pt x="2276" y="923"/>
                  </a:lnTo>
                  <a:lnTo>
                    <a:pt x="2245" y="739"/>
                  </a:lnTo>
                  <a:lnTo>
                    <a:pt x="2184" y="554"/>
                  </a:lnTo>
                  <a:lnTo>
                    <a:pt x="2092" y="401"/>
                  </a:lnTo>
                  <a:lnTo>
                    <a:pt x="2000" y="278"/>
                  </a:lnTo>
                  <a:lnTo>
                    <a:pt x="1846" y="155"/>
                  </a:lnTo>
                  <a:lnTo>
                    <a:pt x="1692" y="62"/>
                  </a:lnTo>
                  <a:lnTo>
                    <a:pt x="1508" y="1"/>
                  </a:lnTo>
                  <a:close/>
                </a:path>
              </a:pathLst>
            </a:custGeom>
            <a:solidFill>
              <a:srgbClr val="7B6C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8"/>
          <p:cNvSpPr/>
          <p:nvPr/>
        </p:nvSpPr>
        <p:spPr>
          <a:xfrm>
            <a:off x="0" y="3365221"/>
            <a:ext cx="5411221" cy="1778279"/>
          </a:xfrm>
          <a:custGeom>
            <a:rect b="b" l="l" r="r" t="t"/>
            <a:pathLst>
              <a:path extrusionOk="0" h="23537" w="71622">
                <a:moveTo>
                  <a:pt x="53647" y="13704"/>
                </a:moveTo>
                <a:lnTo>
                  <a:pt x="53862" y="13919"/>
                </a:lnTo>
                <a:lnTo>
                  <a:pt x="54108" y="14104"/>
                </a:lnTo>
                <a:lnTo>
                  <a:pt x="54354" y="14257"/>
                </a:lnTo>
                <a:lnTo>
                  <a:pt x="54630" y="14380"/>
                </a:lnTo>
                <a:lnTo>
                  <a:pt x="54907" y="14472"/>
                </a:lnTo>
                <a:lnTo>
                  <a:pt x="55214" y="14564"/>
                </a:lnTo>
                <a:lnTo>
                  <a:pt x="55521" y="14595"/>
                </a:lnTo>
                <a:lnTo>
                  <a:pt x="55829" y="14626"/>
                </a:lnTo>
                <a:lnTo>
                  <a:pt x="55829" y="16224"/>
                </a:lnTo>
                <a:lnTo>
                  <a:pt x="55460" y="16193"/>
                </a:lnTo>
                <a:lnTo>
                  <a:pt x="55153" y="16224"/>
                </a:lnTo>
                <a:lnTo>
                  <a:pt x="54876" y="16285"/>
                </a:lnTo>
                <a:lnTo>
                  <a:pt x="54600" y="16347"/>
                </a:lnTo>
                <a:lnTo>
                  <a:pt x="54385" y="16439"/>
                </a:lnTo>
                <a:lnTo>
                  <a:pt x="54170" y="16562"/>
                </a:lnTo>
                <a:lnTo>
                  <a:pt x="53985" y="16685"/>
                </a:lnTo>
                <a:lnTo>
                  <a:pt x="53801" y="16807"/>
                </a:lnTo>
                <a:lnTo>
                  <a:pt x="53524" y="16685"/>
                </a:lnTo>
                <a:lnTo>
                  <a:pt x="53186" y="16592"/>
                </a:lnTo>
                <a:lnTo>
                  <a:pt x="52787" y="16500"/>
                </a:lnTo>
                <a:lnTo>
                  <a:pt x="52449" y="16469"/>
                </a:lnTo>
                <a:lnTo>
                  <a:pt x="52142" y="16469"/>
                </a:lnTo>
                <a:lnTo>
                  <a:pt x="51834" y="16500"/>
                </a:lnTo>
                <a:lnTo>
                  <a:pt x="51589" y="16562"/>
                </a:lnTo>
                <a:lnTo>
                  <a:pt x="51343" y="16623"/>
                </a:lnTo>
                <a:lnTo>
                  <a:pt x="51128" y="16746"/>
                </a:lnTo>
                <a:lnTo>
                  <a:pt x="50974" y="16869"/>
                </a:lnTo>
                <a:lnTo>
                  <a:pt x="50974" y="15609"/>
                </a:lnTo>
                <a:lnTo>
                  <a:pt x="51404" y="15578"/>
                </a:lnTo>
                <a:lnTo>
                  <a:pt x="51804" y="15486"/>
                </a:lnTo>
                <a:lnTo>
                  <a:pt x="52234" y="15333"/>
                </a:lnTo>
                <a:lnTo>
                  <a:pt x="52603" y="15148"/>
                </a:lnTo>
                <a:lnTo>
                  <a:pt x="52787" y="15025"/>
                </a:lnTo>
                <a:lnTo>
                  <a:pt x="52941" y="14872"/>
                </a:lnTo>
                <a:lnTo>
                  <a:pt x="53094" y="14718"/>
                </a:lnTo>
                <a:lnTo>
                  <a:pt x="53248" y="14564"/>
                </a:lnTo>
                <a:lnTo>
                  <a:pt x="53371" y="14380"/>
                </a:lnTo>
                <a:lnTo>
                  <a:pt x="53463" y="14165"/>
                </a:lnTo>
                <a:lnTo>
                  <a:pt x="53555" y="13950"/>
                </a:lnTo>
                <a:lnTo>
                  <a:pt x="53647" y="13704"/>
                </a:lnTo>
                <a:close/>
                <a:moveTo>
                  <a:pt x="64862" y="9863"/>
                </a:moveTo>
                <a:lnTo>
                  <a:pt x="64985" y="10017"/>
                </a:lnTo>
                <a:lnTo>
                  <a:pt x="65108" y="10109"/>
                </a:lnTo>
                <a:lnTo>
                  <a:pt x="65262" y="10201"/>
                </a:lnTo>
                <a:lnTo>
                  <a:pt x="65446" y="10232"/>
                </a:lnTo>
                <a:lnTo>
                  <a:pt x="65292" y="11891"/>
                </a:lnTo>
                <a:lnTo>
                  <a:pt x="65262" y="12537"/>
                </a:lnTo>
                <a:lnTo>
                  <a:pt x="65231" y="13182"/>
                </a:lnTo>
                <a:lnTo>
                  <a:pt x="65231" y="20925"/>
                </a:lnTo>
                <a:lnTo>
                  <a:pt x="64155" y="20587"/>
                </a:lnTo>
                <a:lnTo>
                  <a:pt x="63019" y="20249"/>
                </a:lnTo>
                <a:lnTo>
                  <a:pt x="61759" y="19880"/>
                </a:lnTo>
                <a:lnTo>
                  <a:pt x="60468" y="19542"/>
                </a:lnTo>
                <a:lnTo>
                  <a:pt x="60499" y="19296"/>
                </a:lnTo>
                <a:lnTo>
                  <a:pt x="60499" y="19020"/>
                </a:lnTo>
                <a:lnTo>
                  <a:pt x="60438" y="18712"/>
                </a:lnTo>
                <a:lnTo>
                  <a:pt x="60407" y="18528"/>
                </a:lnTo>
                <a:lnTo>
                  <a:pt x="60345" y="18374"/>
                </a:lnTo>
                <a:lnTo>
                  <a:pt x="60253" y="18221"/>
                </a:lnTo>
                <a:lnTo>
                  <a:pt x="60130" y="18036"/>
                </a:lnTo>
                <a:lnTo>
                  <a:pt x="59977" y="17883"/>
                </a:lnTo>
                <a:lnTo>
                  <a:pt x="59792" y="17729"/>
                </a:lnTo>
                <a:lnTo>
                  <a:pt x="59608" y="17576"/>
                </a:lnTo>
                <a:lnTo>
                  <a:pt x="59362" y="17453"/>
                </a:lnTo>
                <a:lnTo>
                  <a:pt x="59055" y="17330"/>
                </a:lnTo>
                <a:lnTo>
                  <a:pt x="58748" y="17238"/>
                </a:lnTo>
                <a:lnTo>
                  <a:pt x="58440" y="17176"/>
                </a:lnTo>
                <a:lnTo>
                  <a:pt x="58133" y="17115"/>
                </a:lnTo>
                <a:lnTo>
                  <a:pt x="58010" y="16961"/>
                </a:lnTo>
                <a:lnTo>
                  <a:pt x="57826" y="16838"/>
                </a:lnTo>
                <a:lnTo>
                  <a:pt x="57642" y="16715"/>
                </a:lnTo>
                <a:lnTo>
                  <a:pt x="57426" y="16592"/>
                </a:lnTo>
                <a:lnTo>
                  <a:pt x="57211" y="16469"/>
                </a:lnTo>
                <a:lnTo>
                  <a:pt x="56935" y="16377"/>
                </a:lnTo>
                <a:lnTo>
                  <a:pt x="56628" y="16316"/>
                </a:lnTo>
                <a:lnTo>
                  <a:pt x="56290" y="16254"/>
                </a:lnTo>
                <a:lnTo>
                  <a:pt x="56197" y="16254"/>
                </a:lnTo>
                <a:lnTo>
                  <a:pt x="56197" y="14626"/>
                </a:lnTo>
                <a:lnTo>
                  <a:pt x="56720" y="14564"/>
                </a:lnTo>
                <a:lnTo>
                  <a:pt x="56996" y="14534"/>
                </a:lnTo>
                <a:lnTo>
                  <a:pt x="57242" y="14442"/>
                </a:lnTo>
                <a:lnTo>
                  <a:pt x="57488" y="14349"/>
                </a:lnTo>
                <a:lnTo>
                  <a:pt x="57703" y="14257"/>
                </a:lnTo>
                <a:lnTo>
                  <a:pt x="57918" y="14104"/>
                </a:lnTo>
                <a:lnTo>
                  <a:pt x="58133" y="13950"/>
                </a:lnTo>
                <a:lnTo>
                  <a:pt x="58318" y="13766"/>
                </a:lnTo>
                <a:lnTo>
                  <a:pt x="58502" y="13581"/>
                </a:lnTo>
                <a:lnTo>
                  <a:pt x="58625" y="13335"/>
                </a:lnTo>
                <a:lnTo>
                  <a:pt x="58778" y="13090"/>
                </a:lnTo>
                <a:lnTo>
                  <a:pt x="58871" y="12813"/>
                </a:lnTo>
                <a:lnTo>
                  <a:pt x="58932" y="12506"/>
                </a:lnTo>
                <a:lnTo>
                  <a:pt x="58993" y="12199"/>
                </a:lnTo>
                <a:lnTo>
                  <a:pt x="59024" y="11830"/>
                </a:lnTo>
                <a:lnTo>
                  <a:pt x="59424" y="11768"/>
                </a:lnTo>
                <a:lnTo>
                  <a:pt x="59823" y="11707"/>
                </a:lnTo>
                <a:lnTo>
                  <a:pt x="60223" y="11615"/>
                </a:lnTo>
                <a:lnTo>
                  <a:pt x="60622" y="11492"/>
                </a:lnTo>
                <a:lnTo>
                  <a:pt x="64862" y="9863"/>
                </a:lnTo>
                <a:close/>
                <a:moveTo>
                  <a:pt x="45812" y="0"/>
                </a:moveTo>
                <a:lnTo>
                  <a:pt x="45474" y="400"/>
                </a:lnTo>
                <a:lnTo>
                  <a:pt x="45167" y="830"/>
                </a:lnTo>
                <a:lnTo>
                  <a:pt x="44921" y="1291"/>
                </a:lnTo>
                <a:lnTo>
                  <a:pt x="44737" y="1752"/>
                </a:lnTo>
                <a:lnTo>
                  <a:pt x="43416" y="5500"/>
                </a:lnTo>
                <a:lnTo>
                  <a:pt x="43293" y="5531"/>
                </a:lnTo>
                <a:lnTo>
                  <a:pt x="43139" y="5593"/>
                </a:lnTo>
                <a:lnTo>
                  <a:pt x="43047" y="5654"/>
                </a:lnTo>
                <a:lnTo>
                  <a:pt x="42924" y="5715"/>
                </a:lnTo>
                <a:lnTo>
                  <a:pt x="42832" y="5808"/>
                </a:lnTo>
                <a:lnTo>
                  <a:pt x="42740" y="5931"/>
                </a:lnTo>
                <a:lnTo>
                  <a:pt x="42678" y="6053"/>
                </a:lnTo>
                <a:lnTo>
                  <a:pt x="42647" y="6176"/>
                </a:lnTo>
                <a:lnTo>
                  <a:pt x="38622" y="7682"/>
                </a:lnTo>
                <a:lnTo>
                  <a:pt x="38131" y="7897"/>
                </a:lnTo>
                <a:lnTo>
                  <a:pt x="37701" y="8143"/>
                </a:lnTo>
                <a:lnTo>
                  <a:pt x="37270" y="8450"/>
                </a:lnTo>
                <a:lnTo>
                  <a:pt x="36871" y="8788"/>
                </a:lnTo>
                <a:lnTo>
                  <a:pt x="37393" y="8788"/>
                </a:lnTo>
                <a:lnTo>
                  <a:pt x="37916" y="8727"/>
                </a:lnTo>
                <a:lnTo>
                  <a:pt x="38438" y="8634"/>
                </a:lnTo>
                <a:lnTo>
                  <a:pt x="38930" y="8481"/>
                </a:lnTo>
                <a:lnTo>
                  <a:pt x="42801" y="7006"/>
                </a:lnTo>
                <a:lnTo>
                  <a:pt x="42893" y="7129"/>
                </a:lnTo>
                <a:lnTo>
                  <a:pt x="43016" y="7221"/>
                </a:lnTo>
                <a:lnTo>
                  <a:pt x="43170" y="7282"/>
                </a:lnTo>
                <a:lnTo>
                  <a:pt x="43293" y="7344"/>
                </a:lnTo>
                <a:lnTo>
                  <a:pt x="43170" y="8849"/>
                </a:lnTo>
                <a:lnTo>
                  <a:pt x="43139" y="9433"/>
                </a:lnTo>
                <a:lnTo>
                  <a:pt x="43139" y="10017"/>
                </a:lnTo>
                <a:lnTo>
                  <a:pt x="43139" y="17053"/>
                </a:lnTo>
                <a:lnTo>
                  <a:pt x="40927" y="16961"/>
                </a:lnTo>
                <a:lnTo>
                  <a:pt x="38653" y="16930"/>
                </a:lnTo>
                <a:lnTo>
                  <a:pt x="38622" y="16715"/>
                </a:lnTo>
                <a:lnTo>
                  <a:pt x="38561" y="16439"/>
                </a:lnTo>
                <a:lnTo>
                  <a:pt x="38438" y="16131"/>
                </a:lnTo>
                <a:lnTo>
                  <a:pt x="38346" y="15978"/>
                </a:lnTo>
                <a:lnTo>
                  <a:pt x="38254" y="15824"/>
                </a:lnTo>
                <a:lnTo>
                  <a:pt x="38131" y="15701"/>
                </a:lnTo>
                <a:lnTo>
                  <a:pt x="37977" y="15548"/>
                </a:lnTo>
                <a:lnTo>
                  <a:pt x="37793" y="15425"/>
                </a:lnTo>
                <a:lnTo>
                  <a:pt x="37578" y="15333"/>
                </a:lnTo>
                <a:lnTo>
                  <a:pt x="37332" y="15240"/>
                </a:lnTo>
                <a:lnTo>
                  <a:pt x="37055" y="15179"/>
                </a:lnTo>
                <a:lnTo>
                  <a:pt x="36748" y="15118"/>
                </a:lnTo>
                <a:lnTo>
                  <a:pt x="36410" y="15118"/>
                </a:lnTo>
                <a:lnTo>
                  <a:pt x="35888" y="15148"/>
                </a:lnTo>
                <a:lnTo>
                  <a:pt x="35427" y="15240"/>
                </a:lnTo>
                <a:lnTo>
                  <a:pt x="35120" y="15056"/>
                </a:lnTo>
                <a:lnTo>
                  <a:pt x="34720" y="14902"/>
                </a:lnTo>
                <a:lnTo>
                  <a:pt x="34259" y="14810"/>
                </a:lnTo>
                <a:lnTo>
                  <a:pt x="33737" y="14780"/>
                </a:lnTo>
                <a:lnTo>
                  <a:pt x="33245" y="14780"/>
                </a:lnTo>
                <a:lnTo>
                  <a:pt x="32815" y="14841"/>
                </a:lnTo>
                <a:lnTo>
                  <a:pt x="32416" y="14933"/>
                </a:lnTo>
                <a:lnTo>
                  <a:pt x="32108" y="15056"/>
                </a:lnTo>
                <a:lnTo>
                  <a:pt x="32108" y="12875"/>
                </a:lnTo>
                <a:lnTo>
                  <a:pt x="32600" y="12813"/>
                </a:lnTo>
                <a:lnTo>
                  <a:pt x="32877" y="12752"/>
                </a:lnTo>
                <a:lnTo>
                  <a:pt x="33122" y="12690"/>
                </a:lnTo>
                <a:lnTo>
                  <a:pt x="33368" y="12598"/>
                </a:lnTo>
                <a:lnTo>
                  <a:pt x="33583" y="12475"/>
                </a:lnTo>
                <a:lnTo>
                  <a:pt x="33798" y="12352"/>
                </a:lnTo>
                <a:lnTo>
                  <a:pt x="34013" y="12199"/>
                </a:lnTo>
                <a:lnTo>
                  <a:pt x="34198" y="12014"/>
                </a:lnTo>
                <a:lnTo>
                  <a:pt x="34382" y="11799"/>
                </a:lnTo>
                <a:lnTo>
                  <a:pt x="34536" y="11584"/>
                </a:lnTo>
                <a:lnTo>
                  <a:pt x="34659" y="11308"/>
                </a:lnTo>
                <a:lnTo>
                  <a:pt x="34751" y="11031"/>
                </a:lnTo>
                <a:lnTo>
                  <a:pt x="34843" y="10724"/>
                </a:lnTo>
                <a:lnTo>
                  <a:pt x="34874" y="10416"/>
                </a:lnTo>
                <a:lnTo>
                  <a:pt x="34904" y="10048"/>
                </a:lnTo>
                <a:lnTo>
                  <a:pt x="34874" y="9618"/>
                </a:lnTo>
                <a:lnTo>
                  <a:pt x="34843" y="9126"/>
                </a:lnTo>
                <a:lnTo>
                  <a:pt x="34751" y="8604"/>
                </a:lnTo>
                <a:lnTo>
                  <a:pt x="34628" y="8081"/>
                </a:lnTo>
                <a:lnTo>
                  <a:pt x="34505" y="7498"/>
                </a:lnTo>
                <a:lnTo>
                  <a:pt x="34321" y="6914"/>
                </a:lnTo>
                <a:lnTo>
                  <a:pt x="34136" y="6361"/>
                </a:lnTo>
                <a:lnTo>
                  <a:pt x="33952" y="5808"/>
                </a:lnTo>
                <a:lnTo>
                  <a:pt x="33737" y="5255"/>
                </a:lnTo>
                <a:lnTo>
                  <a:pt x="33491" y="4763"/>
                </a:lnTo>
                <a:lnTo>
                  <a:pt x="33245" y="4302"/>
                </a:lnTo>
                <a:lnTo>
                  <a:pt x="32969" y="3933"/>
                </a:lnTo>
                <a:lnTo>
                  <a:pt x="32723" y="3595"/>
                </a:lnTo>
                <a:lnTo>
                  <a:pt x="32446" y="3350"/>
                </a:lnTo>
                <a:lnTo>
                  <a:pt x="32324" y="3257"/>
                </a:lnTo>
                <a:lnTo>
                  <a:pt x="32170" y="3196"/>
                </a:lnTo>
                <a:lnTo>
                  <a:pt x="32047" y="3165"/>
                </a:lnTo>
                <a:lnTo>
                  <a:pt x="31893" y="3134"/>
                </a:lnTo>
                <a:lnTo>
                  <a:pt x="31770" y="3165"/>
                </a:lnTo>
                <a:lnTo>
                  <a:pt x="31617" y="3196"/>
                </a:lnTo>
                <a:lnTo>
                  <a:pt x="31494" y="3257"/>
                </a:lnTo>
                <a:lnTo>
                  <a:pt x="31340" y="3350"/>
                </a:lnTo>
                <a:lnTo>
                  <a:pt x="31095" y="3595"/>
                </a:lnTo>
                <a:lnTo>
                  <a:pt x="30818" y="3933"/>
                </a:lnTo>
                <a:lnTo>
                  <a:pt x="30572" y="4302"/>
                </a:lnTo>
                <a:lnTo>
                  <a:pt x="30326" y="4763"/>
                </a:lnTo>
                <a:lnTo>
                  <a:pt x="30081" y="5255"/>
                </a:lnTo>
                <a:lnTo>
                  <a:pt x="29865" y="5808"/>
                </a:lnTo>
                <a:lnTo>
                  <a:pt x="29650" y="6361"/>
                </a:lnTo>
                <a:lnTo>
                  <a:pt x="29466" y="6914"/>
                </a:lnTo>
                <a:lnTo>
                  <a:pt x="29312" y="7498"/>
                </a:lnTo>
                <a:lnTo>
                  <a:pt x="29159" y="8081"/>
                </a:lnTo>
                <a:lnTo>
                  <a:pt x="29067" y="8604"/>
                </a:lnTo>
                <a:lnTo>
                  <a:pt x="28974" y="9126"/>
                </a:lnTo>
                <a:lnTo>
                  <a:pt x="28913" y="9618"/>
                </a:lnTo>
                <a:lnTo>
                  <a:pt x="28913" y="10048"/>
                </a:lnTo>
                <a:lnTo>
                  <a:pt x="28913" y="10416"/>
                </a:lnTo>
                <a:lnTo>
                  <a:pt x="28974" y="10724"/>
                </a:lnTo>
                <a:lnTo>
                  <a:pt x="29036" y="11031"/>
                </a:lnTo>
                <a:lnTo>
                  <a:pt x="29159" y="11308"/>
                </a:lnTo>
                <a:lnTo>
                  <a:pt x="29282" y="11584"/>
                </a:lnTo>
                <a:lnTo>
                  <a:pt x="29435" y="11799"/>
                </a:lnTo>
                <a:lnTo>
                  <a:pt x="29589" y="12014"/>
                </a:lnTo>
                <a:lnTo>
                  <a:pt x="29773" y="12199"/>
                </a:lnTo>
                <a:lnTo>
                  <a:pt x="29988" y="12352"/>
                </a:lnTo>
                <a:lnTo>
                  <a:pt x="30203" y="12475"/>
                </a:lnTo>
                <a:lnTo>
                  <a:pt x="30449" y="12598"/>
                </a:lnTo>
                <a:lnTo>
                  <a:pt x="30695" y="12690"/>
                </a:lnTo>
                <a:lnTo>
                  <a:pt x="30941" y="12752"/>
                </a:lnTo>
                <a:lnTo>
                  <a:pt x="31187" y="12813"/>
                </a:lnTo>
                <a:lnTo>
                  <a:pt x="31709" y="12875"/>
                </a:lnTo>
                <a:lnTo>
                  <a:pt x="31709" y="15271"/>
                </a:lnTo>
                <a:lnTo>
                  <a:pt x="31402" y="15548"/>
                </a:lnTo>
                <a:lnTo>
                  <a:pt x="31187" y="15793"/>
                </a:lnTo>
                <a:lnTo>
                  <a:pt x="31002" y="16101"/>
                </a:lnTo>
                <a:lnTo>
                  <a:pt x="30879" y="16377"/>
                </a:lnTo>
                <a:lnTo>
                  <a:pt x="30818" y="16623"/>
                </a:lnTo>
                <a:lnTo>
                  <a:pt x="30757" y="16838"/>
                </a:lnTo>
                <a:lnTo>
                  <a:pt x="30726" y="17145"/>
                </a:lnTo>
                <a:lnTo>
                  <a:pt x="27868" y="17361"/>
                </a:lnTo>
                <a:lnTo>
                  <a:pt x="25195" y="17576"/>
                </a:lnTo>
                <a:lnTo>
                  <a:pt x="25195" y="15671"/>
                </a:lnTo>
                <a:lnTo>
                  <a:pt x="25717" y="15609"/>
                </a:lnTo>
                <a:lnTo>
                  <a:pt x="25963" y="15548"/>
                </a:lnTo>
                <a:lnTo>
                  <a:pt x="26209" y="15486"/>
                </a:lnTo>
                <a:lnTo>
                  <a:pt x="26455" y="15394"/>
                </a:lnTo>
                <a:lnTo>
                  <a:pt x="26701" y="15271"/>
                </a:lnTo>
                <a:lnTo>
                  <a:pt x="26916" y="15148"/>
                </a:lnTo>
                <a:lnTo>
                  <a:pt x="27100" y="14995"/>
                </a:lnTo>
                <a:lnTo>
                  <a:pt x="27315" y="14810"/>
                </a:lnTo>
                <a:lnTo>
                  <a:pt x="27469" y="14595"/>
                </a:lnTo>
                <a:lnTo>
                  <a:pt x="27622" y="14380"/>
                </a:lnTo>
                <a:lnTo>
                  <a:pt x="27745" y="14134"/>
                </a:lnTo>
                <a:lnTo>
                  <a:pt x="27838" y="13858"/>
                </a:lnTo>
                <a:lnTo>
                  <a:pt x="27930" y="13551"/>
                </a:lnTo>
                <a:lnTo>
                  <a:pt x="27991" y="13213"/>
                </a:lnTo>
                <a:lnTo>
                  <a:pt x="27991" y="12844"/>
                </a:lnTo>
                <a:lnTo>
                  <a:pt x="27960" y="12414"/>
                </a:lnTo>
                <a:lnTo>
                  <a:pt x="27930" y="11953"/>
                </a:lnTo>
                <a:lnTo>
                  <a:pt x="27838" y="11430"/>
                </a:lnTo>
                <a:lnTo>
                  <a:pt x="27715" y="10877"/>
                </a:lnTo>
                <a:lnTo>
                  <a:pt x="27592" y="10294"/>
                </a:lnTo>
                <a:lnTo>
                  <a:pt x="27438" y="9741"/>
                </a:lnTo>
                <a:lnTo>
                  <a:pt x="27254" y="9157"/>
                </a:lnTo>
                <a:lnTo>
                  <a:pt x="27039" y="8604"/>
                </a:lnTo>
                <a:lnTo>
                  <a:pt x="26824" y="8051"/>
                </a:lnTo>
                <a:lnTo>
                  <a:pt x="26578" y="7559"/>
                </a:lnTo>
                <a:lnTo>
                  <a:pt x="26332" y="7129"/>
                </a:lnTo>
                <a:lnTo>
                  <a:pt x="26086" y="6729"/>
                </a:lnTo>
                <a:lnTo>
                  <a:pt x="25810" y="6391"/>
                </a:lnTo>
                <a:lnTo>
                  <a:pt x="25533" y="6146"/>
                </a:lnTo>
                <a:lnTo>
                  <a:pt x="25410" y="6053"/>
                </a:lnTo>
                <a:lnTo>
                  <a:pt x="25257" y="5992"/>
                </a:lnTo>
                <a:lnTo>
                  <a:pt x="25134" y="5961"/>
                </a:lnTo>
                <a:lnTo>
                  <a:pt x="24980" y="5931"/>
                </a:lnTo>
                <a:lnTo>
                  <a:pt x="24857" y="5961"/>
                </a:lnTo>
                <a:lnTo>
                  <a:pt x="24734" y="5992"/>
                </a:lnTo>
                <a:lnTo>
                  <a:pt x="24581" y="6053"/>
                </a:lnTo>
                <a:lnTo>
                  <a:pt x="24458" y="6146"/>
                </a:lnTo>
                <a:lnTo>
                  <a:pt x="24181" y="6391"/>
                </a:lnTo>
                <a:lnTo>
                  <a:pt x="23905" y="6729"/>
                </a:lnTo>
                <a:lnTo>
                  <a:pt x="23659" y="7129"/>
                </a:lnTo>
                <a:lnTo>
                  <a:pt x="23413" y="7559"/>
                </a:lnTo>
                <a:lnTo>
                  <a:pt x="23167" y="8051"/>
                </a:lnTo>
                <a:lnTo>
                  <a:pt x="22952" y="8604"/>
                </a:lnTo>
                <a:lnTo>
                  <a:pt x="22737" y="9157"/>
                </a:lnTo>
                <a:lnTo>
                  <a:pt x="22553" y="9741"/>
                </a:lnTo>
                <a:lnTo>
                  <a:pt x="22399" y="10294"/>
                </a:lnTo>
                <a:lnTo>
                  <a:pt x="22245" y="10877"/>
                </a:lnTo>
                <a:lnTo>
                  <a:pt x="22153" y="11430"/>
                </a:lnTo>
                <a:lnTo>
                  <a:pt x="22061" y="11953"/>
                </a:lnTo>
                <a:lnTo>
                  <a:pt x="22000" y="12414"/>
                </a:lnTo>
                <a:lnTo>
                  <a:pt x="22000" y="12844"/>
                </a:lnTo>
                <a:lnTo>
                  <a:pt x="22000" y="13213"/>
                </a:lnTo>
                <a:lnTo>
                  <a:pt x="22061" y="13551"/>
                </a:lnTo>
                <a:lnTo>
                  <a:pt x="22123" y="13858"/>
                </a:lnTo>
                <a:lnTo>
                  <a:pt x="22245" y="14134"/>
                </a:lnTo>
                <a:lnTo>
                  <a:pt x="22368" y="14380"/>
                </a:lnTo>
                <a:lnTo>
                  <a:pt x="22522" y="14595"/>
                </a:lnTo>
                <a:lnTo>
                  <a:pt x="22676" y="14810"/>
                </a:lnTo>
                <a:lnTo>
                  <a:pt x="22891" y="14995"/>
                </a:lnTo>
                <a:lnTo>
                  <a:pt x="23075" y="15148"/>
                </a:lnTo>
                <a:lnTo>
                  <a:pt x="23290" y="15271"/>
                </a:lnTo>
                <a:lnTo>
                  <a:pt x="23536" y="15394"/>
                </a:lnTo>
                <a:lnTo>
                  <a:pt x="23782" y="15486"/>
                </a:lnTo>
                <a:lnTo>
                  <a:pt x="24028" y="15548"/>
                </a:lnTo>
                <a:lnTo>
                  <a:pt x="24273" y="15609"/>
                </a:lnTo>
                <a:lnTo>
                  <a:pt x="24796" y="15671"/>
                </a:lnTo>
                <a:lnTo>
                  <a:pt x="24796" y="17453"/>
                </a:lnTo>
                <a:lnTo>
                  <a:pt x="24673" y="17207"/>
                </a:lnTo>
                <a:lnTo>
                  <a:pt x="24519" y="16961"/>
                </a:lnTo>
                <a:lnTo>
                  <a:pt x="24273" y="16746"/>
                </a:lnTo>
                <a:lnTo>
                  <a:pt x="24028" y="16531"/>
                </a:lnTo>
                <a:lnTo>
                  <a:pt x="23690" y="16377"/>
                </a:lnTo>
                <a:lnTo>
                  <a:pt x="23259" y="16254"/>
                </a:lnTo>
                <a:lnTo>
                  <a:pt x="22799" y="16193"/>
                </a:lnTo>
                <a:lnTo>
                  <a:pt x="22215" y="16193"/>
                </a:lnTo>
                <a:lnTo>
                  <a:pt x="21846" y="16224"/>
                </a:lnTo>
                <a:lnTo>
                  <a:pt x="21508" y="16285"/>
                </a:lnTo>
                <a:lnTo>
                  <a:pt x="21201" y="16347"/>
                </a:lnTo>
                <a:lnTo>
                  <a:pt x="20924" y="16439"/>
                </a:lnTo>
                <a:lnTo>
                  <a:pt x="20678" y="16562"/>
                </a:lnTo>
                <a:lnTo>
                  <a:pt x="20463" y="16685"/>
                </a:lnTo>
                <a:lnTo>
                  <a:pt x="20279" y="16838"/>
                </a:lnTo>
                <a:lnTo>
                  <a:pt x="20095" y="16992"/>
                </a:lnTo>
                <a:lnTo>
                  <a:pt x="19941" y="17145"/>
                </a:lnTo>
                <a:lnTo>
                  <a:pt x="19818" y="17299"/>
                </a:lnTo>
                <a:lnTo>
                  <a:pt x="19634" y="17637"/>
                </a:lnTo>
                <a:lnTo>
                  <a:pt x="19511" y="17975"/>
                </a:lnTo>
                <a:lnTo>
                  <a:pt x="19449" y="18252"/>
                </a:lnTo>
                <a:lnTo>
                  <a:pt x="17452" y="18559"/>
                </a:lnTo>
                <a:lnTo>
                  <a:pt x="17452" y="16408"/>
                </a:lnTo>
                <a:lnTo>
                  <a:pt x="17729" y="16377"/>
                </a:lnTo>
                <a:lnTo>
                  <a:pt x="18005" y="16347"/>
                </a:lnTo>
                <a:lnTo>
                  <a:pt x="18282" y="16285"/>
                </a:lnTo>
                <a:lnTo>
                  <a:pt x="18558" y="16193"/>
                </a:lnTo>
                <a:lnTo>
                  <a:pt x="18835" y="16101"/>
                </a:lnTo>
                <a:lnTo>
                  <a:pt x="19081" y="15978"/>
                </a:lnTo>
                <a:lnTo>
                  <a:pt x="19327" y="15824"/>
                </a:lnTo>
                <a:lnTo>
                  <a:pt x="19542" y="15640"/>
                </a:lnTo>
                <a:lnTo>
                  <a:pt x="19757" y="15456"/>
                </a:lnTo>
                <a:lnTo>
                  <a:pt x="19941" y="15240"/>
                </a:lnTo>
                <a:lnTo>
                  <a:pt x="20095" y="14995"/>
                </a:lnTo>
                <a:lnTo>
                  <a:pt x="20248" y="14718"/>
                </a:lnTo>
                <a:lnTo>
                  <a:pt x="20371" y="14411"/>
                </a:lnTo>
                <a:lnTo>
                  <a:pt x="20433" y="14073"/>
                </a:lnTo>
                <a:lnTo>
                  <a:pt x="20494" y="13704"/>
                </a:lnTo>
                <a:lnTo>
                  <a:pt x="20525" y="13305"/>
                </a:lnTo>
                <a:lnTo>
                  <a:pt x="20494" y="12844"/>
                </a:lnTo>
                <a:lnTo>
                  <a:pt x="20433" y="12321"/>
                </a:lnTo>
                <a:lnTo>
                  <a:pt x="20340" y="11738"/>
                </a:lnTo>
                <a:lnTo>
                  <a:pt x="20218" y="11123"/>
                </a:lnTo>
                <a:lnTo>
                  <a:pt x="20064" y="10509"/>
                </a:lnTo>
                <a:lnTo>
                  <a:pt x="19880" y="9894"/>
                </a:lnTo>
                <a:lnTo>
                  <a:pt x="19695" y="9249"/>
                </a:lnTo>
                <a:lnTo>
                  <a:pt x="19480" y="8634"/>
                </a:lnTo>
                <a:lnTo>
                  <a:pt x="19234" y="8051"/>
                </a:lnTo>
                <a:lnTo>
                  <a:pt x="18958" y="7498"/>
                </a:lnTo>
                <a:lnTo>
                  <a:pt x="18681" y="7006"/>
                </a:lnTo>
                <a:lnTo>
                  <a:pt x="18405" y="6576"/>
                </a:lnTo>
                <a:lnTo>
                  <a:pt x="18128" y="6238"/>
                </a:lnTo>
                <a:lnTo>
                  <a:pt x="17821" y="5961"/>
                </a:lnTo>
                <a:lnTo>
                  <a:pt x="17667" y="5869"/>
                </a:lnTo>
                <a:lnTo>
                  <a:pt x="17514" y="5777"/>
                </a:lnTo>
                <a:lnTo>
                  <a:pt x="17360" y="5746"/>
                </a:lnTo>
                <a:lnTo>
                  <a:pt x="17237" y="5715"/>
                </a:lnTo>
                <a:lnTo>
                  <a:pt x="17084" y="5746"/>
                </a:lnTo>
                <a:lnTo>
                  <a:pt x="16930" y="5777"/>
                </a:lnTo>
                <a:lnTo>
                  <a:pt x="16776" y="5869"/>
                </a:lnTo>
                <a:lnTo>
                  <a:pt x="16623" y="5961"/>
                </a:lnTo>
                <a:lnTo>
                  <a:pt x="16315" y="6238"/>
                </a:lnTo>
                <a:lnTo>
                  <a:pt x="16039" y="6576"/>
                </a:lnTo>
                <a:lnTo>
                  <a:pt x="15762" y="7006"/>
                </a:lnTo>
                <a:lnTo>
                  <a:pt x="15486" y="7498"/>
                </a:lnTo>
                <a:lnTo>
                  <a:pt x="15240" y="8051"/>
                </a:lnTo>
                <a:lnTo>
                  <a:pt x="14994" y="8634"/>
                </a:lnTo>
                <a:lnTo>
                  <a:pt x="14748" y="9249"/>
                </a:lnTo>
                <a:lnTo>
                  <a:pt x="14564" y="9894"/>
                </a:lnTo>
                <a:lnTo>
                  <a:pt x="14380" y="10509"/>
                </a:lnTo>
                <a:lnTo>
                  <a:pt x="14226" y="11123"/>
                </a:lnTo>
                <a:lnTo>
                  <a:pt x="14103" y="11738"/>
                </a:lnTo>
                <a:lnTo>
                  <a:pt x="14011" y="12321"/>
                </a:lnTo>
                <a:lnTo>
                  <a:pt x="13950" y="12844"/>
                </a:lnTo>
                <a:lnTo>
                  <a:pt x="13950" y="13305"/>
                </a:lnTo>
                <a:lnTo>
                  <a:pt x="13950" y="13704"/>
                </a:lnTo>
                <a:lnTo>
                  <a:pt x="14011" y="14073"/>
                </a:lnTo>
                <a:lnTo>
                  <a:pt x="14103" y="14411"/>
                </a:lnTo>
                <a:lnTo>
                  <a:pt x="14195" y="14718"/>
                </a:lnTo>
                <a:lnTo>
                  <a:pt x="14349" y="14995"/>
                </a:lnTo>
                <a:lnTo>
                  <a:pt x="14503" y="15240"/>
                </a:lnTo>
                <a:lnTo>
                  <a:pt x="14687" y="15456"/>
                </a:lnTo>
                <a:lnTo>
                  <a:pt x="14902" y="15640"/>
                </a:lnTo>
                <a:lnTo>
                  <a:pt x="15117" y="15824"/>
                </a:lnTo>
                <a:lnTo>
                  <a:pt x="15363" y="15978"/>
                </a:lnTo>
                <a:lnTo>
                  <a:pt x="15609" y="16101"/>
                </a:lnTo>
                <a:lnTo>
                  <a:pt x="15885" y="16193"/>
                </a:lnTo>
                <a:lnTo>
                  <a:pt x="16162" y="16285"/>
                </a:lnTo>
                <a:lnTo>
                  <a:pt x="16438" y="16347"/>
                </a:lnTo>
                <a:lnTo>
                  <a:pt x="16715" y="16377"/>
                </a:lnTo>
                <a:lnTo>
                  <a:pt x="17022" y="16408"/>
                </a:lnTo>
                <a:lnTo>
                  <a:pt x="17022" y="18313"/>
                </a:lnTo>
                <a:lnTo>
                  <a:pt x="16838" y="18129"/>
                </a:lnTo>
                <a:lnTo>
                  <a:pt x="16653" y="17975"/>
                </a:lnTo>
                <a:lnTo>
                  <a:pt x="16438" y="17821"/>
                </a:lnTo>
                <a:lnTo>
                  <a:pt x="16193" y="17729"/>
                </a:lnTo>
                <a:lnTo>
                  <a:pt x="15885" y="17606"/>
                </a:lnTo>
                <a:lnTo>
                  <a:pt x="15547" y="17545"/>
                </a:lnTo>
                <a:lnTo>
                  <a:pt x="15148" y="17514"/>
                </a:lnTo>
                <a:lnTo>
                  <a:pt x="14718" y="17514"/>
                </a:lnTo>
                <a:lnTo>
                  <a:pt x="14349" y="17545"/>
                </a:lnTo>
                <a:lnTo>
                  <a:pt x="14011" y="17606"/>
                </a:lnTo>
                <a:lnTo>
                  <a:pt x="13704" y="17698"/>
                </a:lnTo>
                <a:lnTo>
                  <a:pt x="13427" y="17791"/>
                </a:lnTo>
                <a:lnTo>
                  <a:pt x="13181" y="17914"/>
                </a:lnTo>
                <a:lnTo>
                  <a:pt x="12966" y="18036"/>
                </a:lnTo>
                <a:lnTo>
                  <a:pt x="12782" y="18190"/>
                </a:lnTo>
                <a:lnTo>
                  <a:pt x="12598" y="18344"/>
                </a:lnTo>
                <a:lnTo>
                  <a:pt x="12444" y="18497"/>
                </a:lnTo>
                <a:lnTo>
                  <a:pt x="12352" y="18651"/>
                </a:lnTo>
                <a:lnTo>
                  <a:pt x="12137" y="18989"/>
                </a:lnTo>
                <a:lnTo>
                  <a:pt x="12014" y="19327"/>
                </a:lnTo>
                <a:lnTo>
                  <a:pt x="11952" y="19603"/>
                </a:lnTo>
                <a:lnTo>
                  <a:pt x="10201" y="20034"/>
                </a:lnTo>
                <a:lnTo>
                  <a:pt x="8603" y="20433"/>
                </a:lnTo>
                <a:lnTo>
                  <a:pt x="8603" y="13520"/>
                </a:lnTo>
                <a:lnTo>
                  <a:pt x="8603" y="12875"/>
                </a:lnTo>
                <a:lnTo>
                  <a:pt x="8573" y="12229"/>
                </a:lnTo>
                <a:lnTo>
                  <a:pt x="8419" y="10601"/>
                </a:lnTo>
                <a:lnTo>
                  <a:pt x="8450" y="10601"/>
                </a:lnTo>
                <a:lnTo>
                  <a:pt x="10754" y="14503"/>
                </a:lnTo>
                <a:lnTo>
                  <a:pt x="11092" y="14964"/>
                </a:lnTo>
                <a:lnTo>
                  <a:pt x="11430" y="15425"/>
                </a:lnTo>
                <a:lnTo>
                  <a:pt x="11860" y="15824"/>
                </a:lnTo>
                <a:lnTo>
                  <a:pt x="12290" y="16162"/>
                </a:lnTo>
                <a:lnTo>
                  <a:pt x="12198" y="15609"/>
                </a:lnTo>
                <a:lnTo>
                  <a:pt x="12045" y="15056"/>
                </a:lnTo>
                <a:lnTo>
                  <a:pt x="11829" y="14534"/>
                </a:lnTo>
                <a:lnTo>
                  <a:pt x="11553" y="14011"/>
                </a:lnTo>
                <a:lnTo>
                  <a:pt x="9126" y="9956"/>
                </a:lnTo>
                <a:lnTo>
                  <a:pt x="9187" y="9771"/>
                </a:lnTo>
                <a:lnTo>
                  <a:pt x="9187" y="9587"/>
                </a:lnTo>
                <a:lnTo>
                  <a:pt x="9187" y="9403"/>
                </a:lnTo>
                <a:lnTo>
                  <a:pt x="9126" y="9218"/>
                </a:lnTo>
                <a:lnTo>
                  <a:pt x="9033" y="9065"/>
                </a:lnTo>
                <a:lnTo>
                  <a:pt x="8941" y="8911"/>
                </a:lnTo>
                <a:lnTo>
                  <a:pt x="10385" y="4763"/>
                </a:lnTo>
                <a:lnTo>
                  <a:pt x="10539" y="4241"/>
                </a:lnTo>
                <a:lnTo>
                  <a:pt x="10631" y="3657"/>
                </a:lnTo>
                <a:lnTo>
                  <a:pt x="10693" y="3104"/>
                </a:lnTo>
                <a:lnTo>
                  <a:pt x="10662" y="2520"/>
                </a:lnTo>
                <a:lnTo>
                  <a:pt x="10293" y="2950"/>
                </a:lnTo>
                <a:lnTo>
                  <a:pt x="9986" y="3442"/>
                </a:lnTo>
                <a:lnTo>
                  <a:pt x="9709" y="3933"/>
                </a:lnTo>
                <a:lnTo>
                  <a:pt x="9494" y="4456"/>
                </a:lnTo>
                <a:lnTo>
                  <a:pt x="8050" y="8573"/>
                </a:lnTo>
                <a:lnTo>
                  <a:pt x="7927" y="8604"/>
                </a:lnTo>
                <a:lnTo>
                  <a:pt x="7774" y="8665"/>
                </a:lnTo>
                <a:lnTo>
                  <a:pt x="7651" y="8727"/>
                </a:lnTo>
                <a:lnTo>
                  <a:pt x="7528" y="8819"/>
                </a:lnTo>
                <a:lnTo>
                  <a:pt x="7405" y="8911"/>
                </a:lnTo>
                <a:lnTo>
                  <a:pt x="7343" y="9034"/>
                </a:lnTo>
                <a:lnTo>
                  <a:pt x="7251" y="9157"/>
                </a:lnTo>
                <a:lnTo>
                  <a:pt x="7190" y="9310"/>
                </a:lnTo>
                <a:lnTo>
                  <a:pt x="2796" y="10970"/>
                </a:lnTo>
                <a:lnTo>
                  <a:pt x="2274" y="11185"/>
                </a:lnTo>
                <a:lnTo>
                  <a:pt x="1782" y="11461"/>
                </a:lnTo>
                <a:lnTo>
                  <a:pt x="1321" y="11799"/>
                </a:lnTo>
                <a:lnTo>
                  <a:pt x="891" y="12168"/>
                </a:lnTo>
                <a:lnTo>
                  <a:pt x="1475" y="12168"/>
                </a:lnTo>
                <a:lnTo>
                  <a:pt x="2028" y="12106"/>
                </a:lnTo>
                <a:lnTo>
                  <a:pt x="2581" y="11983"/>
                </a:lnTo>
                <a:lnTo>
                  <a:pt x="3134" y="11830"/>
                </a:lnTo>
                <a:lnTo>
                  <a:pt x="7374" y="10232"/>
                </a:lnTo>
                <a:lnTo>
                  <a:pt x="7497" y="10355"/>
                </a:lnTo>
                <a:lnTo>
                  <a:pt x="7620" y="10447"/>
                </a:lnTo>
                <a:lnTo>
                  <a:pt x="7774" y="10539"/>
                </a:lnTo>
                <a:lnTo>
                  <a:pt x="7927" y="10601"/>
                </a:lnTo>
                <a:lnTo>
                  <a:pt x="7804" y="12229"/>
                </a:lnTo>
                <a:lnTo>
                  <a:pt x="7743" y="12875"/>
                </a:lnTo>
                <a:lnTo>
                  <a:pt x="7743" y="13520"/>
                </a:lnTo>
                <a:lnTo>
                  <a:pt x="7743" y="20679"/>
                </a:lnTo>
                <a:lnTo>
                  <a:pt x="5899" y="21232"/>
                </a:lnTo>
                <a:lnTo>
                  <a:pt x="4302" y="21754"/>
                </a:lnTo>
                <a:lnTo>
                  <a:pt x="2950" y="22246"/>
                </a:lnTo>
                <a:lnTo>
                  <a:pt x="1874" y="22676"/>
                </a:lnTo>
                <a:lnTo>
                  <a:pt x="1045" y="23045"/>
                </a:lnTo>
                <a:lnTo>
                  <a:pt x="461" y="23321"/>
                </a:lnTo>
                <a:lnTo>
                  <a:pt x="0" y="23536"/>
                </a:lnTo>
                <a:lnTo>
                  <a:pt x="71622" y="23536"/>
                </a:lnTo>
                <a:lnTo>
                  <a:pt x="71284" y="23352"/>
                </a:lnTo>
                <a:lnTo>
                  <a:pt x="70239" y="22860"/>
                </a:lnTo>
                <a:lnTo>
                  <a:pt x="69471" y="22522"/>
                </a:lnTo>
                <a:lnTo>
                  <a:pt x="68518" y="22123"/>
                </a:lnTo>
                <a:lnTo>
                  <a:pt x="67382" y="21693"/>
                </a:lnTo>
                <a:lnTo>
                  <a:pt x="66122" y="21232"/>
                </a:lnTo>
                <a:lnTo>
                  <a:pt x="66122" y="13182"/>
                </a:lnTo>
                <a:lnTo>
                  <a:pt x="66091" y="12537"/>
                </a:lnTo>
                <a:lnTo>
                  <a:pt x="66060" y="11891"/>
                </a:lnTo>
                <a:lnTo>
                  <a:pt x="65907" y="10232"/>
                </a:lnTo>
                <a:lnTo>
                  <a:pt x="65938" y="10232"/>
                </a:lnTo>
                <a:lnTo>
                  <a:pt x="68242" y="14165"/>
                </a:lnTo>
                <a:lnTo>
                  <a:pt x="68580" y="14626"/>
                </a:lnTo>
                <a:lnTo>
                  <a:pt x="68949" y="15056"/>
                </a:lnTo>
                <a:lnTo>
                  <a:pt x="69348" y="15456"/>
                </a:lnTo>
                <a:lnTo>
                  <a:pt x="69778" y="15824"/>
                </a:lnTo>
                <a:lnTo>
                  <a:pt x="69686" y="15271"/>
                </a:lnTo>
                <a:lnTo>
                  <a:pt x="69532" y="14718"/>
                </a:lnTo>
                <a:lnTo>
                  <a:pt x="69317" y="14196"/>
                </a:lnTo>
                <a:lnTo>
                  <a:pt x="69041" y="13673"/>
                </a:lnTo>
                <a:lnTo>
                  <a:pt x="66644" y="9618"/>
                </a:lnTo>
                <a:lnTo>
                  <a:pt x="66675" y="9433"/>
                </a:lnTo>
                <a:lnTo>
                  <a:pt x="66706" y="9249"/>
                </a:lnTo>
                <a:lnTo>
                  <a:pt x="66675" y="9065"/>
                </a:lnTo>
                <a:lnTo>
                  <a:pt x="66613" y="8880"/>
                </a:lnTo>
                <a:lnTo>
                  <a:pt x="66521" y="8696"/>
                </a:lnTo>
                <a:lnTo>
                  <a:pt x="66429" y="8573"/>
                </a:lnTo>
                <a:lnTo>
                  <a:pt x="67873" y="4425"/>
                </a:lnTo>
                <a:lnTo>
                  <a:pt x="68027" y="3872"/>
                </a:lnTo>
                <a:lnTo>
                  <a:pt x="68119" y="3319"/>
                </a:lnTo>
                <a:lnTo>
                  <a:pt x="68180" y="2735"/>
                </a:lnTo>
                <a:lnTo>
                  <a:pt x="68180" y="2182"/>
                </a:lnTo>
                <a:lnTo>
                  <a:pt x="67812" y="2612"/>
                </a:lnTo>
                <a:lnTo>
                  <a:pt x="67474" y="3104"/>
                </a:lnTo>
                <a:lnTo>
                  <a:pt x="67197" y="3595"/>
                </a:lnTo>
                <a:lnTo>
                  <a:pt x="66982" y="4118"/>
                </a:lnTo>
                <a:lnTo>
                  <a:pt x="65569" y="8235"/>
                </a:lnTo>
                <a:lnTo>
                  <a:pt x="65415" y="8266"/>
                </a:lnTo>
                <a:lnTo>
                  <a:pt x="65262" y="8327"/>
                </a:lnTo>
                <a:lnTo>
                  <a:pt x="65139" y="8389"/>
                </a:lnTo>
                <a:lnTo>
                  <a:pt x="65016" y="8481"/>
                </a:lnTo>
                <a:lnTo>
                  <a:pt x="64924" y="8573"/>
                </a:lnTo>
                <a:lnTo>
                  <a:pt x="64831" y="8696"/>
                </a:lnTo>
                <a:lnTo>
                  <a:pt x="64739" y="8819"/>
                </a:lnTo>
                <a:lnTo>
                  <a:pt x="64708" y="8942"/>
                </a:lnTo>
                <a:lnTo>
                  <a:pt x="60284" y="10601"/>
                </a:lnTo>
                <a:lnTo>
                  <a:pt x="59946" y="10754"/>
                </a:lnTo>
                <a:lnTo>
                  <a:pt x="59608" y="10908"/>
                </a:lnTo>
                <a:lnTo>
                  <a:pt x="59301" y="11123"/>
                </a:lnTo>
                <a:lnTo>
                  <a:pt x="58993" y="11308"/>
                </a:lnTo>
                <a:lnTo>
                  <a:pt x="58932" y="10877"/>
                </a:lnTo>
                <a:lnTo>
                  <a:pt x="58871" y="10386"/>
                </a:lnTo>
                <a:lnTo>
                  <a:pt x="58748" y="9894"/>
                </a:lnTo>
                <a:lnTo>
                  <a:pt x="58625" y="9341"/>
                </a:lnTo>
                <a:lnTo>
                  <a:pt x="58471" y="8819"/>
                </a:lnTo>
                <a:lnTo>
                  <a:pt x="58318" y="8296"/>
                </a:lnTo>
                <a:lnTo>
                  <a:pt x="58133" y="7774"/>
                </a:lnTo>
                <a:lnTo>
                  <a:pt x="57949" y="7252"/>
                </a:lnTo>
                <a:lnTo>
                  <a:pt x="57734" y="6791"/>
                </a:lnTo>
                <a:lnTo>
                  <a:pt x="57488" y="6330"/>
                </a:lnTo>
                <a:lnTo>
                  <a:pt x="57273" y="5931"/>
                </a:lnTo>
                <a:lnTo>
                  <a:pt x="57027" y="5593"/>
                </a:lnTo>
                <a:lnTo>
                  <a:pt x="56781" y="5316"/>
                </a:lnTo>
                <a:lnTo>
                  <a:pt x="56535" y="5101"/>
                </a:lnTo>
                <a:lnTo>
                  <a:pt x="56382" y="5009"/>
                </a:lnTo>
                <a:lnTo>
                  <a:pt x="56259" y="4947"/>
                </a:lnTo>
                <a:lnTo>
                  <a:pt x="56136" y="4917"/>
                </a:lnTo>
                <a:lnTo>
                  <a:pt x="56013" y="4917"/>
                </a:lnTo>
                <a:lnTo>
                  <a:pt x="55798" y="4947"/>
                </a:lnTo>
                <a:lnTo>
                  <a:pt x="55614" y="5039"/>
                </a:lnTo>
                <a:lnTo>
                  <a:pt x="55399" y="5162"/>
                </a:lnTo>
                <a:lnTo>
                  <a:pt x="55183" y="5377"/>
                </a:lnTo>
                <a:lnTo>
                  <a:pt x="54999" y="5623"/>
                </a:lnTo>
                <a:lnTo>
                  <a:pt x="54784" y="5900"/>
                </a:lnTo>
                <a:lnTo>
                  <a:pt x="54600" y="6207"/>
                </a:lnTo>
                <a:lnTo>
                  <a:pt x="54415" y="6545"/>
                </a:lnTo>
                <a:lnTo>
                  <a:pt x="54077" y="7344"/>
                </a:lnTo>
                <a:lnTo>
                  <a:pt x="53739" y="8173"/>
                </a:lnTo>
                <a:lnTo>
                  <a:pt x="53494" y="9034"/>
                </a:lnTo>
                <a:lnTo>
                  <a:pt x="53278" y="9894"/>
                </a:lnTo>
                <a:lnTo>
                  <a:pt x="53033" y="9157"/>
                </a:lnTo>
                <a:lnTo>
                  <a:pt x="52756" y="8419"/>
                </a:lnTo>
                <a:lnTo>
                  <a:pt x="52480" y="7743"/>
                </a:lnTo>
                <a:lnTo>
                  <a:pt x="52142" y="7129"/>
                </a:lnTo>
                <a:lnTo>
                  <a:pt x="51834" y="6637"/>
                </a:lnTo>
                <a:lnTo>
                  <a:pt x="51650" y="6422"/>
                </a:lnTo>
                <a:lnTo>
                  <a:pt x="51466" y="6238"/>
                </a:lnTo>
                <a:lnTo>
                  <a:pt x="51312" y="6084"/>
                </a:lnTo>
                <a:lnTo>
                  <a:pt x="51128" y="5961"/>
                </a:lnTo>
                <a:lnTo>
                  <a:pt x="50943" y="5900"/>
                </a:lnTo>
                <a:lnTo>
                  <a:pt x="50759" y="5869"/>
                </a:lnTo>
                <a:lnTo>
                  <a:pt x="50636" y="5900"/>
                </a:lnTo>
                <a:lnTo>
                  <a:pt x="50482" y="5931"/>
                </a:lnTo>
                <a:lnTo>
                  <a:pt x="50360" y="5992"/>
                </a:lnTo>
                <a:lnTo>
                  <a:pt x="50206" y="6084"/>
                </a:lnTo>
                <a:lnTo>
                  <a:pt x="49960" y="6330"/>
                </a:lnTo>
                <a:lnTo>
                  <a:pt x="49684" y="6668"/>
                </a:lnTo>
                <a:lnTo>
                  <a:pt x="49438" y="7067"/>
                </a:lnTo>
                <a:lnTo>
                  <a:pt x="49192" y="7498"/>
                </a:lnTo>
                <a:lnTo>
                  <a:pt x="48946" y="7989"/>
                </a:lnTo>
                <a:lnTo>
                  <a:pt x="48731" y="8542"/>
                </a:lnTo>
                <a:lnTo>
                  <a:pt x="48516" y="9095"/>
                </a:lnTo>
                <a:lnTo>
                  <a:pt x="48332" y="9679"/>
                </a:lnTo>
                <a:lnTo>
                  <a:pt x="48178" y="10232"/>
                </a:lnTo>
                <a:lnTo>
                  <a:pt x="48024" y="10816"/>
                </a:lnTo>
                <a:lnTo>
                  <a:pt x="47932" y="11369"/>
                </a:lnTo>
                <a:lnTo>
                  <a:pt x="47840" y="11891"/>
                </a:lnTo>
                <a:lnTo>
                  <a:pt x="47779" y="12352"/>
                </a:lnTo>
                <a:lnTo>
                  <a:pt x="47779" y="12782"/>
                </a:lnTo>
                <a:lnTo>
                  <a:pt x="47779" y="13151"/>
                </a:lnTo>
                <a:lnTo>
                  <a:pt x="47840" y="13489"/>
                </a:lnTo>
                <a:lnTo>
                  <a:pt x="47901" y="13796"/>
                </a:lnTo>
                <a:lnTo>
                  <a:pt x="48024" y="14073"/>
                </a:lnTo>
                <a:lnTo>
                  <a:pt x="48147" y="14319"/>
                </a:lnTo>
                <a:lnTo>
                  <a:pt x="48301" y="14534"/>
                </a:lnTo>
                <a:lnTo>
                  <a:pt x="48455" y="14749"/>
                </a:lnTo>
                <a:lnTo>
                  <a:pt x="48639" y="14933"/>
                </a:lnTo>
                <a:lnTo>
                  <a:pt x="48854" y="15087"/>
                </a:lnTo>
                <a:lnTo>
                  <a:pt x="49069" y="15210"/>
                </a:lnTo>
                <a:lnTo>
                  <a:pt x="49315" y="15333"/>
                </a:lnTo>
                <a:lnTo>
                  <a:pt x="49561" y="15425"/>
                </a:lnTo>
                <a:lnTo>
                  <a:pt x="49806" y="15486"/>
                </a:lnTo>
                <a:lnTo>
                  <a:pt x="50052" y="15548"/>
                </a:lnTo>
                <a:lnTo>
                  <a:pt x="50575" y="15609"/>
                </a:lnTo>
                <a:lnTo>
                  <a:pt x="50575" y="17268"/>
                </a:lnTo>
                <a:lnTo>
                  <a:pt x="50421" y="17483"/>
                </a:lnTo>
                <a:lnTo>
                  <a:pt x="50329" y="17668"/>
                </a:lnTo>
                <a:lnTo>
                  <a:pt x="48793" y="17483"/>
                </a:lnTo>
                <a:lnTo>
                  <a:pt x="47226" y="17330"/>
                </a:lnTo>
                <a:lnTo>
                  <a:pt x="45597" y="17207"/>
                </a:lnTo>
                <a:lnTo>
                  <a:pt x="43938" y="17084"/>
                </a:lnTo>
                <a:lnTo>
                  <a:pt x="43938" y="10017"/>
                </a:lnTo>
                <a:lnTo>
                  <a:pt x="43907" y="9433"/>
                </a:lnTo>
                <a:lnTo>
                  <a:pt x="43876" y="8849"/>
                </a:lnTo>
                <a:lnTo>
                  <a:pt x="43754" y="7344"/>
                </a:lnTo>
                <a:lnTo>
                  <a:pt x="45874" y="10908"/>
                </a:lnTo>
                <a:lnTo>
                  <a:pt x="46181" y="11338"/>
                </a:lnTo>
                <a:lnTo>
                  <a:pt x="46488" y="11738"/>
                </a:lnTo>
                <a:lnTo>
                  <a:pt x="46888" y="12106"/>
                </a:lnTo>
                <a:lnTo>
                  <a:pt x="47287" y="12444"/>
                </a:lnTo>
                <a:lnTo>
                  <a:pt x="47287" y="12444"/>
                </a:lnTo>
                <a:lnTo>
                  <a:pt x="47195" y="11922"/>
                </a:lnTo>
                <a:lnTo>
                  <a:pt x="47041" y="11430"/>
                </a:lnTo>
                <a:lnTo>
                  <a:pt x="46857" y="10939"/>
                </a:lnTo>
                <a:lnTo>
                  <a:pt x="46611" y="10478"/>
                </a:lnTo>
                <a:lnTo>
                  <a:pt x="44399" y="6760"/>
                </a:lnTo>
                <a:lnTo>
                  <a:pt x="44429" y="6606"/>
                </a:lnTo>
                <a:lnTo>
                  <a:pt x="44460" y="6453"/>
                </a:lnTo>
                <a:lnTo>
                  <a:pt x="44429" y="6268"/>
                </a:lnTo>
                <a:lnTo>
                  <a:pt x="44399" y="6084"/>
                </a:lnTo>
                <a:lnTo>
                  <a:pt x="44307" y="5931"/>
                </a:lnTo>
                <a:lnTo>
                  <a:pt x="44214" y="5808"/>
                </a:lnTo>
                <a:lnTo>
                  <a:pt x="45536" y="2028"/>
                </a:lnTo>
                <a:lnTo>
                  <a:pt x="45689" y="1537"/>
                </a:lnTo>
                <a:lnTo>
                  <a:pt x="45781" y="1014"/>
                </a:lnTo>
                <a:lnTo>
                  <a:pt x="45812" y="523"/>
                </a:lnTo>
                <a:lnTo>
                  <a:pt x="45812" y="0"/>
                </a:lnTo>
                <a:close/>
              </a:path>
            </a:pathLst>
          </a:cu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70" name="Google Shape;1070;p18"/>
          <p:cNvGrpSpPr/>
          <p:nvPr/>
        </p:nvGrpSpPr>
        <p:grpSpPr>
          <a:xfrm>
            <a:off x="1658871" y="1433868"/>
            <a:ext cx="8229600" cy="795403"/>
            <a:chOff x="1144566" y="1728591"/>
            <a:chExt cx="8229600" cy="795403"/>
          </a:xfrm>
        </p:grpSpPr>
        <p:sp>
          <p:nvSpPr>
            <p:cNvPr id="1071" name="Google Shape;1071;p18"/>
            <p:cNvSpPr/>
            <p:nvPr/>
          </p:nvSpPr>
          <p:spPr>
            <a:xfrm>
              <a:off x="1628384" y="1728591"/>
              <a:ext cx="7261965" cy="795403"/>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18"/>
            <p:cNvSpPr txBox="1"/>
            <p:nvPr/>
          </p:nvSpPr>
          <p:spPr>
            <a:xfrm>
              <a:off x="1144566" y="1764286"/>
              <a:ext cx="8229600" cy="48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Fira Sans"/>
                <a:buNone/>
              </a:pPr>
              <a:r>
                <a:rPr b="1" i="0" lang="en-NL" sz="3600" u="none" cap="none" strike="noStrike">
                  <a:solidFill>
                    <a:schemeClr val="dk1"/>
                  </a:solidFill>
                  <a:latin typeface="Fira Sans"/>
                  <a:ea typeface="Fira Sans"/>
                  <a:cs typeface="Fira Sans"/>
                  <a:sym typeface="Fira Sans"/>
                </a:rPr>
                <a:t>Annexure</a:t>
              </a:r>
              <a:endParaRPr/>
            </a:p>
          </p:txBody>
        </p:sp>
      </p:grpSp>
      <p:grpSp>
        <p:nvGrpSpPr>
          <p:cNvPr id="1073" name="Google Shape;1073;p18"/>
          <p:cNvGrpSpPr/>
          <p:nvPr/>
        </p:nvGrpSpPr>
        <p:grpSpPr>
          <a:xfrm>
            <a:off x="1837367" y="3926910"/>
            <a:ext cx="2162338" cy="1288615"/>
            <a:chOff x="1197769" y="3276179"/>
            <a:chExt cx="2753223" cy="1867321"/>
          </a:xfrm>
        </p:grpSpPr>
        <p:sp>
          <p:nvSpPr>
            <p:cNvPr id="1074" name="Google Shape;1074;p18"/>
            <p:cNvSpPr/>
            <p:nvPr/>
          </p:nvSpPr>
          <p:spPr>
            <a:xfrm>
              <a:off x="1217924" y="3844804"/>
              <a:ext cx="2681960" cy="961283"/>
            </a:xfrm>
            <a:custGeom>
              <a:rect b="b" l="l" r="r" t="t"/>
              <a:pathLst>
                <a:path extrusionOk="0" h="21986" w="61344">
                  <a:moveTo>
                    <a:pt x="22447" y="1"/>
                  </a:moveTo>
                  <a:lnTo>
                    <a:pt x="20787" y="93"/>
                  </a:lnTo>
                  <a:lnTo>
                    <a:pt x="19065" y="216"/>
                  </a:lnTo>
                  <a:lnTo>
                    <a:pt x="18173" y="339"/>
                  </a:lnTo>
                  <a:lnTo>
                    <a:pt x="17281" y="431"/>
                  </a:lnTo>
                  <a:lnTo>
                    <a:pt x="16390" y="585"/>
                  </a:lnTo>
                  <a:lnTo>
                    <a:pt x="15498" y="739"/>
                  </a:lnTo>
                  <a:lnTo>
                    <a:pt x="14576" y="923"/>
                  </a:lnTo>
                  <a:lnTo>
                    <a:pt x="13622" y="1138"/>
                  </a:lnTo>
                  <a:lnTo>
                    <a:pt x="12700" y="1354"/>
                  </a:lnTo>
                  <a:lnTo>
                    <a:pt x="11747" y="1630"/>
                  </a:lnTo>
                  <a:lnTo>
                    <a:pt x="10824" y="1907"/>
                  </a:lnTo>
                  <a:lnTo>
                    <a:pt x="9871" y="2215"/>
                  </a:lnTo>
                  <a:lnTo>
                    <a:pt x="9441" y="2368"/>
                  </a:lnTo>
                  <a:lnTo>
                    <a:pt x="9010" y="2522"/>
                  </a:lnTo>
                  <a:lnTo>
                    <a:pt x="8610" y="2737"/>
                  </a:lnTo>
                  <a:lnTo>
                    <a:pt x="8211" y="2922"/>
                  </a:lnTo>
                  <a:lnTo>
                    <a:pt x="7811" y="3137"/>
                  </a:lnTo>
                  <a:lnTo>
                    <a:pt x="7442" y="3383"/>
                  </a:lnTo>
                  <a:lnTo>
                    <a:pt x="7073" y="3629"/>
                  </a:lnTo>
                  <a:lnTo>
                    <a:pt x="6704" y="3906"/>
                  </a:lnTo>
                  <a:lnTo>
                    <a:pt x="6366" y="4182"/>
                  </a:lnTo>
                  <a:lnTo>
                    <a:pt x="6028" y="4490"/>
                  </a:lnTo>
                  <a:lnTo>
                    <a:pt x="5720" y="4797"/>
                  </a:lnTo>
                  <a:lnTo>
                    <a:pt x="5413" y="5105"/>
                  </a:lnTo>
                  <a:lnTo>
                    <a:pt x="5105" y="5443"/>
                  </a:lnTo>
                  <a:lnTo>
                    <a:pt x="4828" y="5812"/>
                  </a:lnTo>
                  <a:lnTo>
                    <a:pt x="4552" y="6181"/>
                  </a:lnTo>
                  <a:lnTo>
                    <a:pt x="4306" y="6550"/>
                  </a:lnTo>
                  <a:lnTo>
                    <a:pt x="1077" y="11562"/>
                  </a:lnTo>
                  <a:lnTo>
                    <a:pt x="770" y="12054"/>
                  </a:lnTo>
                  <a:lnTo>
                    <a:pt x="524" y="12607"/>
                  </a:lnTo>
                  <a:lnTo>
                    <a:pt x="1" y="16697"/>
                  </a:lnTo>
                  <a:lnTo>
                    <a:pt x="1" y="18296"/>
                  </a:lnTo>
                  <a:lnTo>
                    <a:pt x="32" y="18757"/>
                  </a:lnTo>
                  <a:lnTo>
                    <a:pt x="62" y="19188"/>
                  </a:lnTo>
                  <a:lnTo>
                    <a:pt x="155" y="19618"/>
                  </a:lnTo>
                  <a:lnTo>
                    <a:pt x="247" y="20049"/>
                  </a:lnTo>
                  <a:lnTo>
                    <a:pt x="677" y="21986"/>
                  </a:lnTo>
                  <a:lnTo>
                    <a:pt x="61344" y="21986"/>
                  </a:lnTo>
                  <a:lnTo>
                    <a:pt x="61344" y="17927"/>
                  </a:lnTo>
                  <a:lnTo>
                    <a:pt x="61313" y="17650"/>
                  </a:lnTo>
                  <a:lnTo>
                    <a:pt x="58699" y="17650"/>
                  </a:lnTo>
                  <a:lnTo>
                    <a:pt x="58361" y="17619"/>
                  </a:lnTo>
                  <a:lnTo>
                    <a:pt x="58023" y="17527"/>
                  </a:lnTo>
                  <a:lnTo>
                    <a:pt x="57746" y="17373"/>
                  </a:lnTo>
                  <a:lnTo>
                    <a:pt x="57500" y="17158"/>
                  </a:lnTo>
                  <a:lnTo>
                    <a:pt x="57285" y="16912"/>
                  </a:lnTo>
                  <a:lnTo>
                    <a:pt x="57131" y="16636"/>
                  </a:lnTo>
                  <a:lnTo>
                    <a:pt x="57039" y="16328"/>
                  </a:lnTo>
                  <a:lnTo>
                    <a:pt x="57008" y="15990"/>
                  </a:lnTo>
                  <a:lnTo>
                    <a:pt x="57008" y="13161"/>
                  </a:lnTo>
                  <a:lnTo>
                    <a:pt x="57039" y="12884"/>
                  </a:lnTo>
                  <a:lnTo>
                    <a:pt x="57100" y="12607"/>
                  </a:lnTo>
                  <a:lnTo>
                    <a:pt x="56977" y="12577"/>
                  </a:lnTo>
                  <a:lnTo>
                    <a:pt x="47568" y="10670"/>
                  </a:lnTo>
                  <a:lnTo>
                    <a:pt x="47076" y="10547"/>
                  </a:lnTo>
                  <a:lnTo>
                    <a:pt x="46646" y="10363"/>
                  </a:lnTo>
                  <a:lnTo>
                    <a:pt x="46646" y="11716"/>
                  </a:lnTo>
                  <a:lnTo>
                    <a:pt x="46615" y="12054"/>
                  </a:lnTo>
                  <a:lnTo>
                    <a:pt x="46523" y="12361"/>
                  </a:lnTo>
                  <a:lnTo>
                    <a:pt x="46369" y="12638"/>
                  </a:lnTo>
                  <a:lnTo>
                    <a:pt x="46185" y="12884"/>
                  </a:lnTo>
                  <a:lnTo>
                    <a:pt x="45939" y="13069"/>
                  </a:lnTo>
                  <a:lnTo>
                    <a:pt x="45662" y="13222"/>
                  </a:lnTo>
                  <a:lnTo>
                    <a:pt x="45355" y="13345"/>
                  </a:lnTo>
                  <a:lnTo>
                    <a:pt x="45016" y="13376"/>
                  </a:lnTo>
                  <a:lnTo>
                    <a:pt x="43602" y="13376"/>
                  </a:lnTo>
                  <a:lnTo>
                    <a:pt x="43264" y="13345"/>
                  </a:lnTo>
                  <a:lnTo>
                    <a:pt x="42956" y="13222"/>
                  </a:lnTo>
                  <a:lnTo>
                    <a:pt x="42679" y="13069"/>
                  </a:lnTo>
                  <a:lnTo>
                    <a:pt x="42434" y="12884"/>
                  </a:lnTo>
                  <a:lnTo>
                    <a:pt x="42249" y="12638"/>
                  </a:lnTo>
                  <a:lnTo>
                    <a:pt x="42095" y="12361"/>
                  </a:lnTo>
                  <a:lnTo>
                    <a:pt x="42003" y="12054"/>
                  </a:lnTo>
                  <a:lnTo>
                    <a:pt x="41942" y="11716"/>
                  </a:lnTo>
                  <a:lnTo>
                    <a:pt x="41942" y="10301"/>
                  </a:lnTo>
                  <a:lnTo>
                    <a:pt x="42003" y="9963"/>
                  </a:lnTo>
                  <a:lnTo>
                    <a:pt x="42095" y="9656"/>
                  </a:lnTo>
                  <a:lnTo>
                    <a:pt x="42249" y="9379"/>
                  </a:lnTo>
                  <a:lnTo>
                    <a:pt x="42434" y="9164"/>
                  </a:lnTo>
                  <a:lnTo>
                    <a:pt x="42679" y="8948"/>
                  </a:lnTo>
                  <a:lnTo>
                    <a:pt x="42956" y="8795"/>
                  </a:lnTo>
                  <a:lnTo>
                    <a:pt x="43264" y="8702"/>
                  </a:lnTo>
                  <a:lnTo>
                    <a:pt x="43602" y="8672"/>
                  </a:lnTo>
                  <a:lnTo>
                    <a:pt x="44555" y="8672"/>
                  </a:lnTo>
                  <a:lnTo>
                    <a:pt x="38498" y="3444"/>
                  </a:lnTo>
                  <a:lnTo>
                    <a:pt x="37975" y="3045"/>
                  </a:lnTo>
                  <a:lnTo>
                    <a:pt x="37452" y="2676"/>
                  </a:lnTo>
                  <a:lnTo>
                    <a:pt x="36930" y="2338"/>
                  </a:lnTo>
                  <a:lnTo>
                    <a:pt x="36345" y="2030"/>
                  </a:lnTo>
                  <a:lnTo>
                    <a:pt x="35792" y="1753"/>
                  </a:lnTo>
                  <a:lnTo>
                    <a:pt x="35177" y="1507"/>
                  </a:lnTo>
                  <a:lnTo>
                    <a:pt x="34562" y="1323"/>
                  </a:lnTo>
                  <a:lnTo>
                    <a:pt x="33947" y="1138"/>
                  </a:lnTo>
                  <a:lnTo>
                    <a:pt x="33055" y="954"/>
                  </a:lnTo>
                  <a:lnTo>
                    <a:pt x="32041" y="769"/>
                  </a:lnTo>
                  <a:lnTo>
                    <a:pt x="30934" y="585"/>
                  </a:lnTo>
                  <a:lnTo>
                    <a:pt x="29734" y="400"/>
                  </a:lnTo>
                  <a:lnTo>
                    <a:pt x="28412" y="247"/>
                  </a:lnTo>
                  <a:lnTo>
                    <a:pt x="27029" y="124"/>
                  </a:lnTo>
                  <a:lnTo>
                    <a:pt x="25583" y="31"/>
                  </a:lnTo>
                  <a:lnTo>
                    <a:pt x="24046" y="1"/>
                  </a:lnTo>
                  <a:close/>
                </a:path>
              </a:pathLst>
            </a:custGeom>
            <a:solidFill>
              <a:srgbClr val="81E5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18"/>
            <p:cNvSpPr/>
            <p:nvPr/>
          </p:nvSpPr>
          <p:spPr>
            <a:xfrm>
              <a:off x="1217924" y="3874403"/>
              <a:ext cx="695061" cy="931683"/>
            </a:xfrm>
            <a:custGeom>
              <a:rect b="b" l="l" r="r" t="t"/>
              <a:pathLst>
                <a:path extrusionOk="0" h="21309" w="15898">
                  <a:moveTo>
                    <a:pt x="15898" y="0"/>
                  </a:moveTo>
                  <a:lnTo>
                    <a:pt x="14422" y="277"/>
                  </a:lnTo>
                  <a:lnTo>
                    <a:pt x="12915" y="615"/>
                  </a:lnTo>
                  <a:lnTo>
                    <a:pt x="11409" y="1046"/>
                  </a:lnTo>
                  <a:lnTo>
                    <a:pt x="9871" y="1538"/>
                  </a:lnTo>
                  <a:lnTo>
                    <a:pt x="9441" y="1691"/>
                  </a:lnTo>
                  <a:lnTo>
                    <a:pt x="9010" y="1845"/>
                  </a:lnTo>
                  <a:lnTo>
                    <a:pt x="8610" y="2060"/>
                  </a:lnTo>
                  <a:lnTo>
                    <a:pt x="8211" y="2245"/>
                  </a:lnTo>
                  <a:lnTo>
                    <a:pt x="7811" y="2460"/>
                  </a:lnTo>
                  <a:lnTo>
                    <a:pt x="7442" y="2706"/>
                  </a:lnTo>
                  <a:lnTo>
                    <a:pt x="7073" y="2952"/>
                  </a:lnTo>
                  <a:lnTo>
                    <a:pt x="6704" y="3229"/>
                  </a:lnTo>
                  <a:lnTo>
                    <a:pt x="6366" y="3505"/>
                  </a:lnTo>
                  <a:lnTo>
                    <a:pt x="6028" y="3813"/>
                  </a:lnTo>
                  <a:lnTo>
                    <a:pt x="5720" y="4120"/>
                  </a:lnTo>
                  <a:lnTo>
                    <a:pt x="5413" y="4428"/>
                  </a:lnTo>
                  <a:lnTo>
                    <a:pt x="5105" y="4766"/>
                  </a:lnTo>
                  <a:lnTo>
                    <a:pt x="4828" y="5135"/>
                  </a:lnTo>
                  <a:lnTo>
                    <a:pt x="4552" y="5504"/>
                  </a:lnTo>
                  <a:lnTo>
                    <a:pt x="4306" y="5873"/>
                  </a:lnTo>
                  <a:lnTo>
                    <a:pt x="1077" y="10885"/>
                  </a:lnTo>
                  <a:lnTo>
                    <a:pt x="770" y="11377"/>
                  </a:lnTo>
                  <a:lnTo>
                    <a:pt x="524" y="11930"/>
                  </a:lnTo>
                  <a:lnTo>
                    <a:pt x="1" y="16020"/>
                  </a:lnTo>
                  <a:lnTo>
                    <a:pt x="1" y="17619"/>
                  </a:lnTo>
                  <a:lnTo>
                    <a:pt x="32" y="18080"/>
                  </a:lnTo>
                  <a:lnTo>
                    <a:pt x="62" y="18511"/>
                  </a:lnTo>
                  <a:lnTo>
                    <a:pt x="155" y="18941"/>
                  </a:lnTo>
                  <a:lnTo>
                    <a:pt x="247" y="19372"/>
                  </a:lnTo>
                  <a:lnTo>
                    <a:pt x="677" y="21309"/>
                  </a:lnTo>
                  <a:lnTo>
                    <a:pt x="5105" y="21309"/>
                  </a:lnTo>
                  <a:lnTo>
                    <a:pt x="4675" y="19279"/>
                  </a:lnTo>
                  <a:lnTo>
                    <a:pt x="4582" y="18818"/>
                  </a:lnTo>
                  <a:lnTo>
                    <a:pt x="4521" y="18357"/>
                  </a:lnTo>
                  <a:lnTo>
                    <a:pt x="4459" y="17896"/>
                  </a:lnTo>
                  <a:lnTo>
                    <a:pt x="4459" y="17434"/>
                  </a:lnTo>
                  <a:lnTo>
                    <a:pt x="4459" y="16051"/>
                  </a:lnTo>
                  <a:lnTo>
                    <a:pt x="4490" y="15467"/>
                  </a:lnTo>
                  <a:lnTo>
                    <a:pt x="4859" y="12269"/>
                  </a:lnTo>
                  <a:lnTo>
                    <a:pt x="4951" y="11746"/>
                  </a:lnTo>
                  <a:lnTo>
                    <a:pt x="5074" y="11285"/>
                  </a:lnTo>
                  <a:lnTo>
                    <a:pt x="5259" y="10793"/>
                  </a:lnTo>
                  <a:lnTo>
                    <a:pt x="5505" y="10362"/>
                  </a:lnTo>
                  <a:lnTo>
                    <a:pt x="8733" y="5074"/>
                  </a:lnTo>
                  <a:lnTo>
                    <a:pt x="8979" y="4674"/>
                  </a:lnTo>
                  <a:lnTo>
                    <a:pt x="9256" y="4305"/>
                  </a:lnTo>
                  <a:lnTo>
                    <a:pt x="9533" y="3936"/>
                  </a:lnTo>
                  <a:lnTo>
                    <a:pt x="9840" y="3567"/>
                  </a:lnTo>
                  <a:lnTo>
                    <a:pt x="10148" y="3229"/>
                  </a:lnTo>
                  <a:lnTo>
                    <a:pt x="10455" y="2921"/>
                  </a:lnTo>
                  <a:lnTo>
                    <a:pt x="10794" y="2614"/>
                  </a:lnTo>
                  <a:lnTo>
                    <a:pt x="11163" y="2306"/>
                  </a:lnTo>
                  <a:lnTo>
                    <a:pt x="11501" y="2030"/>
                  </a:lnTo>
                  <a:lnTo>
                    <a:pt x="11870" y="1753"/>
                  </a:lnTo>
                  <a:lnTo>
                    <a:pt x="12269" y="1507"/>
                  </a:lnTo>
                  <a:lnTo>
                    <a:pt x="12638" y="1292"/>
                  </a:lnTo>
                  <a:lnTo>
                    <a:pt x="13038" y="1076"/>
                  </a:lnTo>
                  <a:lnTo>
                    <a:pt x="13438" y="861"/>
                  </a:lnTo>
                  <a:lnTo>
                    <a:pt x="13868" y="677"/>
                  </a:lnTo>
                  <a:lnTo>
                    <a:pt x="14299" y="523"/>
                  </a:lnTo>
                  <a:lnTo>
                    <a:pt x="15098" y="246"/>
                  </a:lnTo>
                  <a:lnTo>
                    <a:pt x="15898" y="0"/>
                  </a:lnTo>
                  <a:close/>
                </a:path>
              </a:pathLst>
            </a:custGeom>
            <a:solidFill>
              <a:srgbClr val="4CBB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18"/>
            <p:cNvSpPr/>
            <p:nvPr/>
          </p:nvSpPr>
          <p:spPr>
            <a:xfrm>
              <a:off x="1197769" y="4788550"/>
              <a:ext cx="2753223" cy="145202"/>
            </a:xfrm>
            <a:custGeom>
              <a:rect b="b" l="l" r="r" t="t"/>
              <a:pathLst>
                <a:path extrusionOk="0" h="3321" w="62974">
                  <a:moveTo>
                    <a:pt x="1138" y="0"/>
                  </a:moveTo>
                  <a:lnTo>
                    <a:pt x="892" y="31"/>
                  </a:lnTo>
                  <a:lnTo>
                    <a:pt x="677" y="92"/>
                  </a:lnTo>
                  <a:lnTo>
                    <a:pt x="493" y="215"/>
                  </a:lnTo>
                  <a:lnTo>
                    <a:pt x="339" y="338"/>
                  </a:lnTo>
                  <a:lnTo>
                    <a:pt x="185" y="523"/>
                  </a:lnTo>
                  <a:lnTo>
                    <a:pt x="93" y="707"/>
                  </a:lnTo>
                  <a:lnTo>
                    <a:pt x="31" y="922"/>
                  </a:lnTo>
                  <a:lnTo>
                    <a:pt x="1" y="1138"/>
                  </a:lnTo>
                  <a:lnTo>
                    <a:pt x="1" y="2183"/>
                  </a:lnTo>
                  <a:lnTo>
                    <a:pt x="31" y="2398"/>
                  </a:lnTo>
                  <a:lnTo>
                    <a:pt x="93" y="2614"/>
                  </a:lnTo>
                  <a:lnTo>
                    <a:pt x="185" y="2798"/>
                  </a:lnTo>
                  <a:lnTo>
                    <a:pt x="339" y="2983"/>
                  </a:lnTo>
                  <a:lnTo>
                    <a:pt x="493" y="3106"/>
                  </a:lnTo>
                  <a:lnTo>
                    <a:pt x="677" y="3229"/>
                  </a:lnTo>
                  <a:lnTo>
                    <a:pt x="892" y="3290"/>
                  </a:lnTo>
                  <a:lnTo>
                    <a:pt x="1138" y="3321"/>
                  </a:lnTo>
                  <a:lnTo>
                    <a:pt x="61835" y="3321"/>
                  </a:lnTo>
                  <a:lnTo>
                    <a:pt x="62081" y="3290"/>
                  </a:lnTo>
                  <a:lnTo>
                    <a:pt x="62266" y="3229"/>
                  </a:lnTo>
                  <a:lnTo>
                    <a:pt x="62481" y="3106"/>
                  </a:lnTo>
                  <a:lnTo>
                    <a:pt x="62635" y="2983"/>
                  </a:lnTo>
                  <a:lnTo>
                    <a:pt x="62789" y="2798"/>
                  </a:lnTo>
                  <a:lnTo>
                    <a:pt x="62881" y="2614"/>
                  </a:lnTo>
                  <a:lnTo>
                    <a:pt x="62942" y="2398"/>
                  </a:lnTo>
                  <a:lnTo>
                    <a:pt x="62973" y="2183"/>
                  </a:lnTo>
                  <a:lnTo>
                    <a:pt x="62973" y="1138"/>
                  </a:lnTo>
                  <a:lnTo>
                    <a:pt x="62942" y="922"/>
                  </a:lnTo>
                  <a:lnTo>
                    <a:pt x="62881" y="707"/>
                  </a:lnTo>
                  <a:lnTo>
                    <a:pt x="62789" y="523"/>
                  </a:lnTo>
                  <a:lnTo>
                    <a:pt x="62635" y="338"/>
                  </a:lnTo>
                  <a:lnTo>
                    <a:pt x="62481" y="215"/>
                  </a:lnTo>
                  <a:lnTo>
                    <a:pt x="62266" y="92"/>
                  </a:lnTo>
                  <a:lnTo>
                    <a:pt x="62081" y="31"/>
                  </a:lnTo>
                  <a:lnTo>
                    <a:pt x="61835"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18"/>
            <p:cNvSpPr/>
            <p:nvPr/>
          </p:nvSpPr>
          <p:spPr>
            <a:xfrm>
              <a:off x="1197769" y="4788550"/>
              <a:ext cx="881920" cy="145202"/>
            </a:xfrm>
            <a:custGeom>
              <a:rect b="b" l="l" r="r" t="t"/>
              <a:pathLst>
                <a:path extrusionOk="0" h="3321" w="20172">
                  <a:moveTo>
                    <a:pt x="1138" y="0"/>
                  </a:moveTo>
                  <a:lnTo>
                    <a:pt x="892" y="31"/>
                  </a:lnTo>
                  <a:lnTo>
                    <a:pt x="677" y="92"/>
                  </a:lnTo>
                  <a:lnTo>
                    <a:pt x="493" y="215"/>
                  </a:lnTo>
                  <a:lnTo>
                    <a:pt x="339" y="338"/>
                  </a:lnTo>
                  <a:lnTo>
                    <a:pt x="185" y="523"/>
                  </a:lnTo>
                  <a:lnTo>
                    <a:pt x="93" y="707"/>
                  </a:lnTo>
                  <a:lnTo>
                    <a:pt x="31" y="922"/>
                  </a:lnTo>
                  <a:lnTo>
                    <a:pt x="1" y="1138"/>
                  </a:lnTo>
                  <a:lnTo>
                    <a:pt x="1" y="2183"/>
                  </a:lnTo>
                  <a:lnTo>
                    <a:pt x="31" y="2398"/>
                  </a:lnTo>
                  <a:lnTo>
                    <a:pt x="93" y="2614"/>
                  </a:lnTo>
                  <a:lnTo>
                    <a:pt x="185" y="2798"/>
                  </a:lnTo>
                  <a:lnTo>
                    <a:pt x="339" y="2983"/>
                  </a:lnTo>
                  <a:lnTo>
                    <a:pt x="493" y="3106"/>
                  </a:lnTo>
                  <a:lnTo>
                    <a:pt x="677" y="3229"/>
                  </a:lnTo>
                  <a:lnTo>
                    <a:pt x="892" y="3290"/>
                  </a:lnTo>
                  <a:lnTo>
                    <a:pt x="1138" y="3321"/>
                  </a:lnTo>
                  <a:lnTo>
                    <a:pt x="20172" y="3321"/>
                  </a:lnTo>
                  <a:lnTo>
                    <a:pt x="19956" y="3290"/>
                  </a:lnTo>
                  <a:lnTo>
                    <a:pt x="19741" y="3229"/>
                  </a:lnTo>
                  <a:lnTo>
                    <a:pt x="19557" y="3106"/>
                  </a:lnTo>
                  <a:lnTo>
                    <a:pt x="19372" y="2983"/>
                  </a:lnTo>
                  <a:lnTo>
                    <a:pt x="19249" y="2798"/>
                  </a:lnTo>
                  <a:lnTo>
                    <a:pt x="19126" y="2614"/>
                  </a:lnTo>
                  <a:lnTo>
                    <a:pt x="19065" y="2398"/>
                  </a:lnTo>
                  <a:lnTo>
                    <a:pt x="19034" y="2183"/>
                  </a:lnTo>
                  <a:lnTo>
                    <a:pt x="19034" y="1138"/>
                  </a:lnTo>
                  <a:lnTo>
                    <a:pt x="19065" y="922"/>
                  </a:lnTo>
                  <a:lnTo>
                    <a:pt x="19126" y="707"/>
                  </a:lnTo>
                  <a:lnTo>
                    <a:pt x="19249" y="523"/>
                  </a:lnTo>
                  <a:lnTo>
                    <a:pt x="19372" y="338"/>
                  </a:lnTo>
                  <a:lnTo>
                    <a:pt x="19557" y="215"/>
                  </a:lnTo>
                  <a:lnTo>
                    <a:pt x="19741" y="92"/>
                  </a:lnTo>
                  <a:lnTo>
                    <a:pt x="19956" y="31"/>
                  </a:lnTo>
                  <a:lnTo>
                    <a:pt x="20172"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18"/>
            <p:cNvSpPr/>
            <p:nvPr/>
          </p:nvSpPr>
          <p:spPr>
            <a:xfrm>
              <a:off x="3704864" y="4395986"/>
              <a:ext cx="193592" cy="227226"/>
            </a:xfrm>
            <a:custGeom>
              <a:rect b="b" l="l" r="r" t="t"/>
              <a:pathLst>
                <a:path extrusionOk="0" h="5197" w="4428">
                  <a:moveTo>
                    <a:pt x="154" y="0"/>
                  </a:moveTo>
                  <a:lnTo>
                    <a:pt x="92" y="154"/>
                  </a:lnTo>
                  <a:lnTo>
                    <a:pt x="31" y="339"/>
                  </a:lnTo>
                  <a:lnTo>
                    <a:pt x="0" y="523"/>
                  </a:lnTo>
                  <a:lnTo>
                    <a:pt x="0" y="708"/>
                  </a:lnTo>
                  <a:lnTo>
                    <a:pt x="0" y="3506"/>
                  </a:lnTo>
                  <a:lnTo>
                    <a:pt x="31" y="3844"/>
                  </a:lnTo>
                  <a:lnTo>
                    <a:pt x="123" y="4152"/>
                  </a:lnTo>
                  <a:lnTo>
                    <a:pt x="277" y="4428"/>
                  </a:lnTo>
                  <a:lnTo>
                    <a:pt x="492" y="4674"/>
                  </a:lnTo>
                  <a:lnTo>
                    <a:pt x="738" y="4889"/>
                  </a:lnTo>
                  <a:lnTo>
                    <a:pt x="1015" y="5043"/>
                  </a:lnTo>
                  <a:lnTo>
                    <a:pt x="1322" y="5135"/>
                  </a:lnTo>
                  <a:lnTo>
                    <a:pt x="1661" y="5197"/>
                  </a:lnTo>
                  <a:lnTo>
                    <a:pt x="4428" y="5197"/>
                  </a:lnTo>
                  <a:lnTo>
                    <a:pt x="4397" y="4705"/>
                  </a:lnTo>
                  <a:lnTo>
                    <a:pt x="4336" y="4275"/>
                  </a:lnTo>
                  <a:lnTo>
                    <a:pt x="4243" y="3813"/>
                  </a:lnTo>
                  <a:lnTo>
                    <a:pt x="4090" y="3383"/>
                  </a:lnTo>
                  <a:lnTo>
                    <a:pt x="3905" y="2983"/>
                  </a:lnTo>
                  <a:lnTo>
                    <a:pt x="3721" y="2583"/>
                  </a:lnTo>
                  <a:lnTo>
                    <a:pt x="3475" y="2214"/>
                  </a:lnTo>
                  <a:lnTo>
                    <a:pt x="3198" y="1845"/>
                  </a:lnTo>
                  <a:lnTo>
                    <a:pt x="2891" y="1507"/>
                  </a:lnTo>
                  <a:lnTo>
                    <a:pt x="2583" y="1200"/>
                  </a:lnTo>
                  <a:lnTo>
                    <a:pt x="2214" y="923"/>
                  </a:lnTo>
                  <a:lnTo>
                    <a:pt x="1845" y="677"/>
                  </a:lnTo>
                  <a:lnTo>
                    <a:pt x="1445" y="462"/>
                  </a:lnTo>
                  <a:lnTo>
                    <a:pt x="1046" y="277"/>
                  </a:lnTo>
                  <a:lnTo>
                    <a:pt x="584" y="123"/>
                  </a:lnTo>
                  <a:lnTo>
                    <a:pt x="154" y="0"/>
                  </a:lnTo>
                  <a:close/>
                </a:path>
              </a:pathLst>
            </a:custGeom>
            <a:solidFill>
              <a:srgbClr val="FFD30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18"/>
            <p:cNvSpPr/>
            <p:nvPr/>
          </p:nvSpPr>
          <p:spPr>
            <a:xfrm>
              <a:off x="2517856" y="4511582"/>
              <a:ext cx="134483" cy="83423"/>
            </a:xfrm>
            <a:custGeom>
              <a:rect b="b" l="l" r="r" t="t"/>
              <a:pathLst>
                <a:path extrusionOk="0" h="1908" w="3076">
                  <a:moveTo>
                    <a:pt x="923" y="1"/>
                  </a:moveTo>
                  <a:lnTo>
                    <a:pt x="738" y="32"/>
                  </a:lnTo>
                  <a:lnTo>
                    <a:pt x="554" y="62"/>
                  </a:lnTo>
                  <a:lnTo>
                    <a:pt x="400" y="155"/>
                  </a:lnTo>
                  <a:lnTo>
                    <a:pt x="277" y="278"/>
                  </a:lnTo>
                  <a:lnTo>
                    <a:pt x="154" y="431"/>
                  </a:lnTo>
                  <a:lnTo>
                    <a:pt x="62" y="585"/>
                  </a:lnTo>
                  <a:lnTo>
                    <a:pt x="0" y="770"/>
                  </a:lnTo>
                  <a:lnTo>
                    <a:pt x="0" y="954"/>
                  </a:lnTo>
                  <a:lnTo>
                    <a:pt x="0" y="1139"/>
                  </a:lnTo>
                  <a:lnTo>
                    <a:pt x="62" y="1323"/>
                  </a:lnTo>
                  <a:lnTo>
                    <a:pt x="154" y="1477"/>
                  </a:lnTo>
                  <a:lnTo>
                    <a:pt x="277" y="1631"/>
                  </a:lnTo>
                  <a:lnTo>
                    <a:pt x="400" y="1723"/>
                  </a:lnTo>
                  <a:lnTo>
                    <a:pt x="554" y="1815"/>
                  </a:lnTo>
                  <a:lnTo>
                    <a:pt x="738" y="1876"/>
                  </a:lnTo>
                  <a:lnTo>
                    <a:pt x="923" y="1907"/>
                  </a:lnTo>
                  <a:lnTo>
                    <a:pt x="2122" y="1907"/>
                  </a:lnTo>
                  <a:lnTo>
                    <a:pt x="2307" y="1876"/>
                  </a:lnTo>
                  <a:lnTo>
                    <a:pt x="2491" y="1815"/>
                  </a:lnTo>
                  <a:lnTo>
                    <a:pt x="2645" y="1723"/>
                  </a:lnTo>
                  <a:lnTo>
                    <a:pt x="2799" y="1631"/>
                  </a:lnTo>
                  <a:lnTo>
                    <a:pt x="2922" y="1477"/>
                  </a:lnTo>
                  <a:lnTo>
                    <a:pt x="3014" y="1323"/>
                  </a:lnTo>
                  <a:lnTo>
                    <a:pt x="3045" y="1139"/>
                  </a:lnTo>
                  <a:lnTo>
                    <a:pt x="3075" y="954"/>
                  </a:lnTo>
                  <a:lnTo>
                    <a:pt x="3045" y="770"/>
                  </a:lnTo>
                  <a:lnTo>
                    <a:pt x="3014" y="585"/>
                  </a:lnTo>
                  <a:lnTo>
                    <a:pt x="2922" y="431"/>
                  </a:lnTo>
                  <a:lnTo>
                    <a:pt x="2799" y="278"/>
                  </a:lnTo>
                  <a:lnTo>
                    <a:pt x="2645" y="155"/>
                  </a:lnTo>
                  <a:lnTo>
                    <a:pt x="2491" y="62"/>
                  </a:lnTo>
                  <a:lnTo>
                    <a:pt x="2307" y="32"/>
                  </a:lnTo>
                  <a:lnTo>
                    <a:pt x="2122"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18"/>
            <p:cNvSpPr/>
            <p:nvPr/>
          </p:nvSpPr>
          <p:spPr>
            <a:xfrm>
              <a:off x="1996292" y="4511582"/>
              <a:ext cx="135794" cy="83423"/>
            </a:xfrm>
            <a:custGeom>
              <a:rect b="b" l="l" r="r" t="t"/>
              <a:pathLst>
                <a:path extrusionOk="0" h="1908" w="3106">
                  <a:moveTo>
                    <a:pt x="953" y="1"/>
                  </a:moveTo>
                  <a:lnTo>
                    <a:pt x="769" y="32"/>
                  </a:lnTo>
                  <a:lnTo>
                    <a:pt x="584" y="62"/>
                  </a:lnTo>
                  <a:lnTo>
                    <a:pt x="431" y="155"/>
                  </a:lnTo>
                  <a:lnTo>
                    <a:pt x="277" y="278"/>
                  </a:lnTo>
                  <a:lnTo>
                    <a:pt x="185" y="431"/>
                  </a:lnTo>
                  <a:lnTo>
                    <a:pt x="92" y="585"/>
                  </a:lnTo>
                  <a:lnTo>
                    <a:pt x="31" y="770"/>
                  </a:lnTo>
                  <a:lnTo>
                    <a:pt x="0" y="954"/>
                  </a:lnTo>
                  <a:lnTo>
                    <a:pt x="31" y="1139"/>
                  </a:lnTo>
                  <a:lnTo>
                    <a:pt x="92" y="1323"/>
                  </a:lnTo>
                  <a:lnTo>
                    <a:pt x="185" y="1477"/>
                  </a:lnTo>
                  <a:lnTo>
                    <a:pt x="277" y="1631"/>
                  </a:lnTo>
                  <a:lnTo>
                    <a:pt x="431" y="1723"/>
                  </a:lnTo>
                  <a:lnTo>
                    <a:pt x="584" y="1815"/>
                  </a:lnTo>
                  <a:lnTo>
                    <a:pt x="769" y="1876"/>
                  </a:lnTo>
                  <a:lnTo>
                    <a:pt x="953" y="1907"/>
                  </a:lnTo>
                  <a:lnTo>
                    <a:pt x="2153" y="1907"/>
                  </a:lnTo>
                  <a:lnTo>
                    <a:pt x="2337" y="1876"/>
                  </a:lnTo>
                  <a:lnTo>
                    <a:pt x="2522" y="1815"/>
                  </a:lnTo>
                  <a:lnTo>
                    <a:pt x="2675" y="1723"/>
                  </a:lnTo>
                  <a:lnTo>
                    <a:pt x="2829" y="1631"/>
                  </a:lnTo>
                  <a:lnTo>
                    <a:pt x="2952" y="1477"/>
                  </a:lnTo>
                  <a:lnTo>
                    <a:pt x="3013" y="1323"/>
                  </a:lnTo>
                  <a:lnTo>
                    <a:pt x="3075" y="1139"/>
                  </a:lnTo>
                  <a:lnTo>
                    <a:pt x="3106" y="954"/>
                  </a:lnTo>
                  <a:lnTo>
                    <a:pt x="3075" y="770"/>
                  </a:lnTo>
                  <a:lnTo>
                    <a:pt x="3013" y="585"/>
                  </a:lnTo>
                  <a:lnTo>
                    <a:pt x="2952" y="431"/>
                  </a:lnTo>
                  <a:lnTo>
                    <a:pt x="2829" y="278"/>
                  </a:lnTo>
                  <a:lnTo>
                    <a:pt x="2675" y="155"/>
                  </a:lnTo>
                  <a:lnTo>
                    <a:pt x="2522" y="62"/>
                  </a:lnTo>
                  <a:lnTo>
                    <a:pt x="2337" y="32"/>
                  </a:lnTo>
                  <a:lnTo>
                    <a:pt x="2153"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18"/>
            <p:cNvSpPr/>
            <p:nvPr/>
          </p:nvSpPr>
          <p:spPr>
            <a:xfrm>
              <a:off x="1217924" y="4395986"/>
              <a:ext cx="154638" cy="178869"/>
            </a:xfrm>
            <a:custGeom>
              <a:rect b="b" l="l" r="r" t="t"/>
              <a:pathLst>
                <a:path extrusionOk="0" h="4091" w="3537">
                  <a:moveTo>
                    <a:pt x="524" y="0"/>
                  </a:moveTo>
                  <a:lnTo>
                    <a:pt x="308" y="615"/>
                  </a:lnTo>
                  <a:lnTo>
                    <a:pt x="155" y="1261"/>
                  </a:lnTo>
                  <a:lnTo>
                    <a:pt x="32" y="1907"/>
                  </a:lnTo>
                  <a:lnTo>
                    <a:pt x="1" y="2553"/>
                  </a:lnTo>
                  <a:lnTo>
                    <a:pt x="1" y="4090"/>
                  </a:lnTo>
                  <a:lnTo>
                    <a:pt x="1907" y="4090"/>
                  </a:lnTo>
                  <a:lnTo>
                    <a:pt x="2246" y="4059"/>
                  </a:lnTo>
                  <a:lnTo>
                    <a:pt x="2553" y="3967"/>
                  </a:lnTo>
                  <a:lnTo>
                    <a:pt x="2830" y="3813"/>
                  </a:lnTo>
                  <a:lnTo>
                    <a:pt x="3076" y="3629"/>
                  </a:lnTo>
                  <a:lnTo>
                    <a:pt x="3260" y="3383"/>
                  </a:lnTo>
                  <a:lnTo>
                    <a:pt x="3414" y="3106"/>
                  </a:lnTo>
                  <a:lnTo>
                    <a:pt x="3506" y="2799"/>
                  </a:lnTo>
                  <a:lnTo>
                    <a:pt x="3537" y="2460"/>
                  </a:lnTo>
                  <a:lnTo>
                    <a:pt x="3537" y="1630"/>
                  </a:lnTo>
                  <a:lnTo>
                    <a:pt x="3506" y="1292"/>
                  </a:lnTo>
                  <a:lnTo>
                    <a:pt x="3414" y="984"/>
                  </a:lnTo>
                  <a:lnTo>
                    <a:pt x="3260" y="708"/>
                  </a:lnTo>
                  <a:lnTo>
                    <a:pt x="3076" y="462"/>
                  </a:lnTo>
                  <a:lnTo>
                    <a:pt x="2830" y="277"/>
                  </a:lnTo>
                  <a:lnTo>
                    <a:pt x="2553" y="123"/>
                  </a:lnTo>
                  <a:lnTo>
                    <a:pt x="2246" y="31"/>
                  </a:lnTo>
                  <a:lnTo>
                    <a:pt x="1907" y="0"/>
                  </a:lnTo>
                  <a:close/>
                </a:path>
              </a:pathLst>
            </a:custGeom>
            <a:solidFill>
              <a:srgbClr val="FFD30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18"/>
            <p:cNvSpPr/>
            <p:nvPr/>
          </p:nvSpPr>
          <p:spPr>
            <a:xfrm>
              <a:off x="1527146" y="3992666"/>
              <a:ext cx="1536583" cy="403384"/>
            </a:xfrm>
            <a:custGeom>
              <a:rect b="b" l="l" r="r" t="t"/>
              <a:pathLst>
                <a:path extrusionOk="0" h="9226" w="35146">
                  <a:moveTo>
                    <a:pt x="16881" y="1"/>
                  </a:moveTo>
                  <a:lnTo>
                    <a:pt x="15405" y="32"/>
                  </a:lnTo>
                  <a:lnTo>
                    <a:pt x="13867" y="93"/>
                  </a:lnTo>
                  <a:lnTo>
                    <a:pt x="12299" y="216"/>
                  </a:lnTo>
                  <a:lnTo>
                    <a:pt x="10670" y="431"/>
                  </a:lnTo>
                  <a:lnTo>
                    <a:pt x="9009" y="708"/>
                  </a:lnTo>
                  <a:lnTo>
                    <a:pt x="8179" y="862"/>
                  </a:lnTo>
                  <a:lnTo>
                    <a:pt x="7318" y="1077"/>
                  </a:lnTo>
                  <a:lnTo>
                    <a:pt x="6488" y="1262"/>
                  </a:lnTo>
                  <a:lnTo>
                    <a:pt x="5627" y="1508"/>
                  </a:lnTo>
                  <a:lnTo>
                    <a:pt x="4735" y="1754"/>
                  </a:lnTo>
                  <a:lnTo>
                    <a:pt x="3874" y="2061"/>
                  </a:lnTo>
                  <a:lnTo>
                    <a:pt x="3290" y="2276"/>
                  </a:lnTo>
                  <a:lnTo>
                    <a:pt x="2767" y="2553"/>
                  </a:lnTo>
                  <a:lnTo>
                    <a:pt x="2214" y="2861"/>
                  </a:lnTo>
                  <a:lnTo>
                    <a:pt x="1722" y="3199"/>
                  </a:lnTo>
                  <a:lnTo>
                    <a:pt x="1261" y="3599"/>
                  </a:lnTo>
                  <a:lnTo>
                    <a:pt x="830" y="4029"/>
                  </a:lnTo>
                  <a:lnTo>
                    <a:pt x="431" y="4521"/>
                  </a:lnTo>
                  <a:lnTo>
                    <a:pt x="92" y="5013"/>
                  </a:lnTo>
                  <a:lnTo>
                    <a:pt x="0" y="5197"/>
                  </a:lnTo>
                  <a:lnTo>
                    <a:pt x="0" y="5382"/>
                  </a:lnTo>
                  <a:lnTo>
                    <a:pt x="62" y="5536"/>
                  </a:lnTo>
                  <a:lnTo>
                    <a:pt x="185" y="5689"/>
                  </a:lnTo>
                  <a:lnTo>
                    <a:pt x="4090" y="9102"/>
                  </a:lnTo>
                  <a:lnTo>
                    <a:pt x="4243" y="9195"/>
                  </a:lnTo>
                  <a:lnTo>
                    <a:pt x="4428" y="9225"/>
                  </a:lnTo>
                  <a:lnTo>
                    <a:pt x="35145" y="9225"/>
                  </a:lnTo>
                  <a:lnTo>
                    <a:pt x="35022" y="9010"/>
                  </a:lnTo>
                  <a:lnTo>
                    <a:pt x="34961" y="8795"/>
                  </a:lnTo>
                  <a:lnTo>
                    <a:pt x="34899" y="8580"/>
                  </a:lnTo>
                  <a:lnTo>
                    <a:pt x="34899" y="8334"/>
                  </a:lnTo>
                  <a:lnTo>
                    <a:pt x="34899" y="7565"/>
                  </a:lnTo>
                  <a:lnTo>
                    <a:pt x="29211" y="2645"/>
                  </a:lnTo>
                  <a:lnTo>
                    <a:pt x="28873" y="2369"/>
                  </a:lnTo>
                  <a:lnTo>
                    <a:pt x="28504" y="2123"/>
                  </a:lnTo>
                  <a:lnTo>
                    <a:pt x="28135" y="1877"/>
                  </a:lnTo>
                  <a:lnTo>
                    <a:pt x="27735" y="1692"/>
                  </a:lnTo>
                  <a:lnTo>
                    <a:pt x="27335" y="1508"/>
                  </a:lnTo>
                  <a:lnTo>
                    <a:pt x="26935" y="1323"/>
                  </a:lnTo>
                  <a:lnTo>
                    <a:pt x="26536" y="1200"/>
                  </a:lnTo>
                  <a:lnTo>
                    <a:pt x="26105" y="1077"/>
                  </a:lnTo>
                  <a:lnTo>
                    <a:pt x="25244" y="893"/>
                  </a:lnTo>
                  <a:lnTo>
                    <a:pt x="24291" y="708"/>
                  </a:lnTo>
                  <a:lnTo>
                    <a:pt x="23246" y="524"/>
                  </a:lnTo>
                  <a:lnTo>
                    <a:pt x="22139" y="370"/>
                  </a:lnTo>
                  <a:lnTo>
                    <a:pt x="20909" y="247"/>
                  </a:lnTo>
                  <a:lnTo>
                    <a:pt x="19648" y="124"/>
                  </a:lnTo>
                  <a:lnTo>
                    <a:pt x="18295" y="62"/>
                  </a:lnTo>
                  <a:lnTo>
                    <a:pt x="1688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18"/>
            <p:cNvSpPr/>
            <p:nvPr/>
          </p:nvSpPr>
          <p:spPr>
            <a:xfrm>
              <a:off x="3046154" y="4218525"/>
              <a:ext cx="216458" cy="216514"/>
            </a:xfrm>
            <a:custGeom>
              <a:rect b="b" l="l" r="r" t="t"/>
              <a:pathLst>
                <a:path extrusionOk="0" h="4952" w="4951">
                  <a:moveTo>
                    <a:pt x="1784" y="1"/>
                  </a:moveTo>
                  <a:lnTo>
                    <a:pt x="1415" y="31"/>
                  </a:lnTo>
                  <a:lnTo>
                    <a:pt x="1077" y="124"/>
                  </a:lnTo>
                  <a:lnTo>
                    <a:pt x="800" y="308"/>
                  </a:lnTo>
                  <a:lnTo>
                    <a:pt x="523" y="523"/>
                  </a:lnTo>
                  <a:lnTo>
                    <a:pt x="308" y="769"/>
                  </a:lnTo>
                  <a:lnTo>
                    <a:pt x="154" y="1077"/>
                  </a:lnTo>
                  <a:lnTo>
                    <a:pt x="62" y="1415"/>
                  </a:lnTo>
                  <a:lnTo>
                    <a:pt x="1" y="1753"/>
                  </a:lnTo>
                  <a:lnTo>
                    <a:pt x="1" y="3168"/>
                  </a:lnTo>
                  <a:lnTo>
                    <a:pt x="62" y="3537"/>
                  </a:lnTo>
                  <a:lnTo>
                    <a:pt x="154" y="3875"/>
                  </a:lnTo>
                  <a:lnTo>
                    <a:pt x="308" y="4152"/>
                  </a:lnTo>
                  <a:lnTo>
                    <a:pt x="523" y="4428"/>
                  </a:lnTo>
                  <a:lnTo>
                    <a:pt x="800" y="4644"/>
                  </a:lnTo>
                  <a:lnTo>
                    <a:pt x="1077" y="4797"/>
                  </a:lnTo>
                  <a:lnTo>
                    <a:pt x="1415" y="4920"/>
                  </a:lnTo>
                  <a:lnTo>
                    <a:pt x="1784" y="4951"/>
                  </a:lnTo>
                  <a:lnTo>
                    <a:pt x="3198" y="4951"/>
                  </a:lnTo>
                  <a:lnTo>
                    <a:pt x="3567" y="4920"/>
                  </a:lnTo>
                  <a:lnTo>
                    <a:pt x="3875" y="4797"/>
                  </a:lnTo>
                  <a:lnTo>
                    <a:pt x="4182" y="4644"/>
                  </a:lnTo>
                  <a:lnTo>
                    <a:pt x="4459" y="4428"/>
                  </a:lnTo>
                  <a:lnTo>
                    <a:pt x="4674" y="4152"/>
                  </a:lnTo>
                  <a:lnTo>
                    <a:pt x="4828" y="3875"/>
                  </a:lnTo>
                  <a:lnTo>
                    <a:pt x="4920" y="3537"/>
                  </a:lnTo>
                  <a:lnTo>
                    <a:pt x="4951" y="3168"/>
                  </a:lnTo>
                  <a:lnTo>
                    <a:pt x="4951" y="1753"/>
                  </a:lnTo>
                  <a:lnTo>
                    <a:pt x="4920" y="1415"/>
                  </a:lnTo>
                  <a:lnTo>
                    <a:pt x="4828" y="1077"/>
                  </a:lnTo>
                  <a:lnTo>
                    <a:pt x="4674" y="769"/>
                  </a:lnTo>
                  <a:lnTo>
                    <a:pt x="4459" y="523"/>
                  </a:lnTo>
                  <a:lnTo>
                    <a:pt x="4182" y="308"/>
                  </a:lnTo>
                  <a:lnTo>
                    <a:pt x="3875" y="124"/>
                  </a:lnTo>
                  <a:lnTo>
                    <a:pt x="3567" y="31"/>
                  </a:lnTo>
                  <a:lnTo>
                    <a:pt x="3198" y="1"/>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18"/>
            <p:cNvSpPr/>
            <p:nvPr/>
          </p:nvSpPr>
          <p:spPr>
            <a:xfrm>
              <a:off x="3046154" y="4218525"/>
              <a:ext cx="162726" cy="216514"/>
            </a:xfrm>
            <a:custGeom>
              <a:rect b="b" l="l" r="r" t="t"/>
              <a:pathLst>
                <a:path extrusionOk="0" h="4952" w="3722">
                  <a:moveTo>
                    <a:pt x="1784" y="1"/>
                  </a:moveTo>
                  <a:lnTo>
                    <a:pt x="1415" y="31"/>
                  </a:lnTo>
                  <a:lnTo>
                    <a:pt x="1077" y="124"/>
                  </a:lnTo>
                  <a:lnTo>
                    <a:pt x="800" y="308"/>
                  </a:lnTo>
                  <a:lnTo>
                    <a:pt x="523" y="523"/>
                  </a:lnTo>
                  <a:lnTo>
                    <a:pt x="308" y="769"/>
                  </a:lnTo>
                  <a:lnTo>
                    <a:pt x="154" y="1077"/>
                  </a:lnTo>
                  <a:lnTo>
                    <a:pt x="62" y="1415"/>
                  </a:lnTo>
                  <a:lnTo>
                    <a:pt x="1" y="1753"/>
                  </a:lnTo>
                  <a:lnTo>
                    <a:pt x="1" y="3168"/>
                  </a:lnTo>
                  <a:lnTo>
                    <a:pt x="62" y="3537"/>
                  </a:lnTo>
                  <a:lnTo>
                    <a:pt x="154" y="3875"/>
                  </a:lnTo>
                  <a:lnTo>
                    <a:pt x="308" y="4152"/>
                  </a:lnTo>
                  <a:lnTo>
                    <a:pt x="523" y="4428"/>
                  </a:lnTo>
                  <a:lnTo>
                    <a:pt x="800" y="4644"/>
                  </a:lnTo>
                  <a:lnTo>
                    <a:pt x="1077" y="4797"/>
                  </a:lnTo>
                  <a:lnTo>
                    <a:pt x="1415" y="4920"/>
                  </a:lnTo>
                  <a:lnTo>
                    <a:pt x="1784" y="4951"/>
                  </a:lnTo>
                  <a:lnTo>
                    <a:pt x="3198" y="4951"/>
                  </a:lnTo>
                  <a:lnTo>
                    <a:pt x="3475" y="4920"/>
                  </a:lnTo>
                  <a:lnTo>
                    <a:pt x="3721" y="4859"/>
                  </a:lnTo>
                  <a:lnTo>
                    <a:pt x="3475" y="4767"/>
                  </a:lnTo>
                  <a:lnTo>
                    <a:pt x="3229" y="4613"/>
                  </a:lnTo>
                  <a:lnTo>
                    <a:pt x="3014" y="4428"/>
                  </a:lnTo>
                  <a:lnTo>
                    <a:pt x="2829" y="4244"/>
                  </a:lnTo>
                  <a:lnTo>
                    <a:pt x="2676" y="3998"/>
                  </a:lnTo>
                  <a:lnTo>
                    <a:pt x="2583" y="3752"/>
                  </a:lnTo>
                  <a:lnTo>
                    <a:pt x="2522" y="3475"/>
                  </a:lnTo>
                  <a:lnTo>
                    <a:pt x="2491" y="3168"/>
                  </a:lnTo>
                  <a:lnTo>
                    <a:pt x="2491" y="1753"/>
                  </a:lnTo>
                  <a:lnTo>
                    <a:pt x="2522" y="1477"/>
                  </a:lnTo>
                  <a:lnTo>
                    <a:pt x="2583" y="1200"/>
                  </a:lnTo>
                  <a:lnTo>
                    <a:pt x="2676" y="923"/>
                  </a:lnTo>
                  <a:lnTo>
                    <a:pt x="2829" y="708"/>
                  </a:lnTo>
                  <a:lnTo>
                    <a:pt x="3014" y="493"/>
                  </a:lnTo>
                  <a:lnTo>
                    <a:pt x="3229" y="308"/>
                  </a:lnTo>
                  <a:lnTo>
                    <a:pt x="3475" y="185"/>
                  </a:lnTo>
                  <a:lnTo>
                    <a:pt x="3721" y="62"/>
                  </a:lnTo>
                  <a:lnTo>
                    <a:pt x="3475" y="1"/>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18"/>
            <p:cNvSpPr/>
            <p:nvPr/>
          </p:nvSpPr>
          <p:spPr>
            <a:xfrm>
              <a:off x="1344315" y="4574801"/>
              <a:ext cx="568666" cy="568699"/>
            </a:xfrm>
            <a:custGeom>
              <a:rect b="b" l="l" r="r" t="t"/>
              <a:pathLst>
                <a:path extrusionOk="0" h="13007" w="13007">
                  <a:moveTo>
                    <a:pt x="6488" y="0"/>
                  </a:moveTo>
                  <a:lnTo>
                    <a:pt x="5842" y="31"/>
                  </a:lnTo>
                  <a:lnTo>
                    <a:pt x="5197" y="154"/>
                  </a:lnTo>
                  <a:lnTo>
                    <a:pt x="4582" y="307"/>
                  </a:lnTo>
                  <a:lnTo>
                    <a:pt x="3967" y="523"/>
                  </a:lnTo>
                  <a:lnTo>
                    <a:pt x="3413" y="799"/>
                  </a:lnTo>
                  <a:lnTo>
                    <a:pt x="2860" y="1107"/>
                  </a:lnTo>
                  <a:lnTo>
                    <a:pt x="2368" y="1507"/>
                  </a:lnTo>
                  <a:lnTo>
                    <a:pt x="1907" y="1906"/>
                  </a:lnTo>
                  <a:lnTo>
                    <a:pt x="1476" y="2368"/>
                  </a:lnTo>
                  <a:lnTo>
                    <a:pt x="1107" y="2890"/>
                  </a:lnTo>
                  <a:lnTo>
                    <a:pt x="800" y="3413"/>
                  </a:lnTo>
                  <a:lnTo>
                    <a:pt x="523" y="3967"/>
                  </a:lnTo>
                  <a:lnTo>
                    <a:pt x="308" y="4582"/>
                  </a:lnTo>
                  <a:lnTo>
                    <a:pt x="123" y="5196"/>
                  </a:lnTo>
                  <a:lnTo>
                    <a:pt x="31" y="5842"/>
                  </a:lnTo>
                  <a:lnTo>
                    <a:pt x="0" y="6519"/>
                  </a:lnTo>
                  <a:lnTo>
                    <a:pt x="31" y="7164"/>
                  </a:lnTo>
                  <a:lnTo>
                    <a:pt x="123" y="7810"/>
                  </a:lnTo>
                  <a:lnTo>
                    <a:pt x="308" y="8456"/>
                  </a:lnTo>
                  <a:lnTo>
                    <a:pt x="523" y="9040"/>
                  </a:lnTo>
                  <a:lnTo>
                    <a:pt x="800" y="9593"/>
                  </a:lnTo>
                  <a:lnTo>
                    <a:pt x="1107" y="10147"/>
                  </a:lnTo>
                  <a:lnTo>
                    <a:pt x="1476" y="10639"/>
                  </a:lnTo>
                  <a:lnTo>
                    <a:pt x="1907" y="11100"/>
                  </a:lnTo>
                  <a:lnTo>
                    <a:pt x="2368" y="11531"/>
                  </a:lnTo>
                  <a:lnTo>
                    <a:pt x="2860" y="11900"/>
                  </a:lnTo>
                  <a:lnTo>
                    <a:pt x="3413" y="12238"/>
                  </a:lnTo>
                  <a:lnTo>
                    <a:pt x="3967" y="12484"/>
                  </a:lnTo>
                  <a:lnTo>
                    <a:pt x="4582" y="12730"/>
                  </a:lnTo>
                  <a:lnTo>
                    <a:pt x="5197" y="12884"/>
                  </a:lnTo>
                  <a:lnTo>
                    <a:pt x="5842" y="12976"/>
                  </a:lnTo>
                  <a:lnTo>
                    <a:pt x="6488" y="13007"/>
                  </a:lnTo>
                  <a:lnTo>
                    <a:pt x="7165" y="12976"/>
                  </a:lnTo>
                  <a:lnTo>
                    <a:pt x="7810" y="12884"/>
                  </a:lnTo>
                  <a:lnTo>
                    <a:pt x="8425" y="12730"/>
                  </a:lnTo>
                  <a:lnTo>
                    <a:pt x="9040" y="12484"/>
                  </a:lnTo>
                  <a:lnTo>
                    <a:pt x="9594" y="12238"/>
                  </a:lnTo>
                  <a:lnTo>
                    <a:pt x="10147" y="11900"/>
                  </a:lnTo>
                  <a:lnTo>
                    <a:pt x="10639" y="11531"/>
                  </a:lnTo>
                  <a:lnTo>
                    <a:pt x="11100" y="11100"/>
                  </a:lnTo>
                  <a:lnTo>
                    <a:pt x="11531" y="10639"/>
                  </a:lnTo>
                  <a:lnTo>
                    <a:pt x="11900" y="10147"/>
                  </a:lnTo>
                  <a:lnTo>
                    <a:pt x="12207" y="9593"/>
                  </a:lnTo>
                  <a:lnTo>
                    <a:pt x="12484" y="9040"/>
                  </a:lnTo>
                  <a:lnTo>
                    <a:pt x="12699" y="8456"/>
                  </a:lnTo>
                  <a:lnTo>
                    <a:pt x="12884" y="7810"/>
                  </a:lnTo>
                  <a:lnTo>
                    <a:pt x="12976" y="7164"/>
                  </a:lnTo>
                  <a:lnTo>
                    <a:pt x="13007" y="6519"/>
                  </a:lnTo>
                  <a:lnTo>
                    <a:pt x="12976" y="5842"/>
                  </a:lnTo>
                  <a:lnTo>
                    <a:pt x="12884" y="5196"/>
                  </a:lnTo>
                  <a:lnTo>
                    <a:pt x="12699" y="4582"/>
                  </a:lnTo>
                  <a:lnTo>
                    <a:pt x="12484" y="3967"/>
                  </a:lnTo>
                  <a:lnTo>
                    <a:pt x="12207" y="3413"/>
                  </a:lnTo>
                  <a:lnTo>
                    <a:pt x="11900" y="2890"/>
                  </a:lnTo>
                  <a:lnTo>
                    <a:pt x="11531" y="2368"/>
                  </a:lnTo>
                  <a:lnTo>
                    <a:pt x="11100" y="1906"/>
                  </a:lnTo>
                  <a:lnTo>
                    <a:pt x="10639" y="1507"/>
                  </a:lnTo>
                  <a:lnTo>
                    <a:pt x="10147" y="1107"/>
                  </a:lnTo>
                  <a:lnTo>
                    <a:pt x="9594" y="799"/>
                  </a:lnTo>
                  <a:lnTo>
                    <a:pt x="9040" y="523"/>
                  </a:lnTo>
                  <a:lnTo>
                    <a:pt x="8425" y="307"/>
                  </a:lnTo>
                  <a:lnTo>
                    <a:pt x="7810" y="154"/>
                  </a:lnTo>
                  <a:lnTo>
                    <a:pt x="7165" y="31"/>
                  </a:lnTo>
                  <a:lnTo>
                    <a:pt x="6488" y="0"/>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18"/>
            <p:cNvSpPr/>
            <p:nvPr/>
          </p:nvSpPr>
          <p:spPr>
            <a:xfrm>
              <a:off x="1344315" y="4574801"/>
              <a:ext cx="360297" cy="568699"/>
            </a:xfrm>
            <a:custGeom>
              <a:rect b="b" l="l" r="r" t="t"/>
              <a:pathLst>
                <a:path extrusionOk="0" h="13007" w="8241">
                  <a:moveTo>
                    <a:pt x="6488" y="0"/>
                  </a:moveTo>
                  <a:lnTo>
                    <a:pt x="5842" y="31"/>
                  </a:lnTo>
                  <a:lnTo>
                    <a:pt x="5197" y="154"/>
                  </a:lnTo>
                  <a:lnTo>
                    <a:pt x="4582" y="307"/>
                  </a:lnTo>
                  <a:lnTo>
                    <a:pt x="3967" y="523"/>
                  </a:lnTo>
                  <a:lnTo>
                    <a:pt x="3413" y="799"/>
                  </a:lnTo>
                  <a:lnTo>
                    <a:pt x="2860" y="1107"/>
                  </a:lnTo>
                  <a:lnTo>
                    <a:pt x="2368" y="1507"/>
                  </a:lnTo>
                  <a:lnTo>
                    <a:pt x="1907" y="1906"/>
                  </a:lnTo>
                  <a:lnTo>
                    <a:pt x="1476" y="2368"/>
                  </a:lnTo>
                  <a:lnTo>
                    <a:pt x="1107" y="2890"/>
                  </a:lnTo>
                  <a:lnTo>
                    <a:pt x="800" y="3413"/>
                  </a:lnTo>
                  <a:lnTo>
                    <a:pt x="523" y="3967"/>
                  </a:lnTo>
                  <a:lnTo>
                    <a:pt x="308" y="4582"/>
                  </a:lnTo>
                  <a:lnTo>
                    <a:pt x="123" y="5196"/>
                  </a:lnTo>
                  <a:lnTo>
                    <a:pt x="31" y="5842"/>
                  </a:lnTo>
                  <a:lnTo>
                    <a:pt x="0" y="6519"/>
                  </a:lnTo>
                  <a:lnTo>
                    <a:pt x="31" y="7164"/>
                  </a:lnTo>
                  <a:lnTo>
                    <a:pt x="123" y="7810"/>
                  </a:lnTo>
                  <a:lnTo>
                    <a:pt x="308" y="8456"/>
                  </a:lnTo>
                  <a:lnTo>
                    <a:pt x="523" y="9040"/>
                  </a:lnTo>
                  <a:lnTo>
                    <a:pt x="800" y="9593"/>
                  </a:lnTo>
                  <a:lnTo>
                    <a:pt x="1107" y="10147"/>
                  </a:lnTo>
                  <a:lnTo>
                    <a:pt x="1476" y="10639"/>
                  </a:lnTo>
                  <a:lnTo>
                    <a:pt x="1907" y="11100"/>
                  </a:lnTo>
                  <a:lnTo>
                    <a:pt x="2368" y="11531"/>
                  </a:lnTo>
                  <a:lnTo>
                    <a:pt x="2860" y="11900"/>
                  </a:lnTo>
                  <a:lnTo>
                    <a:pt x="3413" y="12238"/>
                  </a:lnTo>
                  <a:lnTo>
                    <a:pt x="3967" y="12484"/>
                  </a:lnTo>
                  <a:lnTo>
                    <a:pt x="4582" y="12730"/>
                  </a:lnTo>
                  <a:lnTo>
                    <a:pt x="5197" y="12884"/>
                  </a:lnTo>
                  <a:lnTo>
                    <a:pt x="5842" y="12976"/>
                  </a:lnTo>
                  <a:lnTo>
                    <a:pt x="6488" y="13007"/>
                  </a:lnTo>
                  <a:lnTo>
                    <a:pt x="6949" y="13007"/>
                  </a:lnTo>
                  <a:lnTo>
                    <a:pt x="7411" y="12945"/>
                  </a:lnTo>
                  <a:lnTo>
                    <a:pt x="7841" y="12884"/>
                  </a:lnTo>
                  <a:lnTo>
                    <a:pt x="8241" y="12761"/>
                  </a:lnTo>
                  <a:lnTo>
                    <a:pt x="7749" y="12607"/>
                  </a:lnTo>
                  <a:lnTo>
                    <a:pt x="7257" y="12392"/>
                  </a:lnTo>
                  <a:lnTo>
                    <a:pt x="6796" y="12176"/>
                  </a:lnTo>
                  <a:lnTo>
                    <a:pt x="6365" y="11900"/>
                  </a:lnTo>
                  <a:lnTo>
                    <a:pt x="5935" y="11592"/>
                  </a:lnTo>
                  <a:lnTo>
                    <a:pt x="5535" y="11223"/>
                  </a:lnTo>
                  <a:lnTo>
                    <a:pt x="5197" y="10854"/>
                  </a:lnTo>
                  <a:lnTo>
                    <a:pt x="4858" y="10485"/>
                  </a:lnTo>
                  <a:lnTo>
                    <a:pt x="4551" y="10055"/>
                  </a:lnTo>
                  <a:lnTo>
                    <a:pt x="4274" y="9593"/>
                  </a:lnTo>
                  <a:lnTo>
                    <a:pt x="4059" y="9132"/>
                  </a:lnTo>
                  <a:lnTo>
                    <a:pt x="3875" y="8640"/>
                  </a:lnTo>
                  <a:lnTo>
                    <a:pt x="3721" y="8118"/>
                  </a:lnTo>
                  <a:lnTo>
                    <a:pt x="3598" y="7595"/>
                  </a:lnTo>
                  <a:lnTo>
                    <a:pt x="3536" y="7072"/>
                  </a:lnTo>
                  <a:lnTo>
                    <a:pt x="3506" y="6519"/>
                  </a:lnTo>
                  <a:lnTo>
                    <a:pt x="3536" y="5965"/>
                  </a:lnTo>
                  <a:lnTo>
                    <a:pt x="3598" y="5412"/>
                  </a:lnTo>
                  <a:lnTo>
                    <a:pt x="3721" y="4889"/>
                  </a:lnTo>
                  <a:lnTo>
                    <a:pt x="3875" y="4366"/>
                  </a:lnTo>
                  <a:lnTo>
                    <a:pt x="4059" y="3905"/>
                  </a:lnTo>
                  <a:lnTo>
                    <a:pt x="4274" y="3413"/>
                  </a:lnTo>
                  <a:lnTo>
                    <a:pt x="4551" y="2983"/>
                  </a:lnTo>
                  <a:lnTo>
                    <a:pt x="4858" y="2552"/>
                  </a:lnTo>
                  <a:lnTo>
                    <a:pt x="5197" y="2152"/>
                  </a:lnTo>
                  <a:lnTo>
                    <a:pt x="5535" y="1783"/>
                  </a:lnTo>
                  <a:lnTo>
                    <a:pt x="5935" y="1445"/>
                  </a:lnTo>
                  <a:lnTo>
                    <a:pt x="6365" y="1138"/>
                  </a:lnTo>
                  <a:lnTo>
                    <a:pt x="6796" y="861"/>
                  </a:lnTo>
                  <a:lnTo>
                    <a:pt x="7257" y="615"/>
                  </a:lnTo>
                  <a:lnTo>
                    <a:pt x="7749" y="400"/>
                  </a:lnTo>
                  <a:lnTo>
                    <a:pt x="8241" y="246"/>
                  </a:lnTo>
                  <a:lnTo>
                    <a:pt x="7841" y="154"/>
                  </a:lnTo>
                  <a:lnTo>
                    <a:pt x="7411" y="62"/>
                  </a:lnTo>
                  <a:lnTo>
                    <a:pt x="6949" y="31"/>
                  </a:lnTo>
                  <a:lnTo>
                    <a:pt x="6488" y="0"/>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18"/>
            <p:cNvSpPr/>
            <p:nvPr/>
          </p:nvSpPr>
          <p:spPr>
            <a:xfrm>
              <a:off x="1486794" y="4717286"/>
              <a:ext cx="283699" cy="283715"/>
            </a:xfrm>
            <a:custGeom>
              <a:rect b="b" l="l" r="r" t="t"/>
              <a:pathLst>
                <a:path extrusionOk="0" h="6489" w="6489">
                  <a:moveTo>
                    <a:pt x="3229" y="0"/>
                  </a:moveTo>
                  <a:lnTo>
                    <a:pt x="2922" y="31"/>
                  </a:lnTo>
                  <a:lnTo>
                    <a:pt x="2583" y="62"/>
                  </a:lnTo>
                  <a:lnTo>
                    <a:pt x="2276" y="154"/>
                  </a:lnTo>
                  <a:lnTo>
                    <a:pt x="1968" y="246"/>
                  </a:lnTo>
                  <a:lnTo>
                    <a:pt x="1692" y="400"/>
                  </a:lnTo>
                  <a:lnTo>
                    <a:pt x="1415" y="554"/>
                  </a:lnTo>
                  <a:lnTo>
                    <a:pt x="1169" y="738"/>
                  </a:lnTo>
                  <a:lnTo>
                    <a:pt x="954" y="954"/>
                  </a:lnTo>
                  <a:lnTo>
                    <a:pt x="739" y="1169"/>
                  </a:lnTo>
                  <a:lnTo>
                    <a:pt x="554" y="1446"/>
                  </a:lnTo>
                  <a:lnTo>
                    <a:pt x="400" y="1691"/>
                  </a:lnTo>
                  <a:lnTo>
                    <a:pt x="247" y="1999"/>
                  </a:lnTo>
                  <a:lnTo>
                    <a:pt x="154" y="2276"/>
                  </a:lnTo>
                  <a:lnTo>
                    <a:pt x="62" y="2583"/>
                  </a:lnTo>
                  <a:lnTo>
                    <a:pt x="1" y="2921"/>
                  </a:lnTo>
                  <a:lnTo>
                    <a:pt x="1" y="3260"/>
                  </a:lnTo>
                  <a:lnTo>
                    <a:pt x="1" y="3598"/>
                  </a:lnTo>
                  <a:lnTo>
                    <a:pt x="62" y="3905"/>
                  </a:lnTo>
                  <a:lnTo>
                    <a:pt x="154" y="4213"/>
                  </a:lnTo>
                  <a:lnTo>
                    <a:pt x="247" y="4520"/>
                  </a:lnTo>
                  <a:lnTo>
                    <a:pt x="400" y="4797"/>
                  </a:lnTo>
                  <a:lnTo>
                    <a:pt x="554" y="5074"/>
                  </a:lnTo>
                  <a:lnTo>
                    <a:pt x="739" y="5320"/>
                  </a:lnTo>
                  <a:lnTo>
                    <a:pt x="954" y="5535"/>
                  </a:lnTo>
                  <a:lnTo>
                    <a:pt x="1169" y="5750"/>
                  </a:lnTo>
                  <a:lnTo>
                    <a:pt x="1415" y="5935"/>
                  </a:lnTo>
                  <a:lnTo>
                    <a:pt x="1692" y="6119"/>
                  </a:lnTo>
                  <a:lnTo>
                    <a:pt x="1968" y="6242"/>
                  </a:lnTo>
                  <a:lnTo>
                    <a:pt x="2276" y="6365"/>
                  </a:lnTo>
                  <a:lnTo>
                    <a:pt x="2583" y="6427"/>
                  </a:lnTo>
                  <a:lnTo>
                    <a:pt x="2922" y="6488"/>
                  </a:lnTo>
                  <a:lnTo>
                    <a:pt x="3567" y="6488"/>
                  </a:lnTo>
                  <a:lnTo>
                    <a:pt x="3906" y="6427"/>
                  </a:lnTo>
                  <a:lnTo>
                    <a:pt x="4213" y="6365"/>
                  </a:lnTo>
                  <a:lnTo>
                    <a:pt x="4521" y="6242"/>
                  </a:lnTo>
                  <a:lnTo>
                    <a:pt x="4797" y="6119"/>
                  </a:lnTo>
                  <a:lnTo>
                    <a:pt x="5074" y="5935"/>
                  </a:lnTo>
                  <a:lnTo>
                    <a:pt x="5320" y="5750"/>
                  </a:lnTo>
                  <a:lnTo>
                    <a:pt x="5535" y="5535"/>
                  </a:lnTo>
                  <a:lnTo>
                    <a:pt x="5751" y="5320"/>
                  </a:lnTo>
                  <a:lnTo>
                    <a:pt x="5935" y="5074"/>
                  </a:lnTo>
                  <a:lnTo>
                    <a:pt x="6089" y="4797"/>
                  </a:lnTo>
                  <a:lnTo>
                    <a:pt x="6242" y="4520"/>
                  </a:lnTo>
                  <a:lnTo>
                    <a:pt x="6335" y="4213"/>
                  </a:lnTo>
                  <a:lnTo>
                    <a:pt x="6427" y="3905"/>
                  </a:lnTo>
                  <a:lnTo>
                    <a:pt x="6488" y="3598"/>
                  </a:lnTo>
                  <a:lnTo>
                    <a:pt x="6488" y="3260"/>
                  </a:lnTo>
                  <a:lnTo>
                    <a:pt x="6488" y="2921"/>
                  </a:lnTo>
                  <a:lnTo>
                    <a:pt x="6427" y="2583"/>
                  </a:lnTo>
                  <a:lnTo>
                    <a:pt x="6335" y="2276"/>
                  </a:lnTo>
                  <a:lnTo>
                    <a:pt x="6242" y="1999"/>
                  </a:lnTo>
                  <a:lnTo>
                    <a:pt x="6089" y="1691"/>
                  </a:lnTo>
                  <a:lnTo>
                    <a:pt x="5935" y="1446"/>
                  </a:lnTo>
                  <a:lnTo>
                    <a:pt x="5751" y="1169"/>
                  </a:lnTo>
                  <a:lnTo>
                    <a:pt x="5535" y="954"/>
                  </a:lnTo>
                  <a:lnTo>
                    <a:pt x="5320" y="738"/>
                  </a:lnTo>
                  <a:lnTo>
                    <a:pt x="5074" y="554"/>
                  </a:lnTo>
                  <a:lnTo>
                    <a:pt x="4797" y="400"/>
                  </a:lnTo>
                  <a:lnTo>
                    <a:pt x="4521" y="246"/>
                  </a:lnTo>
                  <a:lnTo>
                    <a:pt x="4213" y="154"/>
                  </a:lnTo>
                  <a:lnTo>
                    <a:pt x="3906" y="62"/>
                  </a:lnTo>
                  <a:lnTo>
                    <a:pt x="3567" y="31"/>
                  </a:lnTo>
                  <a:lnTo>
                    <a:pt x="3229"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18"/>
            <p:cNvSpPr/>
            <p:nvPr/>
          </p:nvSpPr>
          <p:spPr>
            <a:xfrm>
              <a:off x="1486794" y="4717286"/>
              <a:ext cx="217813" cy="283715"/>
            </a:xfrm>
            <a:custGeom>
              <a:rect b="b" l="l" r="r" t="t"/>
              <a:pathLst>
                <a:path extrusionOk="0" h="6489" w="4982">
                  <a:moveTo>
                    <a:pt x="3229" y="0"/>
                  </a:moveTo>
                  <a:lnTo>
                    <a:pt x="2922" y="31"/>
                  </a:lnTo>
                  <a:lnTo>
                    <a:pt x="2583" y="62"/>
                  </a:lnTo>
                  <a:lnTo>
                    <a:pt x="2276" y="154"/>
                  </a:lnTo>
                  <a:lnTo>
                    <a:pt x="1968" y="246"/>
                  </a:lnTo>
                  <a:lnTo>
                    <a:pt x="1692" y="400"/>
                  </a:lnTo>
                  <a:lnTo>
                    <a:pt x="1415" y="554"/>
                  </a:lnTo>
                  <a:lnTo>
                    <a:pt x="1169" y="738"/>
                  </a:lnTo>
                  <a:lnTo>
                    <a:pt x="954" y="954"/>
                  </a:lnTo>
                  <a:lnTo>
                    <a:pt x="739" y="1169"/>
                  </a:lnTo>
                  <a:lnTo>
                    <a:pt x="554" y="1446"/>
                  </a:lnTo>
                  <a:lnTo>
                    <a:pt x="400" y="1691"/>
                  </a:lnTo>
                  <a:lnTo>
                    <a:pt x="247" y="1999"/>
                  </a:lnTo>
                  <a:lnTo>
                    <a:pt x="154" y="2276"/>
                  </a:lnTo>
                  <a:lnTo>
                    <a:pt x="62" y="2583"/>
                  </a:lnTo>
                  <a:lnTo>
                    <a:pt x="1" y="2921"/>
                  </a:lnTo>
                  <a:lnTo>
                    <a:pt x="1" y="3260"/>
                  </a:lnTo>
                  <a:lnTo>
                    <a:pt x="1" y="3598"/>
                  </a:lnTo>
                  <a:lnTo>
                    <a:pt x="62" y="3905"/>
                  </a:lnTo>
                  <a:lnTo>
                    <a:pt x="154" y="4213"/>
                  </a:lnTo>
                  <a:lnTo>
                    <a:pt x="247" y="4520"/>
                  </a:lnTo>
                  <a:lnTo>
                    <a:pt x="400" y="4797"/>
                  </a:lnTo>
                  <a:lnTo>
                    <a:pt x="554" y="5074"/>
                  </a:lnTo>
                  <a:lnTo>
                    <a:pt x="739" y="5320"/>
                  </a:lnTo>
                  <a:lnTo>
                    <a:pt x="954" y="5535"/>
                  </a:lnTo>
                  <a:lnTo>
                    <a:pt x="1169" y="5750"/>
                  </a:lnTo>
                  <a:lnTo>
                    <a:pt x="1415" y="5935"/>
                  </a:lnTo>
                  <a:lnTo>
                    <a:pt x="1692" y="6119"/>
                  </a:lnTo>
                  <a:lnTo>
                    <a:pt x="1968" y="6242"/>
                  </a:lnTo>
                  <a:lnTo>
                    <a:pt x="2276" y="6365"/>
                  </a:lnTo>
                  <a:lnTo>
                    <a:pt x="2583" y="6427"/>
                  </a:lnTo>
                  <a:lnTo>
                    <a:pt x="2922" y="6488"/>
                  </a:lnTo>
                  <a:lnTo>
                    <a:pt x="3229" y="6488"/>
                  </a:lnTo>
                  <a:lnTo>
                    <a:pt x="3721" y="6457"/>
                  </a:lnTo>
                  <a:lnTo>
                    <a:pt x="4182" y="6365"/>
                  </a:lnTo>
                  <a:lnTo>
                    <a:pt x="4613" y="6212"/>
                  </a:lnTo>
                  <a:lnTo>
                    <a:pt x="4982" y="5996"/>
                  </a:lnTo>
                  <a:lnTo>
                    <a:pt x="4674" y="5750"/>
                  </a:lnTo>
                  <a:lnTo>
                    <a:pt x="4367" y="5474"/>
                  </a:lnTo>
                  <a:lnTo>
                    <a:pt x="4121" y="5166"/>
                  </a:lnTo>
                  <a:lnTo>
                    <a:pt x="3906" y="4828"/>
                  </a:lnTo>
                  <a:lnTo>
                    <a:pt x="3721" y="4459"/>
                  </a:lnTo>
                  <a:lnTo>
                    <a:pt x="3598" y="4090"/>
                  </a:lnTo>
                  <a:lnTo>
                    <a:pt x="3537" y="3659"/>
                  </a:lnTo>
                  <a:lnTo>
                    <a:pt x="3506" y="3260"/>
                  </a:lnTo>
                  <a:lnTo>
                    <a:pt x="3537" y="2829"/>
                  </a:lnTo>
                  <a:lnTo>
                    <a:pt x="3598" y="2429"/>
                  </a:lnTo>
                  <a:lnTo>
                    <a:pt x="3721" y="2030"/>
                  </a:lnTo>
                  <a:lnTo>
                    <a:pt x="3906" y="1661"/>
                  </a:lnTo>
                  <a:lnTo>
                    <a:pt x="4121" y="1323"/>
                  </a:lnTo>
                  <a:lnTo>
                    <a:pt x="4367" y="1015"/>
                  </a:lnTo>
                  <a:lnTo>
                    <a:pt x="4674" y="738"/>
                  </a:lnTo>
                  <a:lnTo>
                    <a:pt x="4982" y="523"/>
                  </a:lnTo>
                  <a:lnTo>
                    <a:pt x="4613" y="308"/>
                  </a:lnTo>
                  <a:lnTo>
                    <a:pt x="4182" y="123"/>
                  </a:lnTo>
                  <a:lnTo>
                    <a:pt x="3721" y="31"/>
                  </a:lnTo>
                  <a:lnTo>
                    <a:pt x="3229"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18"/>
            <p:cNvSpPr/>
            <p:nvPr/>
          </p:nvSpPr>
          <p:spPr>
            <a:xfrm>
              <a:off x="3120082" y="4574801"/>
              <a:ext cx="568710" cy="568699"/>
            </a:xfrm>
            <a:custGeom>
              <a:rect b="b" l="l" r="r" t="t"/>
              <a:pathLst>
                <a:path extrusionOk="0" h="13007" w="13008">
                  <a:moveTo>
                    <a:pt x="6489" y="0"/>
                  </a:moveTo>
                  <a:lnTo>
                    <a:pt x="5843" y="31"/>
                  </a:lnTo>
                  <a:lnTo>
                    <a:pt x="5197" y="154"/>
                  </a:lnTo>
                  <a:lnTo>
                    <a:pt x="4551" y="307"/>
                  </a:lnTo>
                  <a:lnTo>
                    <a:pt x="3967" y="523"/>
                  </a:lnTo>
                  <a:lnTo>
                    <a:pt x="3383" y="799"/>
                  </a:lnTo>
                  <a:lnTo>
                    <a:pt x="2860" y="1107"/>
                  </a:lnTo>
                  <a:lnTo>
                    <a:pt x="2368" y="1507"/>
                  </a:lnTo>
                  <a:lnTo>
                    <a:pt x="1907" y="1906"/>
                  </a:lnTo>
                  <a:lnTo>
                    <a:pt x="1477" y="2368"/>
                  </a:lnTo>
                  <a:lnTo>
                    <a:pt x="1108" y="2890"/>
                  </a:lnTo>
                  <a:lnTo>
                    <a:pt x="769" y="3413"/>
                  </a:lnTo>
                  <a:lnTo>
                    <a:pt x="493" y="3967"/>
                  </a:lnTo>
                  <a:lnTo>
                    <a:pt x="277" y="4582"/>
                  </a:lnTo>
                  <a:lnTo>
                    <a:pt x="124" y="5196"/>
                  </a:lnTo>
                  <a:lnTo>
                    <a:pt x="31" y="5842"/>
                  </a:lnTo>
                  <a:lnTo>
                    <a:pt x="1" y="6519"/>
                  </a:lnTo>
                  <a:lnTo>
                    <a:pt x="31" y="7164"/>
                  </a:lnTo>
                  <a:lnTo>
                    <a:pt x="124" y="7810"/>
                  </a:lnTo>
                  <a:lnTo>
                    <a:pt x="277" y="8456"/>
                  </a:lnTo>
                  <a:lnTo>
                    <a:pt x="493" y="9040"/>
                  </a:lnTo>
                  <a:lnTo>
                    <a:pt x="769" y="9593"/>
                  </a:lnTo>
                  <a:lnTo>
                    <a:pt x="1108" y="10147"/>
                  </a:lnTo>
                  <a:lnTo>
                    <a:pt x="1477" y="10639"/>
                  </a:lnTo>
                  <a:lnTo>
                    <a:pt x="1907" y="11100"/>
                  </a:lnTo>
                  <a:lnTo>
                    <a:pt x="2368" y="11531"/>
                  </a:lnTo>
                  <a:lnTo>
                    <a:pt x="2860" y="11900"/>
                  </a:lnTo>
                  <a:lnTo>
                    <a:pt x="3383" y="12238"/>
                  </a:lnTo>
                  <a:lnTo>
                    <a:pt x="3967" y="12484"/>
                  </a:lnTo>
                  <a:lnTo>
                    <a:pt x="4551" y="12730"/>
                  </a:lnTo>
                  <a:lnTo>
                    <a:pt x="5197" y="12884"/>
                  </a:lnTo>
                  <a:lnTo>
                    <a:pt x="5843" y="12976"/>
                  </a:lnTo>
                  <a:lnTo>
                    <a:pt x="6489" y="13007"/>
                  </a:lnTo>
                  <a:lnTo>
                    <a:pt x="7165" y="12976"/>
                  </a:lnTo>
                  <a:lnTo>
                    <a:pt x="7811" y="12884"/>
                  </a:lnTo>
                  <a:lnTo>
                    <a:pt x="8426" y="12730"/>
                  </a:lnTo>
                  <a:lnTo>
                    <a:pt x="9010" y="12484"/>
                  </a:lnTo>
                  <a:lnTo>
                    <a:pt x="9594" y="12238"/>
                  </a:lnTo>
                  <a:lnTo>
                    <a:pt x="10117" y="11900"/>
                  </a:lnTo>
                  <a:lnTo>
                    <a:pt x="10640" y="11531"/>
                  </a:lnTo>
                  <a:lnTo>
                    <a:pt x="11101" y="11100"/>
                  </a:lnTo>
                  <a:lnTo>
                    <a:pt x="11501" y="10639"/>
                  </a:lnTo>
                  <a:lnTo>
                    <a:pt x="11870" y="10147"/>
                  </a:lnTo>
                  <a:lnTo>
                    <a:pt x="12208" y="9593"/>
                  </a:lnTo>
                  <a:lnTo>
                    <a:pt x="12484" y="9040"/>
                  </a:lnTo>
                  <a:lnTo>
                    <a:pt x="12700" y="8456"/>
                  </a:lnTo>
                  <a:lnTo>
                    <a:pt x="12853" y="7810"/>
                  </a:lnTo>
                  <a:lnTo>
                    <a:pt x="12946" y="7164"/>
                  </a:lnTo>
                  <a:lnTo>
                    <a:pt x="13007" y="6519"/>
                  </a:lnTo>
                  <a:lnTo>
                    <a:pt x="12946" y="5842"/>
                  </a:lnTo>
                  <a:lnTo>
                    <a:pt x="12853" y="5196"/>
                  </a:lnTo>
                  <a:lnTo>
                    <a:pt x="12700" y="4582"/>
                  </a:lnTo>
                  <a:lnTo>
                    <a:pt x="12484" y="3967"/>
                  </a:lnTo>
                  <a:lnTo>
                    <a:pt x="12208" y="3413"/>
                  </a:lnTo>
                  <a:lnTo>
                    <a:pt x="11870" y="2890"/>
                  </a:lnTo>
                  <a:lnTo>
                    <a:pt x="11501" y="2368"/>
                  </a:lnTo>
                  <a:lnTo>
                    <a:pt x="11101" y="1906"/>
                  </a:lnTo>
                  <a:lnTo>
                    <a:pt x="10640" y="1507"/>
                  </a:lnTo>
                  <a:lnTo>
                    <a:pt x="10117" y="1107"/>
                  </a:lnTo>
                  <a:lnTo>
                    <a:pt x="9594" y="799"/>
                  </a:lnTo>
                  <a:lnTo>
                    <a:pt x="9010" y="523"/>
                  </a:lnTo>
                  <a:lnTo>
                    <a:pt x="8426" y="307"/>
                  </a:lnTo>
                  <a:lnTo>
                    <a:pt x="7811" y="154"/>
                  </a:lnTo>
                  <a:lnTo>
                    <a:pt x="7165" y="31"/>
                  </a:lnTo>
                  <a:lnTo>
                    <a:pt x="6489" y="0"/>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18"/>
            <p:cNvSpPr/>
            <p:nvPr/>
          </p:nvSpPr>
          <p:spPr>
            <a:xfrm>
              <a:off x="3120082" y="4574801"/>
              <a:ext cx="360340" cy="568699"/>
            </a:xfrm>
            <a:custGeom>
              <a:rect b="b" l="l" r="r" t="t"/>
              <a:pathLst>
                <a:path extrusionOk="0" h="13007" w="8242">
                  <a:moveTo>
                    <a:pt x="6489" y="0"/>
                  </a:moveTo>
                  <a:lnTo>
                    <a:pt x="5843" y="31"/>
                  </a:lnTo>
                  <a:lnTo>
                    <a:pt x="5197" y="154"/>
                  </a:lnTo>
                  <a:lnTo>
                    <a:pt x="4551" y="307"/>
                  </a:lnTo>
                  <a:lnTo>
                    <a:pt x="3967" y="523"/>
                  </a:lnTo>
                  <a:lnTo>
                    <a:pt x="3383" y="799"/>
                  </a:lnTo>
                  <a:lnTo>
                    <a:pt x="2860" y="1107"/>
                  </a:lnTo>
                  <a:lnTo>
                    <a:pt x="2368" y="1507"/>
                  </a:lnTo>
                  <a:lnTo>
                    <a:pt x="1907" y="1906"/>
                  </a:lnTo>
                  <a:lnTo>
                    <a:pt x="1477" y="2368"/>
                  </a:lnTo>
                  <a:lnTo>
                    <a:pt x="1108" y="2890"/>
                  </a:lnTo>
                  <a:lnTo>
                    <a:pt x="769" y="3413"/>
                  </a:lnTo>
                  <a:lnTo>
                    <a:pt x="493" y="3967"/>
                  </a:lnTo>
                  <a:lnTo>
                    <a:pt x="277" y="4582"/>
                  </a:lnTo>
                  <a:lnTo>
                    <a:pt x="124" y="5196"/>
                  </a:lnTo>
                  <a:lnTo>
                    <a:pt x="31" y="5842"/>
                  </a:lnTo>
                  <a:lnTo>
                    <a:pt x="1" y="6519"/>
                  </a:lnTo>
                  <a:lnTo>
                    <a:pt x="31" y="7164"/>
                  </a:lnTo>
                  <a:lnTo>
                    <a:pt x="124" y="7810"/>
                  </a:lnTo>
                  <a:lnTo>
                    <a:pt x="277" y="8456"/>
                  </a:lnTo>
                  <a:lnTo>
                    <a:pt x="493" y="9040"/>
                  </a:lnTo>
                  <a:lnTo>
                    <a:pt x="769" y="9593"/>
                  </a:lnTo>
                  <a:lnTo>
                    <a:pt x="1108" y="10147"/>
                  </a:lnTo>
                  <a:lnTo>
                    <a:pt x="1477" y="10639"/>
                  </a:lnTo>
                  <a:lnTo>
                    <a:pt x="1907" y="11100"/>
                  </a:lnTo>
                  <a:lnTo>
                    <a:pt x="2368" y="11531"/>
                  </a:lnTo>
                  <a:lnTo>
                    <a:pt x="2860" y="11900"/>
                  </a:lnTo>
                  <a:lnTo>
                    <a:pt x="3383" y="12238"/>
                  </a:lnTo>
                  <a:lnTo>
                    <a:pt x="3967" y="12484"/>
                  </a:lnTo>
                  <a:lnTo>
                    <a:pt x="4551" y="12730"/>
                  </a:lnTo>
                  <a:lnTo>
                    <a:pt x="5197" y="12884"/>
                  </a:lnTo>
                  <a:lnTo>
                    <a:pt x="5843" y="12976"/>
                  </a:lnTo>
                  <a:lnTo>
                    <a:pt x="6489" y="13007"/>
                  </a:lnTo>
                  <a:lnTo>
                    <a:pt x="6950" y="13007"/>
                  </a:lnTo>
                  <a:lnTo>
                    <a:pt x="7380" y="12945"/>
                  </a:lnTo>
                  <a:lnTo>
                    <a:pt x="7811" y="12884"/>
                  </a:lnTo>
                  <a:lnTo>
                    <a:pt x="8241" y="12761"/>
                  </a:lnTo>
                  <a:lnTo>
                    <a:pt x="7749" y="12607"/>
                  </a:lnTo>
                  <a:lnTo>
                    <a:pt x="7257" y="12392"/>
                  </a:lnTo>
                  <a:lnTo>
                    <a:pt x="6796" y="12176"/>
                  </a:lnTo>
                  <a:lnTo>
                    <a:pt x="6335" y="11900"/>
                  </a:lnTo>
                  <a:lnTo>
                    <a:pt x="5935" y="11592"/>
                  </a:lnTo>
                  <a:lnTo>
                    <a:pt x="5535" y="11223"/>
                  </a:lnTo>
                  <a:lnTo>
                    <a:pt x="5166" y="10854"/>
                  </a:lnTo>
                  <a:lnTo>
                    <a:pt x="4859" y="10485"/>
                  </a:lnTo>
                  <a:lnTo>
                    <a:pt x="4551" y="10055"/>
                  </a:lnTo>
                  <a:lnTo>
                    <a:pt x="4275" y="9593"/>
                  </a:lnTo>
                  <a:lnTo>
                    <a:pt x="4059" y="9132"/>
                  </a:lnTo>
                  <a:lnTo>
                    <a:pt x="3844" y="8640"/>
                  </a:lnTo>
                  <a:lnTo>
                    <a:pt x="3690" y="8118"/>
                  </a:lnTo>
                  <a:lnTo>
                    <a:pt x="3598" y="7595"/>
                  </a:lnTo>
                  <a:lnTo>
                    <a:pt x="3506" y="7072"/>
                  </a:lnTo>
                  <a:lnTo>
                    <a:pt x="3506" y="6519"/>
                  </a:lnTo>
                  <a:lnTo>
                    <a:pt x="3506" y="5965"/>
                  </a:lnTo>
                  <a:lnTo>
                    <a:pt x="3598" y="5412"/>
                  </a:lnTo>
                  <a:lnTo>
                    <a:pt x="3690" y="4889"/>
                  </a:lnTo>
                  <a:lnTo>
                    <a:pt x="3844" y="4366"/>
                  </a:lnTo>
                  <a:lnTo>
                    <a:pt x="4059" y="3905"/>
                  </a:lnTo>
                  <a:lnTo>
                    <a:pt x="4275" y="3413"/>
                  </a:lnTo>
                  <a:lnTo>
                    <a:pt x="4551" y="2983"/>
                  </a:lnTo>
                  <a:lnTo>
                    <a:pt x="4859" y="2552"/>
                  </a:lnTo>
                  <a:lnTo>
                    <a:pt x="5166" y="2152"/>
                  </a:lnTo>
                  <a:lnTo>
                    <a:pt x="5535" y="1783"/>
                  </a:lnTo>
                  <a:lnTo>
                    <a:pt x="5935" y="1445"/>
                  </a:lnTo>
                  <a:lnTo>
                    <a:pt x="6335" y="1138"/>
                  </a:lnTo>
                  <a:lnTo>
                    <a:pt x="6796" y="861"/>
                  </a:lnTo>
                  <a:lnTo>
                    <a:pt x="7257" y="615"/>
                  </a:lnTo>
                  <a:lnTo>
                    <a:pt x="7749" y="400"/>
                  </a:lnTo>
                  <a:lnTo>
                    <a:pt x="8241" y="246"/>
                  </a:lnTo>
                  <a:lnTo>
                    <a:pt x="7811" y="154"/>
                  </a:lnTo>
                  <a:lnTo>
                    <a:pt x="7380" y="62"/>
                  </a:lnTo>
                  <a:lnTo>
                    <a:pt x="6950" y="31"/>
                  </a:lnTo>
                  <a:lnTo>
                    <a:pt x="6489" y="0"/>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18"/>
            <p:cNvSpPr/>
            <p:nvPr/>
          </p:nvSpPr>
          <p:spPr>
            <a:xfrm>
              <a:off x="3261250" y="4717286"/>
              <a:ext cx="285011" cy="283715"/>
            </a:xfrm>
            <a:custGeom>
              <a:rect b="b" l="l" r="r" t="t"/>
              <a:pathLst>
                <a:path extrusionOk="0" h="6489" w="6519">
                  <a:moveTo>
                    <a:pt x="3260" y="0"/>
                  </a:moveTo>
                  <a:lnTo>
                    <a:pt x="2921" y="31"/>
                  </a:lnTo>
                  <a:lnTo>
                    <a:pt x="2614" y="62"/>
                  </a:lnTo>
                  <a:lnTo>
                    <a:pt x="2306" y="154"/>
                  </a:lnTo>
                  <a:lnTo>
                    <a:pt x="1999" y="246"/>
                  </a:lnTo>
                  <a:lnTo>
                    <a:pt x="1722" y="400"/>
                  </a:lnTo>
                  <a:lnTo>
                    <a:pt x="1445" y="554"/>
                  </a:lnTo>
                  <a:lnTo>
                    <a:pt x="1199" y="738"/>
                  </a:lnTo>
                  <a:lnTo>
                    <a:pt x="953" y="954"/>
                  </a:lnTo>
                  <a:lnTo>
                    <a:pt x="769" y="1169"/>
                  </a:lnTo>
                  <a:lnTo>
                    <a:pt x="584" y="1446"/>
                  </a:lnTo>
                  <a:lnTo>
                    <a:pt x="400" y="1691"/>
                  </a:lnTo>
                  <a:lnTo>
                    <a:pt x="277" y="1999"/>
                  </a:lnTo>
                  <a:lnTo>
                    <a:pt x="154" y="2276"/>
                  </a:lnTo>
                  <a:lnTo>
                    <a:pt x="93" y="2583"/>
                  </a:lnTo>
                  <a:lnTo>
                    <a:pt x="31" y="2921"/>
                  </a:lnTo>
                  <a:lnTo>
                    <a:pt x="0" y="3260"/>
                  </a:lnTo>
                  <a:lnTo>
                    <a:pt x="31" y="3598"/>
                  </a:lnTo>
                  <a:lnTo>
                    <a:pt x="93" y="3905"/>
                  </a:lnTo>
                  <a:lnTo>
                    <a:pt x="154" y="4213"/>
                  </a:lnTo>
                  <a:lnTo>
                    <a:pt x="277" y="4520"/>
                  </a:lnTo>
                  <a:lnTo>
                    <a:pt x="400" y="4797"/>
                  </a:lnTo>
                  <a:lnTo>
                    <a:pt x="584" y="5074"/>
                  </a:lnTo>
                  <a:lnTo>
                    <a:pt x="769" y="5320"/>
                  </a:lnTo>
                  <a:lnTo>
                    <a:pt x="953" y="5535"/>
                  </a:lnTo>
                  <a:lnTo>
                    <a:pt x="1199" y="5750"/>
                  </a:lnTo>
                  <a:lnTo>
                    <a:pt x="1445" y="5935"/>
                  </a:lnTo>
                  <a:lnTo>
                    <a:pt x="1722" y="6119"/>
                  </a:lnTo>
                  <a:lnTo>
                    <a:pt x="1999" y="6242"/>
                  </a:lnTo>
                  <a:lnTo>
                    <a:pt x="2306" y="6365"/>
                  </a:lnTo>
                  <a:lnTo>
                    <a:pt x="2614" y="6427"/>
                  </a:lnTo>
                  <a:lnTo>
                    <a:pt x="2921" y="6488"/>
                  </a:lnTo>
                  <a:lnTo>
                    <a:pt x="3598" y="6488"/>
                  </a:lnTo>
                  <a:lnTo>
                    <a:pt x="3905" y="6427"/>
                  </a:lnTo>
                  <a:lnTo>
                    <a:pt x="4244" y="6365"/>
                  </a:lnTo>
                  <a:lnTo>
                    <a:pt x="4520" y="6242"/>
                  </a:lnTo>
                  <a:lnTo>
                    <a:pt x="4828" y="6119"/>
                  </a:lnTo>
                  <a:lnTo>
                    <a:pt x="5074" y="5935"/>
                  </a:lnTo>
                  <a:lnTo>
                    <a:pt x="5320" y="5750"/>
                  </a:lnTo>
                  <a:lnTo>
                    <a:pt x="5566" y="5535"/>
                  </a:lnTo>
                  <a:lnTo>
                    <a:pt x="5781" y="5320"/>
                  </a:lnTo>
                  <a:lnTo>
                    <a:pt x="5965" y="5074"/>
                  </a:lnTo>
                  <a:lnTo>
                    <a:pt x="6119" y="4797"/>
                  </a:lnTo>
                  <a:lnTo>
                    <a:pt x="6273" y="4520"/>
                  </a:lnTo>
                  <a:lnTo>
                    <a:pt x="6365" y="4213"/>
                  </a:lnTo>
                  <a:lnTo>
                    <a:pt x="6457" y="3905"/>
                  </a:lnTo>
                  <a:lnTo>
                    <a:pt x="6488" y="3598"/>
                  </a:lnTo>
                  <a:lnTo>
                    <a:pt x="6519" y="3260"/>
                  </a:lnTo>
                  <a:lnTo>
                    <a:pt x="6488" y="2921"/>
                  </a:lnTo>
                  <a:lnTo>
                    <a:pt x="6457" y="2583"/>
                  </a:lnTo>
                  <a:lnTo>
                    <a:pt x="6365" y="2276"/>
                  </a:lnTo>
                  <a:lnTo>
                    <a:pt x="6273" y="1999"/>
                  </a:lnTo>
                  <a:lnTo>
                    <a:pt x="6119" y="1691"/>
                  </a:lnTo>
                  <a:lnTo>
                    <a:pt x="5965" y="1446"/>
                  </a:lnTo>
                  <a:lnTo>
                    <a:pt x="5781" y="1169"/>
                  </a:lnTo>
                  <a:lnTo>
                    <a:pt x="5566" y="954"/>
                  </a:lnTo>
                  <a:lnTo>
                    <a:pt x="5320" y="738"/>
                  </a:lnTo>
                  <a:lnTo>
                    <a:pt x="5074" y="554"/>
                  </a:lnTo>
                  <a:lnTo>
                    <a:pt x="4828" y="400"/>
                  </a:lnTo>
                  <a:lnTo>
                    <a:pt x="4520" y="246"/>
                  </a:lnTo>
                  <a:lnTo>
                    <a:pt x="4244" y="154"/>
                  </a:lnTo>
                  <a:lnTo>
                    <a:pt x="3905" y="62"/>
                  </a:lnTo>
                  <a:lnTo>
                    <a:pt x="3598" y="31"/>
                  </a:lnTo>
                  <a:lnTo>
                    <a:pt x="3260"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18"/>
            <p:cNvSpPr/>
            <p:nvPr/>
          </p:nvSpPr>
          <p:spPr>
            <a:xfrm>
              <a:off x="3261250" y="4717286"/>
              <a:ext cx="219168" cy="283715"/>
            </a:xfrm>
            <a:custGeom>
              <a:rect b="b" l="l" r="r" t="t"/>
              <a:pathLst>
                <a:path extrusionOk="0" h="6489" w="5013">
                  <a:moveTo>
                    <a:pt x="3260" y="0"/>
                  </a:moveTo>
                  <a:lnTo>
                    <a:pt x="2921" y="31"/>
                  </a:lnTo>
                  <a:lnTo>
                    <a:pt x="2614" y="62"/>
                  </a:lnTo>
                  <a:lnTo>
                    <a:pt x="2306" y="154"/>
                  </a:lnTo>
                  <a:lnTo>
                    <a:pt x="1999" y="246"/>
                  </a:lnTo>
                  <a:lnTo>
                    <a:pt x="1722" y="400"/>
                  </a:lnTo>
                  <a:lnTo>
                    <a:pt x="1445" y="554"/>
                  </a:lnTo>
                  <a:lnTo>
                    <a:pt x="1199" y="738"/>
                  </a:lnTo>
                  <a:lnTo>
                    <a:pt x="953" y="954"/>
                  </a:lnTo>
                  <a:lnTo>
                    <a:pt x="769" y="1169"/>
                  </a:lnTo>
                  <a:lnTo>
                    <a:pt x="584" y="1446"/>
                  </a:lnTo>
                  <a:lnTo>
                    <a:pt x="400" y="1691"/>
                  </a:lnTo>
                  <a:lnTo>
                    <a:pt x="277" y="1999"/>
                  </a:lnTo>
                  <a:lnTo>
                    <a:pt x="154" y="2276"/>
                  </a:lnTo>
                  <a:lnTo>
                    <a:pt x="93" y="2583"/>
                  </a:lnTo>
                  <a:lnTo>
                    <a:pt x="31" y="2921"/>
                  </a:lnTo>
                  <a:lnTo>
                    <a:pt x="0" y="3260"/>
                  </a:lnTo>
                  <a:lnTo>
                    <a:pt x="31" y="3598"/>
                  </a:lnTo>
                  <a:lnTo>
                    <a:pt x="93" y="3905"/>
                  </a:lnTo>
                  <a:lnTo>
                    <a:pt x="154" y="4213"/>
                  </a:lnTo>
                  <a:lnTo>
                    <a:pt x="277" y="4520"/>
                  </a:lnTo>
                  <a:lnTo>
                    <a:pt x="400" y="4797"/>
                  </a:lnTo>
                  <a:lnTo>
                    <a:pt x="584" y="5074"/>
                  </a:lnTo>
                  <a:lnTo>
                    <a:pt x="769" y="5320"/>
                  </a:lnTo>
                  <a:lnTo>
                    <a:pt x="953" y="5535"/>
                  </a:lnTo>
                  <a:lnTo>
                    <a:pt x="1199" y="5750"/>
                  </a:lnTo>
                  <a:lnTo>
                    <a:pt x="1445" y="5935"/>
                  </a:lnTo>
                  <a:lnTo>
                    <a:pt x="1722" y="6119"/>
                  </a:lnTo>
                  <a:lnTo>
                    <a:pt x="1999" y="6242"/>
                  </a:lnTo>
                  <a:lnTo>
                    <a:pt x="2306" y="6365"/>
                  </a:lnTo>
                  <a:lnTo>
                    <a:pt x="2614" y="6427"/>
                  </a:lnTo>
                  <a:lnTo>
                    <a:pt x="2921" y="6488"/>
                  </a:lnTo>
                  <a:lnTo>
                    <a:pt x="3260" y="6488"/>
                  </a:lnTo>
                  <a:lnTo>
                    <a:pt x="3752" y="6457"/>
                  </a:lnTo>
                  <a:lnTo>
                    <a:pt x="4182" y="6365"/>
                  </a:lnTo>
                  <a:lnTo>
                    <a:pt x="4612" y="6212"/>
                  </a:lnTo>
                  <a:lnTo>
                    <a:pt x="5012" y="5996"/>
                  </a:lnTo>
                  <a:lnTo>
                    <a:pt x="4705" y="5750"/>
                  </a:lnTo>
                  <a:lnTo>
                    <a:pt x="4397" y="5474"/>
                  </a:lnTo>
                  <a:lnTo>
                    <a:pt x="4151" y="5166"/>
                  </a:lnTo>
                  <a:lnTo>
                    <a:pt x="3936" y="4828"/>
                  </a:lnTo>
                  <a:lnTo>
                    <a:pt x="3752" y="4459"/>
                  </a:lnTo>
                  <a:lnTo>
                    <a:pt x="3629" y="4090"/>
                  </a:lnTo>
                  <a:lnTo>
                    <a:pt x="3536" y="3659"/>
                  </a:lnTo>
                  <a:lnTo>
                    <a:pt x="3506" y="3260"/>
                  </a:lnTo>
                  <a:lnTo>
                    <a:pt x="3536" y="2829"/>
                  </a:lnTo>
                  <a:lnTo>
                    <a:pt x="3629" y="2429"/>
                  </a:lnTo>
                  <a:lnTo>
                    <a:pt x="3752" y="2030"/>
                  </a:lnTo>
                  <a:lnTo>
                    <a:pt x="3936" y="1661"/>
                  </a:lnTo>
                  <a:lnTo>
                    <a:pt x="4151" y="1323"/>
                  </a:lnTo>
                  <a:lnTo>
                    <a:pt x="4397" y="1015"/>
                  </a:lnTo>
                  <a:lnTo>
                    <a:pt x="4705" y="738"/>
                  </a:lnTo>
                  <a:lnTo>
                    <a:pt x="5012" y="523"/>
                  </a:lnTo>
                  <a:lnTo>
                    <a:pt x="4612" y="308"/>
                  </a:lnTo>
                  <a:lnTo>
                    <a:pt x="4182" y="123"/>
                  </a:lnTo>
                  <a:lnTo>
                    <a:pt x="3752" y="31"/>
                  </a:lnTo>
                  <a:lnTo>
                    <a:pt x="3260" y="0"/>
                  </a:lnTo>
                  <a:close/>
                </a:path>
              </a:pathLst>
            </a:custGeom>
            <a:solidFill>
              <a:srgbClr val="B1D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8"/>
            <p:cNvSpPr/>
            <p:nvPr/>
          </p:nvSpPr>
          <p:spPr>
            <a:xfrm>
              <a:off x="1226012" y="3276179"/>
              <a:ext cx="947762" cy="947816"/>
            </a:xfrm>
            <a:custGeom>
              <a:rect b="b" l="l" r="r" t="t"/>
              <a:pathLst>
                <a:path extrusionOk="0" h="21678" w="21678">
                  <a:moveTo>
                    <a:pt x="10855" y="0"/>
                  </a:moveTo>
                  <a:lnTo>
                    <a:pt x="10301" y="31"/>
                  </a:lnTo>
                  <a:lnTo>
                    <a:pt x="9748" y="62"/>
                  </a:lnTo>
                  <a:lnTo>
                    <a:pt x="9194" y="123"/>
                  </a:lnTo>
                  <a:lnTo>
                    <a:pt x="8671" y="215"/>
                  </a:lnTo>
                  <a:lnTo>
                    <a:pt x="8149" y="338"/>
                  </a:lnTo>
                  <a:lnTo>
                    <a:pt x="7626" y="492"/>
                  </a:lnTo>
                  <a:lnTo>
                    <a:pt x="7103" y="646"/>
                  </a:lnTo>
                  <a:lnTo>
                    <a:pt x="6611" y="861"/>
                  </a:lnTo>
                  <a:lnTo>
                    <a:pt x="6150" y="1076"/>
                  </a:lnTo>
                  <a:lnTo>
                    <a:pt x="5689" y="1322"/>
                  </a:lnTo>
                  <a:lnTo>
                    <a:pt x="5228" y="1568"/>
                  </a:lnTo>
                  <a:lnTo>
                    <a:pt x="4797" y="1845"/>
                  </a:lnTo>
                  <a:lnTo>
                    <a:pt x="4367" y="2152"/>
                  </a:lnTo>
                  <a:lnTo>
                    <a:pt x="3936" y="2491"/>
                  </a:lnTo>
                  <a:lnTo>
                    <a:pt x="3567" y="2829"/>
                  </a:lnTo>
                  <a:lnTo>
                    <a:pt x="3168" y="3167"/>
                  </a:lnTo>
                  <a:lnTo>
                    <a:pt x="2829" y="3567"/>
                  </a:lnTo>
                  <a:lnTo>
                    <a:pt x="2491" y="3936"/>
                  </a:lnTo>
                  <a:lnTo>
                    <a:pt x="2153" y="4366"/>
                  </a:lnTo>
                  <a:lnTo>
                    <a:pt x="1845" y="4766"/>
                  </a:lnTo>
                  <a:lnTo>
                    <a:pt x="1569" y="5227"/>
                  </a:lnTo>
                  <a:lnTo>
                    <a:pt x="1323" y="5689"/>
                  </a:lnTo>
                  <a:lnTo>
                    <a:pt x="1077" y="6150"/>
                  </a:lnTo>
                  <a:lnTo>
                    <a:pt x="861" y="6611"/>
                  </a:lnTo>
                  <a:lnTo>
                    <a:pt x="677" y="7103"/>
                  </a:lnTo>
                  <a:lnTo>
                    <a:pt x="492" y="7626"/>
                  </a:lnTo>
                  <a:lnTo>
                    <a:pt x="339" y="8118"/>
                  </a:lnTo>
                  <a:lnTo>
                    <a:pt x="216" y="8640"/>
                  </a:lnTo>
                  <a:lnTo>
                    <a:pt x="123" y="9194"/>
                  </a:lnTo>
                  <a:lnTo>
                    <a:pt x="62" y="9717"/>
                  </a:lnTo>
                  <a:lnTo>
                    <a:pt x="31" y="10270"/>
                  </a:lnTo>
                  <a:lnTo>
                    <a:pt x="0" y="10854"/>
                  </a:lnTo>
                  <a:lnTo>
                    <a:pt x="31" y="11408"/>
                  </a:lnTo>
                  <a:lnTo>
                    <a:pt x="62" y="11961"/>
                  </a:lnTo>
                  <a:lnTo>
                    <a:pt x="123" y="12484"/>
                  </a:lnTo>
                  <a:lnTo>
                    <a:pt x="216" y="13037"/>
                  </a:lnTo>
                  <a:lnTo>
                    <a:pt x="339" y="13560"/>
                  </a:lnTo>
                  <a:lnTo>
                    <a:pt x="492" y="14052"/>
                  </a:lnTo>
                  <a:lnTo>
                    <a:pt x="677" y="14575"/>
                  </a:lnTo>
                  <a:lnTo>
                    <a:pt x="861" y="15067"/>
                  </a:lnTo>
                  <a:lnTo>
                    <a:pt x="1077" y="15528"/>
                  </a:lnTo>
                  <a:lnTo>
                    <a:pt x="1323" y="15989"/>
                  </a:lnTo>
                  <a:lnTo>
                    <a:pt x="1569" y="16450"/>
                  </a:lnTo>
                  <a:lnTo>
                    <a:pt x="1845" y="16912"/>
                  </a:lnTo>
                  <a:lnTo>
                    <a:pt x="2153" y="17311"/>
                  </a:lnTo>
                  <a:lnTo>
                    <a:pt x="2491" y="17742"/>
                  </a:lnTo>
                  <a:lnTo>
                    <a:pt x="2829" y="18111"/>
                  </a:lnTo>
                  <a:lnTo>
                    <a:pt x="3168" y="18511"/>
                  </a:lnTo>
                  <a:lnTo>
                    <a:pt x="3567" y="18849"/>
                  </a:lnTo>
                  <a:lnTo>
                    <a:pt x="3936" y="19187"/>
                  </a:lnTo>
                  <a:lnTo>
                    <a:pt x="4367" y="19525"/>
                  </a:lnTo>
                  <a:lnTo>
                    <a:pt x="4797" y="19833"/>
                  </a:lnTo>
                  <a:lnTo>
                    <a:pt x="5228" y="20110"/>
                  </a:lnTo>
                  <a:lnTo>
                    <a:pt x="5689" y="20356"/>
                  </a:lnTo>
                  <a:lnTo>
                    <a:pt x="6150" y="20602"/>
                  </a:lnTo>
                  <a:lnTo>
                    <a:pt x="6611" y="20817"/>
                  </a:lnTo>
                  <a:lnTo>
                    <a:pt x="7103" y="21032"/>
                  </a:lnTo>
                  <a:lnTo>
                    <a:pt x="7626" y="21186"/>
                  </a:lnTo>
                  <a:lnTo>
                    <a:pt x="8149" y="21339"/>
                  </a:lnTo>
                  <a:lnTo>
                    <a:pt x="8671" y="21462"/>
                  </a:lnTo>
                  <a:lnTo>
                    <a:pt x="9194" y="21555"/>
                  </a:lnTo>
                  <a:lnTo>
                    <a:pt x="9748" y="21616"/>
                  </a:lnTo>
                  <a:lnTo>
                    <a:pt x="10301" y="21647"/>
                  </a:lnTo>
                  <a:lnTo>
                    <a:pt x="10855" y="21678"/>
                  </a:lnTo>
                  <a:lnTo>
                    <a:pt x="11408" y="21647"/>
                  </a:lnTo>
                  <a:lnTo>
                    <a:pt x="11961" y="21616"/>
                  </a:lnTo>
                  <a:lnTo>
                    <a:pt x="12484" y="21555"/>
                  </a:lnTo>
                  <a:lnTo>
                    <a:pt x="13038" y="21462"/>
                  </a:lnTo>
                  <a:lnTo>
                    <a:pt x="13560" y="21339"/>
                  </a:lnTo>
                  <a:lnTo>
                    <a:pt x="14052" y="21186"/>
                  </a:lnTo>
                  <a:lnTo>
                    <a:pt x="14575" y="21032"/>
                  </a:lnTo>
                  <a:lnTo>
                    <a:pt x="15067" y="20817"/>
                  </a:lnTo>
                  <a:lnTo>
                    <a:pt x="15528" y="20602"/>
                  </a:lnTo>
                  <a:lnTo>
                    <a:pt x="16020" y="20356"/>
                  </a:lnTo>
                  <a:lnTo>
                    <a:pt x="16451" y="20110"/>
                  </a:lnTo>
                  <a:lnTo>
                    <a:pt x="16912" y="19833"/>
                  </a:lnTo>
                  <a:lnTo>
                    <a:pt x="17342" y="19525"/>
                  </a:lnTo>
                  <a:lnTo>
                    <a:pt x="17742" y="19187"/>
                  </a:lnTo>
                  <a:lnTo>
                    <a:pt x="18142" y="18849"/>
                  </a:lnTo>
                  <a:lnTo>
                    <a:pt x="18511" y="18511"/>
                  </a:lnTo>
                  <a:lnTo>
                    <a:pt x="18880" y="18111"/>
                  </a:lnTo>
                  <a:lnTo>
                    <a:pt x="19218" y="17742"/>
                  </a:lnTo>
                  <a:lnTo>
                    <a:pt x="19526" y="17311"/>
                  </a:lnTo>
                  <a:lnTo>
                    <a:pt x="19833" y="16912"/>
                  </a:lnTo>
                  <a:lnTo>
                    <a:pt x="20110" y="16450"/>
                  </a:lnTo>
                  <a:lnTo>
                    <a:pt x="20387" y="15989"/>
                  </a:lnTo>
                  <a:lnTo>
                    <a:pt x="20602" y="15528"/>
                  </a:lnTo>
                  <a:lnTo>
                    <a:pt x="20817" y="15067"/>
                  </a:lnTo>
                  <a:lnTo>
                    <a:pt x="21032" y="14575"/>
                  </a:lnTo>
                  <a:lnTo>
                    <a:pt x="21186" y="14052"/>
                  </a:lnTo>
                  <a:lnTo>
                    <a:pt x="21340" y="13560"/>
                  </a:lnTo>
                  <a:lnTo>
                    <a:pt x="21463" y="13037"/>
                  </a:lnTo>
                  <a:lnTo>
                    <a:pt x="21555" y="12484"/>
                  </a:lnTo>
                  <a:lnTo>
                    <a:pt x="21616" y="11961"/>
                  </a:lnTo>
                  <a:lnTo>
                    <a:pt x="21678" y="11408"/>
                  </a:lnTo>
                  <a:lnTo>
                    <a:pt x="21678" y="10854"/>
                  </a:lnTo>
                  <a:lnTo>
                    <a:pt x="21678" y="10270"/>
                  </a:lnTo>
                  <a:lnTo>
                    <a:pt x="21616" y="9717"/>
                  </a:lnTo>
                  <a:lnTo>
                    <a:pt x="21555" y="9194"/>
                  </a:lnTo>
                  <a:lnTo>
                    <a:pt x="21463" y="8640"/>
                  </a:lnTo>
                  <a:lnTo>
                    <a:pt x="21340" y="8118"/>
                  </a:lnTo>
                  <a:lnTo>
                    <a:pt x="21186" y="7626"/>
                  </a:lnTo>
                  <a:lnTo>
                    <a:pt x="21032" y="7103"/>
                  </a:lnTo>
                  <a:lnTo>
                    <a:pt x="20817" y="6611"/>
                  </a:lnTo>
                  <a:lnTo>
                    <a:pt x="20602" y="6150"/>
                  </a:lnTo>
                  <a:lnTo>
                    <a:pt x="20387" y="5689"/>
                  </a:lnTo>
                  <a:lnTo>
                    <a:pt x="20110" y="5227"/>
                  </a:lnTo>
                  <a:lnTo>
                    <a:pt x="19833" y="4766"/>
                  </a:lnTo>
                  <a:lnTo>
                    <a:pt x="19526" y="4366"/>
                  </a:lnTo>
                  <a:lnTo>
                    <a:pt x="19218" y="3936"/>
                  </a:lnTo>
                  <a:lnTo>
                    <a:pt x="18880" y="3567"/>
                  </a:lnTo>
                  <a:lnTo>
                    <a:pt x="18511" y="3167"/>
                  </a:lnTo>
                  <a:lnTo>
                    <a:pt x="18142" y="2829"/>
                  </a:lnTo>
                  <a:lnTo>
                    <a:pt x="17742" y="2491"/>
                  </a:lnTo>
                  <a:lnTo>
                    <a:pt x="17342" y="2152"/>
                  </a:lnTo>
                  <a:lnTo>
                    <a:pt x="16912" y="1845"/>
                  </a:lnTo>
                  <a:lnTo>
                    <a:pt x="16451" y="1568"/>
                  </a:lnTo>
                  <a:lnTo>
                    <a:pt x="16020" y="1322"/>
                  </a:lnTo>
                  <a:lnTo>
                    <a:pt x="15528" y="1076"/>
                  </a:lnTo>
                  <a:lnTo>
                    <a:pt x="15067" y="861"/>
                  </a:lnTo>
                  <a:lnTo>
                    <a:pt x="14575" y="646"/>
                  </a:lnTo>
                  <a:lnTo>
                    <a:pt x="14052" y="492"/>
                  </a:lnTo>
                  <a:lnTo>
                    <a:pt x="13560" y="338"/>
                  </a:lnTo>
                  <a:lnTo>
                    <a:pt x="13038" y="215"/>
                  </a:lnTo>
                  <a:lnTo>
                    <a:pt x="12484" y="123"/>
                  </a:lnTo>
                  <a:lnTo>
                    <a:pt x="11961" y="62"/>
                  </a:lnTo>
                  <a:lnTo>
                    <a:pt x="11408" y="31"/>
                  </a:lnTo>
                  <a:lnTo>
                    <a:pt x="1085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18"/>
            <p:cNvSpPr/>
            <p:nvPr/>
          </p:nvSpPr>
          <p:spPr>
            <a:xfrm>
              <a:off x="1658871" y="3899936"/>
              <a:ext cx="83374" cy="324027"/>
            </a:xfrm>
            <a:custGeom>
              <a:rect b="b" l="l" r="r" t="t"/>
              <a:pathLst>
                <a:path extrusionOk="0" h="7411" w="1907">
                  <a:moveTo>
                    <a:pt x="954" y="0"/>
                  </a:moveTo>
                  <a:lnTo>
                    <a:pt x="738" y="31"/>
                  </a:lnTo>
                  <a:lnTo>
                    <a:pt x="585" y="93"/>
                  </a:lnTo>
                  <a:lnTo>
                    <a:pt x="400" y="154"/>
                  </a:lnTo>
                  <a:lnTo>
                    <a:pt x="277" y="277"/>
                  </a:lnTo>
                  <a:lnTo>
                    <a:pt x="154" y="431"/>
                  </a:lnTo>
                  <a:lnTo>
                    <a:pt x="62" y="585"/>
                  </a:lnTo>
                  <a:lnTo>
                    <a:pt x="0" y="769"/>
                  </a:lnTo>
                  <a:lnTo>
                    <a:pt x="0" y="954"/>
                  </a:lnTo>
                  <a:lnTo>
                    <a:pt x="0" y="7380"/>
                  </a:lnTo>
                  <a:lnTo>
                    <a:pt x="462" y="7411"/>
                  </a:lnTo>
                  <a:lnTo>
                    <a:pt x="1415" y="7411"/>
                  </a:lnTo>
                  <a:lnTo>
                    <a:pt x="1907" y="7380"/>
                  </a:lnTo>
                  <a:lnTo>
                    <a:pt x="1907" y="954"/>
                  </a:lnTo>
                  <a:lnTo>
                    <a:pt x="1876" y="769"/>
                  </a:lnTo>
                  <a:lnTo>
                    <a:pt x="1815" y="585"/>
                  </a:lnTo>
                  <a:lnTo>
                    <a:pt x="1722" y="431"/>
                  </a:lnTo>
                  <a:lnTo>
                    <a:pt x="1630" y="277"/>
                  </a:lnTo>
                  <a:lnTo>
                    <a:pt x="1476" y="154"/>
                  </a:lnTo>
                  <a:lnTo>
                    <a:pt x="1323" y="93"/>
                  </a:lnTo>
                  <a:lnTo>
                    <a:pt x="1138"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18"/>
            <p:cNvSpPr/>
            <p:nvPr/>
          </p:nvSpPr>
          <p:spPr>
            <a:xfrm>
              <a:off x="1767730" y="3484550"/>
              <a:ext cx="83418" cy="242004"/>
            </a:xfrm>
            <a:custGeom>
              <a:rect b="b" l="l" r="r" t="t"/>
              <a:pathLst>
                <a:path extrusionOk="0" h="5535" w="1908">
                  <a:moveTo>
                    <a:pt x="954" y="0"/>
                  </a:moveTo>
                  <a:lnTo>
                    <a:pt x="770" y="31"/>
                  </a:lnTo>
                  <a:lnTo>
                    <a:pt x="585" y="92"/>
                  </a:lnTo>
                  <a:lnTo>
                    <a:pt x="431" y="185"/>
                  </a:lnTo>
                  <a:lnTo>
                    <a:pt x="278" y="277"/>
                  </a:lnTo>
                  <a:lnTo>
                    <a:pt x="155" y="431"/>
                  </a:lnTo>
                  <a:lnTo>
                    <a:pt x="62" y="584"/>
                  </a:lnTo>
                  <a:lnTo>
                    <a:pt x="32" y="769"/>
                  </a:lnTo>
                  <a:lnTo>
                    <a:pt x="1" y="953"/>
                  </a:lnTo>
                  <a:lnTo>
                    <a:pt x="1" y="4582"/>
                  </a:lnTo>
                  <a:lnTo>
                    <a:pt x="32" y="4766"/>
                  </a:lnTo>
                  <a:lnTo>
                    <a:pt x="62" y="4951"/>
                  </a:lnTo>
                  <a:lnTo>
                    <a:pt x="155" y="5104"/>
                  </a:lnTo>
                  <a:lnTo>
                    <a:pt x="278" y="5258"/>
                  </a:lnTo>
                  <a:lnTo>
                    <a:pt x="431" y="5381"/>
                  </a:lnTo>
                  <a:lnTo>
                    <a:pt x="585" y="5473"/>
                  </a:lnTo>
                  <a:lnTo>
                    <a:pt x="770" y="5504"/>
                  </a:lnTo>
                  <a:lnTo>
                    <a:pt x="954" y="5535"/>
                  </a:lnTo>
                  <a:lnTo>
                    <a:pt x="1139" y="5504"/>
                  </a:lnTo>
                  <a:lnTo>
                    <a:pt x="1323" y="5473"/>
                  </a:lnTo>
                  <a:lnTo>
                    <a:pt x="1477" y="5381"/>
                  </a:lnTo>
                  <a:lnTo>
                    <a:pt x="1631" y="5258"/>
                  </a:lnTo>
                  <a:lnTo>
                    <a:pt x="1723" y="5104"/>
                  </a:lnTo>
                  <a:lnTo>
                    <a:pt x="1815" y="4951"/>
                  </a:lnTo>
                  <a:lnTo>
                    <a:pt x="1877" y="4766"/>
                  </a:lnTo>
                  <a:lnTo>
                    <a:pt x="1907" y="4582"/>
                  </a:lnTo>
                  <a:lnTo>
                    <a:pt x="1907" y="953"/>
                  </a:lnTo>
                  <a:lnTo>
                    <a:pt x="1877" y="769"/>
                  </a:lnTo>
                  <a:lnTo>
                    <a:pt x="1815" y="584"/>
                  </a:lnTo>
                  <a:lnTo>
                    <a:pt x="1723" y="431"/>
                  </a:lnTo>
                  <a:lnTo>
                    <a:pt x="1631" y="277"/>
                  </a:lnTo>
                  <a:lnTo>
                    <a:pt x="1477" y="185"/>
                  </a:lnTo>
                  <a:lnTo>
                    <a:pt x="1323" y="92"/>
                  </a:lnTo>
                  <a:lnTo>
                    <a:pt x="1139"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18"/>
            <p:cNvSpPr/>
            <p:nvPr/>
          </p:nvSpPr>
          <p:spPr>
            <a:xfrm>
              <a:off x="1549967" y="3484550"/>
              <a:ext cx="82062" cy="242004"/>
            </a:xfrm>
            <a:custGeom>
              <a:rect b="b" l="l" r="r" t="t"/>
              <a:pathLst>
                <a:path extrusionOk="0" h="5535" w="1877">
                  <a:moveTo>
                    <a:pt x="954" y="0"/>
                  </a:moveTo>
                  <a:lnTo>
                    <a:pt x="739" y="31"/>
                  </a:lnTo>
                  <a:lnTo>
                    <a:pt x="554" y="92"/>
                  </a:lnTo>
                  <a:lnTo>
                    <a:pt x="400" y="185"/>
                  </a:lnTo>
                  <a:lnTo>
                    <a:pt x="277" y="277"/>
                  </a:lnTo>
                  <a:lnTo>
                    <a:pt x="154" y="431"/>
                  </a:lnTo>
                  <a:lnTo>
                    <a:pt x="62" y="584"/>
                  </a:lnTo>
                  <a:lnTo>
                    <a:pt x="1" y="769"/>
                  </a:lnTo>
                  <a:lnTo>
                    <a:pt x="1" y="953"/>
                  </a:lnTo>
                  <a:lnTo>
                    <a:pt x="1" y="4582"/>
                  </a:lnTo>
                  <a:lnTo>
                    <a:pt x="1" y="4766"/>
                  </a:lnTo>
                  <a:lnTo>
                    <a:pt x="62" y="4951"/>
                  </a:lnTo>
                  <a:lnTo>
                    <a:pt x="154" y="5104"/>
                  </a:lnTo>
                  <a:lnTo>
                    <a:pt x="277" y="5258"/>
                  </a:lnTo>
                  <a:lnTo>
                    <a:pt x="400" y="5381"/>
                  </a:lnTo>
                  <a:lnTo>
                    <a:pt x="554" y="5473"/>
                  </a:lnTo>
                  <a:lnTo>
                    <a:pt x="739" y="5504"/>
                  </a:lnTo>
                  <a:lnTo>
                    <a:pt x="954" y="5535"/>
                  </a:lnTo>
                  <a:lnTo>
                    <a:pt x="1138" y="5504"/>
                  </a:lnTo>
                  <a:lnTo>
                    <a:pt x="1323" y="5473"/>
                  </a:lnTo>
                  <a:lnTo>
                    <a:pt x="1477" y="5381"/>
                  </a:lnTo>
                  <a:lnTo>
                    <a:pt x="1600" y="5258"/>
                  </a:lnTo>
                  <a:lnTo>
                    <a:pt x="1723" y="5104"/>
                  </a:lnTo>
                  <a:lnTo>
                    <a:pt x="1815" y="4951"/>
                  </a:lnTo>
                  <a:lnTo>
                    <a:pt x="1876" y="4766"/>
                  </a:lnTo>
                  <a:lnTo>
                    <a:pt x="1876" y="4582"/>
                  </a:lnTo>
                  <a:lnTo>
                    <a:pt x="1876" y="953"/>
                  </a:lnTo>
                  <a:lnTo>
                    <a:pt x="1876" y="769"/>
                  </a:lnTo>
                  <a:lnTo>
                    <a:pt x="1815" y="584"/>
                  </a:lnTo>
                  <a:lnTo>
                    <a:pt x="1723" y="431"/>
                  </a:lnTo>
                  <a:lnTo>
                    <a:pt x="1600" y="277"/>
                  </a:lnTo>
                  <a:lnTo>
                    <a:pt x="1477" y="185"/>
                  </a:lnTo>
                  <a:lnTo>
                    <a:pt x="1323" y="92"/>
                  </a:lnTo>
                  <a:lnTo>
                    <a:pt x="1138" y="31"/>
                  </a:lnTo>
                  <a:lnTo>
                    <a:pt x="954" y="0"/>
                  </a:lnTo>
                  <a:close/>
                </a:path>
              </a:pathLst>
            </a:custGeom>
            <a:solidFill>
              <a:srgbClr val="DFEB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18"/>
            <p:cNvSpPr/>
            <p:nvPr/>
          </p:nvSpPr>
          <p:spPr>
            <a:xfrm>
              <a:off x="1506948" y="3672722"/>
              <a:ext cx="385873" cy="320005"/>
            </a:xfrm>
            <a:custGeom>
              <a:rect b="b" l="l" r="r" t="t"/>
              <a:pathLst>
                <a:path extrusionOk="0" h="7319" w="8826">
                  <a:moveTo>
                    <a:pt x="1138" y="1"/>
                  </a:moveTo>
                  <a:lnTo>
                    <a:pt x="893" y="32"/>
                  </a:lnTo>
                  <a:lnTo>
                    <a:pt x="708" y="93"/>
                  </a:lnTo>
                  <a:lnTo>
                    <a:pt x="493" y="185"/>
                  </a:lnTo>
                  <a:lnTo>
                    <a:pt x="339" y="339"/>
                  </a:lnTo>
                  <a:lnTo>
                    <a:pt x="185" y="493"/>
                  </a:lnTo>
                  <a:lnTo>
                    <a:pt x="93" y="677"/>
                  </a:lnTo>
                  <a:lnTo>
                    <a:pt x="32" y="893"/>
                  </a:lnTo>
                  <a:lnTo>
                    <a:pt x="1" y="1139"/>
                  </a:lnTo>
                  <a:lnTo>
                    <a:pt x="1" y="3814"/>
                  </a:lnTo>
                  <a:lnTo>
                    <a:pt x="32" y="4183"/>
                  </a:lnTo>
                  <a:lnTo>
                    <a:pt x="62" y="4521"/>
                  </a:lnTo>
                  <a:lnTo>
                    <a:pt x="155" y="4859"/>
                  </a:lnTo>
                  <a:lnTo>
                    <a:pt x="278" y="5197"/>
                  </a:lnTo>
                  <a:lnTo>
                    <a:pt x="431" y="5505"/>
                  </a:lnTo>
                  <a:lnTo>
                    <a:pt x="616" y="5782"/>
                  </a:lnTo>
                  <a:lnTo>
                    <a:pt x="800" y="6058"/>
                  </a:lnTo>
                  <a:lnTo>
                    <a:pt x="1046" y="6304"/>
                  </a:lnTo>
                  <a:lnTo>
                    <a:pt x="1292" y="6520"/>
                  </a:lnTo>
                  <a:lnTo>
                    <a:pt x="1569" y="6735"/>
                  </a:lnTo>
                  <a:lnTo>
                    <a:pt x="1846" y="6919"/>
                  </a:lnTo>
                  <a:lnTo>
                    <a:pt x="2153" y="7042"/>
                  </a:lnTo>
                  <a:lnTo>
                    <a:pt x="2461" y="7165"/>
                  </a:lnTo>
                  <a:lnTo>
                    <a:pt x="2799" y="7257"/>
                  </a:lnTo>
                  <a:lnTo>
                    <a:pt x="3168" y="7319"/>
                  </a:lnTo>
                  <a:lnTo>
                    <a:pt x="5689" y="7319"/>
                  </a:lnTo>
                  <a:lnTo>
                    <a:pt x="6027" y="7257"/>
                  </a:lnTo>
                  <a:lnTo>
                    <a:pt x="6366" y="7165"/>
                  </a:lnTo>
                  <a:lnTo>
                    <a:pt x="6673" y="7042"/>
                  </a:lnTo>
                  <a:lnTo>
                    <a:pt x="6981" y="6919"/>
                  </a:lnTo>
                  <a:lnTo>
                    <a:pt x="7288" y="6735"/>
                  </a:lnTo>
                  <a:lnTo>
                    <a:pt x="7565" y="6520"/>
                  </a:lnTo>
                  <a:lnTo>
                    <a:pt x="7811" y="6304"/>
                  </a:lnTo>
                  <a:lnTo>
                    <a:pt x="8026" y="6058"/>
                  </a:lnTo>
                  <a:lnTo>
                    <a:pt x="8241" y="5782"/>
                  </a:lnTo>
                  <a:lnTo>
                    <a:pt x="8395" y="5505"/>
                  </a:lnTo>
                  <a:lnTo>
                    <a:pt x="8549" y="5197"/>
                  </a:lnTo>
                  <a:lnTo>
                    <a:pt x="8672" y="4859"/>
                  </a:lnTo>
                  <a:lnTo>
                    <a:pt x="8764" y="4521"/>
                  </a:lnTo>
                  <a:lnTo>
                    <a:pt x="8826" y="4183"/>
                  </a:lnTo>
                  <a:lnTo>
                    <a:pt x="8826" y="3814"/>
                  </a:lnTo>
                  <a:lnTo>
                    <a:pt x="8826" y="1139"/>
                  </a:lnTo>
                  <a:lnTo>
                    <a:pt x="8826" y="893"/>
                  </a:lnTo>
                  <a:lnTo>
                    <a:pt x="8733" y="677"/>
                  </a:lnTo>
                  <a:lnTo>
                    <a:pt x="8641" y="493"/>
                  </a:lnTo>
                  <a:lnTo>
                    <a:pt x="8487" y="339"/>
                  </a:lnTo>
                  <a:lnTo>
                    <a:pt x="8334" y="185"/>
                  </a:lnTo>
                  <a:lnTo>
                    <a:pt x="8149" y="93"/>
                  </a:lnTo>
                  <a:lnTo>
                    <a:pt x="7934" y="32"/>
                  </a:lnTo>
                  <a:lnTo>
                    <a:pt x="7719" y="1"/>
                  </a:lnTo>
                  <a:close/>
                </a:path>
              </a:pathLst>
            </a:custGeom>
            <a:solidFill>
              <a:srgbClr val="665E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18"/>
            <p:cNvSpPr/>
            <p:nvPr/>
          </p:nvSpPr>
          <p:spPr>
            <a:xfrm>
              <a:off x="1506948" y="3672722"/>
              <a:ext cx="259522" cy="320005"/>
            </a:xfrm>
            <a:custGeom>
              <a:rect b="b" l="l" r="r" t="t"/>
              <a:pathLst>
                <a:path extrusionOk="0" h="7319" w="5936">
                  <a:moveTo>
                    <a:pt x="1138" y="1"/>
                  </a:moveTo>
                  <a:lnTo>
                    <a:pt x="893" y="32"/>
                  </a:lnTo>
                  <a:lnTo>
                    <a:pt x="708" y="93"/>
                  </a:lnTo>
                  <a:lnTo>
                    <a:pt x="493" y="185"/>
                  </a:lnTo>
                  <a:lnTo>
                    <a:pt x="339" y="339"/>
                  </a:lnTo>
                  <a:lnTo>
                    <a:pt x="185" y="493"/>
                  </a:lnTo>
                  <a:lnTo>
                    <a:pt x="93" y="677"/>
                  </a:lnTo>
                  <a:lnTo>
                    <a:pt x="32" y="893"/>
                  </a:lnTo>
                  <a:lnTo>
                    <a:pt x="1" y="1139"/>
                  </a:lnTo>
                  <a:lnTo>
                    <a:pt x="1" y="3814"/>
                  </a:lnTo>
                  <a:lnTo>
                    <a:pt x="32" y="4183"/>
                  </a:lnTo>
                  <a:lnTo>
                    <a:pt x="62" y="4521"/>
                  </a:lnTo>
                  <a:lnTo>
                    <a:pt x="155" y="4859"/>
                  </a:lnTo>
                  <a:lnTo>
                    <a:pt x="278" y="5197"/>
                  </a:lnTo>
                  <a:lnTo>
                    <a:pt x="431" y="5505"/>
                  </a:lnTo>
                  <a:lnTo>
                    <a:pt x="616" y="5782"/>
                  </a:lnTo>
                  <a:lnTo>
                    <a:pt x="800" y="6058"/>
                  </a:lnTo>
                  <a:lnTo>
                    <a:pt x="1046" y="6304"/>
                  </a:lnTo>
                  <a:lnTo>
                    <a:pt x="1292" y="6520"/>
                  </a:lnTo>
                  <a:lnTo>
                    <a:pt x="1569" y="6735"/>
                  </a:lnTo>
                  <a:lnTo>
                    <a:pt x="1846" y="6919"/>
                  </a:lnTo>
                  <a:lnTo>
                    <a:pt x="2153" y="7042"/>
                  </a:lnTo>
                  <a:lnTo>
                    <a:pt x="2461" y="7165"/>
                  </a:lnTo>
                  <a:lnTo>
                    <a:pt x="2799" y="7257"/>
                  </a:lnTo>
                  <a:lnTo>
                    <a:pt x="3168" y="7319"/>
                  </a:lnTo>
                  <a:lnTo>
                    <a:pt x="5628" y="7319"/>
                  </a:lnTo>
                  <a:lnTo>
                    <a:pt x="5935" y="7288"/>
                  </a:lnTo>
                  <a:lnTo>
                    <a:pt x="5628" y="7227"/>
                  </a:lnTo>
                  <a:lnTo>
                    <a:pt x="5320" y="7134"/>
                  </a:lnTo>
                  <a:lnTo>
                    <a:pt x="5044" y="7011"/>
                  </a:lnTo>
                  <a:lnTo>
                    <a:pt x="4767" y="6858"/>
                  </a:lnTo>
                  <a:lnTo>
                    <a:pt x="4521" y="6704"/>
                  </a:lnTo>
                  <a:lnTo>
                    <a:pt x="4275" y="6520"/>
                  </a:lnTo>
                  <a:lnTo>
                    <a:pt x="4060" y="6304"/>
                  </a:lnTo>
                  <a:lnTo>
                    <a:pt x="3844" y="6089"/>
                  </a:lnTo>
                  <a:lnTo>
                    <a:pt x="3660" y="5843"/>
                  </a:lnTo>
                  <a:lnTo>
                    <a:pt x="3506" y="5597"/>
                  </a:lnTo>
                  <a:lnTo>
                    <a:pt x="3352" y="5320"/>
                  </a:lnTo>
                  <a:lnTo>
                    <a:pt x="3229" y="5044"/>
                  </a:lnTo>
                  <a:lnTo>
                    <a:pt x="3137" y="4767"/>
                  </a:lnTo>
                  <a:lnTo>
                    <a:pt x="3076" y="4459"/>
                  </a:lnTo>
                  <a:lnTo>
                    <a:pt x="3045" y="4152"/>
                  </a:lnTo>
                  <a:lnTo>
                    <a:pt x="3014" y="3814"/>
                  </a:lnTo>
                  <a:lnTo>
                    <a:pt x="3014" y="1139"/>
                  </a:lnTo>
                  <a:lnTo>
                    <a:pt x="3045" y="893"/>
                  </a:lnTo>
                  <a:lnTo>
                    <a:pt x="3106" y="677"/>
                  </a:lnTo>
                  <a:lnTo>
                    <a:pt x="3199" y="493"/>
                  </a:lnTo>
                  <a:lnTo>
                    <a:pt x="3352" y="339"/>
                  </a:lnTo>
                  <a:lnTo>
                    <a:pt x="3506" y="185"/>
                  </a:lnTo>
                  <a:lnTo>
                    <a:pt x="3721" y="93"/>
                  </a:lnTo>
                  <a:lnTo>
                    <a:pt x="3906" y="32"/>
                  </a:lnTo>
                  <a:lnTo>
                    <a:pt x="4152" y="1"/>
                  </a:lnTo>
                  <a:close/>
                </a:path>
              </a:pathLst>
            </a:custGeom>
            <a:solidFill>
              <a:srgbClr val="554E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18"/>
            <p:cNvSpPr/>
            <p:nvPr/>
          </p:nvSpPr>
          <p:spPr>
            <a:xfrm>
              <a:off x="1650783" y="3773540"/>
              <a:ext cx="99550" cy="82067"/>
            </a:xfrm>
            <a:custGeom>
              <a:rect b="b" l="l" r="r" t="t"/>
              <a:pathLst>
                <a:path extrusionOk="0" h="1877" w="2277">
                  <a:moveTo>
                    <a:pt x="739" y="1"/>
                  </a:moveTo>
                  <a:lnTo>
                    <a:pt x="585" y="62"/>
                  </a:lnTo>
                  <a:lnTo>
                    <a:pt x="401" y="155"/>
                  </a:lnTo>
                  <a:lnTo>
                    <a:pt x="278" y="278"/>
                  </a:lnTo>
                  <a:lnTo>
                    <a:pt x="155" y="401"/>
                  </a:lnTo>
                  <a:lnTo>
                    <a:pt x="62" y="554"/>
                  </a:lnTo>
                  <a:lnTo>
                    <a:pt x="1" y="739"/>
                  </a:lnTo>
                  <a:lnTo>
                    <a:pt x="1" y="923"/>
                  </a:lnTo>
                  <a:lnTo>
                    <a:pt x="1" y="1139"/>
                  </a:lnTo>
                  <a:lnTo>
                    <a:pt x="62" y="1292"/>
                  </a:lnTo>
                  <a:lnTo>
                    <a:pt x="155" y="1477"/>
                  </a:lnTo>
                  <a:lnTo>
                    <a:pt x="278" y="1600"/>
                  </a:lnTo>
                  <a:lnTo>
                    <a:pt x="401" y="1723"/>
                  </a:lnTo>
                  <a:lnTo>
                    <a:pt x="585" y="1815"/>
                  </a:lnTo>
                  <a:lnTo>
                    <a:pt x="739" y="1877"/>
                  </a:lnTo>
                  <a:lnTo>
                    <a:pt x="1508" y="1877"/>
                  </a:lnTo>
                  <a:lnTo>
                    <a:pt x="1692" y="1815"/>
                  </a:lnTo>
                  <a:lnTo>
                    <a:pt x="1846" y="1723"/>
                  </a:lnTo>
                  <a:lnTo>
                    <a:pt x="2000" y="1600"/>
                  </a:lnTo>
                  <a:lnTo>
                    <a:pt x="2092" y="1477"/>
                  </a:lnTo>
                  <a:lnTo>
                    <a:pt x="2184" y="1292"/>
                  </a:lnTo>
                  <a:lnTo>
                    <a:pt x="2245" y="1139"/>
                  </a:lnTo>
                  <a:lnTo>
                    <a:pt x="2276" y="923"/>
                  </a:lnTo>
                  <a:lnTo>
                    <a:pt x="2245" y="739"/>
                  </a:lnTo>
                  <a:lnTo>
                    <a:pt x="2184" y="554"/>
                  </a:lnTo>
                  <a:lnTo>
                    <a:pt x="2092" y="401"/>
                  </a:lnTo>
                  <a:lnTo>
                    <a:pt x="2000" y="278"/>
                  </a:lnTo>
                  <a:lnTo>
                    <a:pt x="1846" y="155"/>
                  </a:lnTo>
                  <a:lnTo>
                    <a:pt x="1692" y="62"/>
                  </a:lnTo>
                  <a:lnTo>
                    <a:pt x="1508" y="1"/>
                  </a:lnTo>
                  <a:close/>
                </a:path>
              </a:pathLst>
            </a:custGeom>
            <a:solidFill>
              <a:srgbClr val="7B6C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19"/>
          <p:cNvSpPr txBox="1"/>
          <p:nvPr>
            <p:ph type="title"/>
          </p:nvPr>
        </p:nvSpPr>
        <p:spPr>
          <a:xfrm>
            <a:off x="457200" y="411475"/>
            <a:ext cx="8229600" cy="48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800"/>
              <a:buFont typeface="Fira Sans"/>
              <a:buNone/>
            </a:pPr>
            <a:r>
              <a:rPr lang="en-NL"/>
              <a:t>Reverse Geocoding of EV Charging Station Coordinates</a:t>
            </a:r>
            <a:endParaRPr/>
          </a:p>
        </p:txBody>
      </p:sp>
      <p:pic>
        <p:nvPicPr>
          <p:cNvPr id="1105" name="Google Shape;1105;p19"/>
          <p:cNvPicPr preferRelativeResize="0"/>
          <p:nvPr/>
        </p:nvPicPr>
        <p:blipFill rotWithShape="1">
          <a:blip r:embed="rId3">
            <a:alphaModFix/>
          </a:blip>
          <a:srcRect b="0" l="0" r="0" t="0"/>
          <a:stretch/>
        </p:blipFill>
        <p:spPr>
          <a:xfrm>
            <a:off x="788628" y="1193139"/>
            <a:ext cx="3642341" cy="3391532"/>
          </a:xfrm>
          <a:prstGeom prst="rect">
            <a:avLst/>
          </a:prstGeom>
          <a:noFill/>
          <a:ln>
            <a:noFill/>
          </a:ln>
        </p:spPr>
      </p:pic>
      <p:pic>
        <p:nvPicPr>
          <p:cNvPr id="1106" name="Google Shape;1106;p19"/>
          <p:cNvPicPr preferRelativeResize="0"/>
          <p:nvPr/>
        </p:nvPicPr>
        <p:blipFill rotWithShape="1">
          <a:blip r:embed="rId4">
            <a:alphaModFix/>
          </a:blip>
          <a:srcRect b="0" l="0" r="0" t="0"/>
          <a:stretch/>
        </p:blipFill>
        <p:spPr>
          <a:xfrm>
            <a:off x="4572000" y="1193139"/>
            <a:ext cx="3861555" cy="1448366"/>
          </a:xfrm>
          <a:prstGeom prst="rect">
            <a:avLst/>
          </a:prstGeom>
          <a:noFill/>
          <a:ln>
            <a:noFill/>
          </a:ln>
        </p:spPr>
      </p:pic>
      <p:sp>
        <p:nvSpPr>
          <p:cNvPr id="1107" name="Google Shape;1107;p19"/>
          <p:cNvSpPr txBox="1"/>
          <p:nvPr/>
        </p:nvSpPr>
        <p:spPr>
          <a:xfrm>
            <a:off x="4694373" y="2888905"/>
            <a:ext cx="389214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NL" sz="1200" u="none" cap="none" strike="noStrike">
                <a:solidFill>
                  <a:schemeClr val="accent4"/>
                </a:solidFill>
                <a:latin typeface="Roboto"/>
                <a:ea typeface="Roboto"/>
                <a:cs typeface="Roboto"/>
                <a:sym typeface="Roboto"/>
              </a:rPr>
              <a:t>This code uses the latitude and longitude coordinates of each EV charging station to identify its corresponding Spanish province through reverse geocoding. The extracted province information is then added as a new column to support regional analysis and visualization.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ctric Car Infographics by Slidesgo">
  <a:themeElements>
    <a:clrScheme name="Simple Light">
      <a:dk1>
        <a:srgbClr val="000000"/>
      </a:dk1>
      <a:lt1>
        <a:srgbClr val="FFFFFF"/>
      </a:lt1>
      <a:dk2>
        <a:srgbClr val="595959"/>
      </a:dk2>
      <a:lt2>
        <a:srgbClr val="EEEEEE"/>
      </a:lt2>
      <a:accent1>
        <a:srgbClr val="81E552"/>
      </a:accent1>
      <a:accent2>
        <a:srgbClr val="59BD2F"/>
      </a:accent2>
      <a:accent3>
        <a:srgbClr val="03C8DF"/>
      </a:accent3>
      <a:accent4>
        <a:srgbClr val="029BD8"/>
      </a:accent4>
      <a:accent5>
        <a:srgbClr val="FFDA00"/>
      </a:accent5>
      <a:accent6>
        <a:srgbClr val="FD8714"/>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